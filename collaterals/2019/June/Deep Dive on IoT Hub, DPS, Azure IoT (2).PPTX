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475" r:id="rId4"/>
    <p:sldMasterId id="2147484495" r:id="rId5"/>
  </p:sldMasterIdLst>
  <p:notesMasterIdLst>
    <p:notesMasterId r:id="rId37"/>
  </p:notesMasterIdLst>
  <p:handoutMasterIdLst>
    <p:handoutMasterId r:id="rId38"/>
  </p:handoutMasterIdLst>
  <p:sldIdLst>
    <p:sldId id="1502" r:id="rId6"/>
    <p:sldId id="1564" r:id="rId7"/>
    <p:sldId id="1565" r:id="rId8"/>
    <p:sldId id="1566" r:id="rId9"/>
    <p:sldId id="1567" r:id="rId10"/>
    <p:sldId id="1611" r:id="rId11"/>
    <p:sldId id="1612" r:id="rId12"/>
    <p:sldId id="1598" r:id="rId13"/>
    <p:sldId id="1606" r:id="rId14"/>
    <p:sldId id="1604" r:id="rId15"/>
    <p:sldId id="1605" r:id="rId16"/>
    <p:sldId id="1575" r:id="rId17"/>
    <p:sldId id="1608" r:id="rId18"/>
    <p:sldId id="1607" r:id="rId19"/>
    <p:sldId id="1609" r:id="rId20"/>
    <p:sldId id="1610" r:id="rId21"/>
    <p:sldId id="1583" r:id="rId22"/>
    <p:sldId id="1580" r:id="rId23"/>
    <p:sldId id="1581" r:id="rId24"/>
    <p:sldId id="1600" r:id="rId25"/>
    <p:sldId id="1582" r:id="rId26"/>
    <p:sldId id="1613" r:id="rId27"/>
    <p:sldId id="1587" r:id="rId28"/>
    <p:sldId id="1614" r:id="rId29"/>
    <p:sldId id="1591" r:id="rId30"/>
    <p:sldId id="1592" r:id="rId31"/>
    <p:sldId id="1593" r:id="rId32"/>
    <p:sldId id="1594" r:id="rId33"/>
    <p:sldId id="1595" r:id="rId34"/>
    <p:sldId id="1603" r:id="rId35"/>
    <p:sldId id="1602" r:id="rId36"/>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icrosoft Light Template" id="{E1C8FB21-FF75-44A0-8090-B2FB240B014B}">
          <p14:sldIdLst>
            <p14:sldId id="1502"/>
            <p14:sldId id="1564"/>
            <p14:sldId id="1565"/>
            <p14:sldId id="1566"/>
            <p14:sldId id="1567"/>
            <p14:sldId id="1611"/>
            <p14:sldId id="1612"/>
            <p14:sldId id="1598"/>
            <p14:sldId id="1606"/>
            <p14:sldId id="1604"/>
            <p14:sldId id="1605"/>
            <p14:sldId id="1575"/>
            <p14:sldId id="1608"/>
            <p14:sldId id="1607"/>
            <p14:sldId id="1609"/>
            <p14:sldId id="1610"/>
            <p14:sldId id="1583"/>
            <p14:sldId id="1580"/>
            <p14:sldId id="1581"/>
            <p14:sldId id="1600"/>
            <p14:sldId id="1582"/>
            <p14:sldId id="1613"/>
            <p14:sldId id="1587"/>
            <p14:sldId id="1614"/>
            <p14:sldId id="1591"/>
            <p14:sldId id="1592"/>
            <p14:sldId id="1593"/>
            <p14:sldId id="1594"/>
            <p14:sldId id="1595"/>
            <p14:sldId id="1603"/>
            <p14:sldId id="1602"/>
          </p14:sldIdLst>
        </p14:section>
        <p14:section name="Microsoft Dark Template" id="{BB00CB64-77A4-4BA9-B0A0-EF2154DA3071}">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CFCF"/>
    <a:srgbClr val="D83B01"/>
    <a:srgbClr val="E6E6E6"/>
    <a:srgbClr val="000000"/>
    <a:srgbClr val="FFFFFF"/>
    <a:srgbClr val="0078D7"/>
    <a:srgbClr val="FF8C00"/>
    <a:srgbClr val="FFB900"/>
    <a:srgbClr val="107C10"/>
    <a:srgbClr val="3535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387" autoAdjust="0"/>
    <p:restoredTop sz="80097" autoAdjust="0"/>
  </p:normalViewPr>
  <p:slideViewPr>
    <p:cSldViewPr>
      <p:cViewPr varScale="1">
        <p:scale>
          <a:sx n="70" d="100"/>
          <a:sy n="70" d="100"/>
        </p:scale>
        <p:origin x="682" y="48"/>
      </p:cViewPr>
      <p:guideLst/>
    </p:cSldViewPr>
  </p:slideViewPr>
  <p:outlineViewPr>
    <p:cViewPr>
      <p:scale>
        <a:sx n="33" d="100"/>
        <a:sy n="33" d="100"/>
      </p:scale>
      <p:origin x="0" y="-9840"/>
    </p:cViewPr>
  </p:outlineViewPr>
  <p:notesTextViewPr>
    <p:cViewPr>
      <p:scale>
        <a:sx n="100" d="100"/>
        <a:sy n="100" d="100"/>
      </p:scale>
      <p:origin x="0" y="0"/>
    </p:cViewPr>
  </p:notesTextViewPr>
  <p:sorterViewPr>
    <p:cViewPr>
      <p:scale>
        <a:sx n="50" d="100"/>
        <a:sy n="50" d="100"/>
      </p:scale>
      <p:origin x="0" y="-2102"/>
    </p:cViewPr>
  </p:sorterViewPr>
  <p:notesViewPr>
    <p:cSldViewPr showGuides="1">
      <p:cViewPr varScale="1">
        <p:scale>
          <a:sx n="60" d="100"/>
          <a:sy n="60" d="100"/>
        </p:scale>
        <p:origin x="3187" y="3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8"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ole Berdy" userId="09faaa2c-1220-45b8-8aa0-9db51fae9b04" providerId="ADAL" clId="{41CDC566-9CC4-4A24-B5D2-B25F69804198}"/>
    <pc:docChg chg="undo redo custSel addSld delSld modSld sldOrd modSection">
      <pc:chgData name="Nicole Berdy" userId="09faaa2c-1220-45b8-8aa0-9db51fae9b04" providerId="ADAL" clId="{41CDC566-9CC4-4A24-B5D2-B25F69804198}" dt="2017-09-26T02:03:53.656" v="3031" actId="1076"/>
      <pc:docMkLst>
        <pc:docMk/>
      </pc:docMkLst>
      <pc:sldChg chg="del">
        <pc:chgData name="Nicole Berdy" userId="09faaa2c-1220-45b8-8aa0-9db51fae9b04" providerId="ADAL" clId="{41CDC566-9CC4-4A24-B5D2-B25F69804198}" dt="2017-09-19T21:56:31.028" v="56" actId="2696"/>
        <pc:sldMkLst>
          <pc:docMk/>
          <pc:sldMk cId="3941056257" sldId="1419"/>
        </pc:sldMkLst>
      </pc:sldChg>
      <pc:sldChg chg="addSp modSp">
        <pc:chgData name="Nicole Berdy" userId="09faaa2c-1220-45b8-8aa0-9db51fae9b04" providerId="ADAL" clId="{41CDC566-9CC4-4A24-B5D2-B25F69804198}" dt="2017-09-26T02:03:53.656" v="3031" actId="1076"/>
        <pc:sldMkLst>
          <pc:docMk/>
          <pc:sldMk cId="3788647698" sldId="1502"/>
        </pc:sldMkLst>
        <pc:spChg chg="add mod">
          <ac:chgData name="Nicole Berdy" userId="09faaa2c-1220-45b8-8aa0-9db51fae9b04" providerId="ADAL" clId="{41CDC566-9CC4-4A24-B5D2-B25F69804198}" dt="2017-09-26T02:03:48.698" v="3030" actId="1076"/>
          <ac:spMkLst>
            <pc:docMk/>
            <pc:sldMk cId="3788647698" sldId="1502"/>
            <ac:spMk id="2" creationId="{256679AD-6C88-4C2A-91DF-B316A685F12E}"/>
          </ac:spMkLst>
        </pc:spChg>
        <pc:spChg chg="add mod">
          <ac:chgData name="Nicole Berdy" userId="09faaa2c-1220-45b8-8aa0-9db51fae9b04" providerId="ADAL" clId="{41CDC566-9CC4-4A24-B5D2-B25F69804198}" dt="2017-09-26T02:03:53.656" v="3031" actId="1076"/>
          <ac:spMkLst>
            <pc:docMk/>
            <pc:sldMk cId="3788647698" sldId="1502"/>
            <ac:spMk id="3" creationId="{31B4A863-F5E3-454C-91D3-A9D2F91BBEEF}"/>
          </ac:spMkLst>
        </pc:spChg>
        <pc:spChg chg="mod">
          <ac:chgData name="Nicole Berdy" userId="09faaa2c-1220-45b8-8aa0-9db51fae9b04" providerId="ADAL" clId="{41CDC566-9CC4-4A24-B5D2-B25F69804198}" dt="2017-09-22T00:21:56.169" v="242" actId="20577"/>
          <ac:spMkLst>
            <pc:docMk/>
            <pc:sldMk cId="3788647698" sldId="1502"/>
            <ac:spMk id="5" creationId="{00000000-0000-0000-0000-000000000000}"/>
          </ac:spMkLst>
        </pc:spChg>
        <pc:picChg chg="add mod">
          <ac:chgData name="Nicole Berdy" userId="09faaa2c-1220-45b8-8aa0-9db51fae9b04" providerId="ADAL" clId="{41CDC566-9CC4-4A24-B5D2-B25F69804198}" dt="2017-09-22T00:22:13.729" v="244" actId="1076"/>
          <ac:picMkLst>
            <pc:docMk/>
            <pc:sldMk cId="3788647698" sldId="1502"/>
            <ac:picMk id="6" creationId="{365AFF2B-97DD-47B6-BF0C-A18F79BEF57B}"/>
          </ac:picMkLst>
        </pc:picChg>
      </pc:sldChg>
      <pc:sldChg chg="del">
        <pc:chgData name="Nicole Berdy" userId="09faaa2c-1220-45b8-8aa0-9db51fae9b04" providerId="ADAL" clId="{41CDC566-9CC4-4A24-B5D2-B25F69804198}" dt="2017-09-19T21:52:28.203" v="12" actId="2696"/>
        <pc:sldMkLst>
          <pc:docMk/>
          <pc:sldMk cId="4234473174" sldId="1504"/>
        </pc:sldMkLst>
      </pc:sldChg>
      <pc:sldChg chg="del">
        <pc:chgData name="Nicole Berdy" userId="09faaa2c-1220-45b8-8aa0-9db51fae9b04" providerId="ADAL" clId="{41CDC566-9CC4-4A24-B5D2-B25F69804198}" dt="2017-09-19T21:52:28.349" v="14" actId="2696"/>
        <pc:sldMkLst>
          <pc:docMk/>
          <pc:sldMk cId="3887587415" sldId="1507"/>
        </pc:sldMkLst>
      </pc:sldChg>
      <pc:sldChg chg="del">
        <pc:chgData name="Nicole Berdy" userId="09faaa2c-1220-45b8-8aa0-9db51fae9b04" providerId="ADAL" clId="{41CDC566-9CC4-4A24-B5D2-B25F69804198}" dt="2017-09-19T21:52:28.566" v="15" actId="2696"/>
        <pc:sldMkLst>
          <pc:docMk/>
          <pc:sldMk cId="491487794" sldId="1508"/>
        </pc:sldMkLst>
      </pc:sldChg>
      <pc:sldChg chg="del">
        <pc:chgData name="Nicole Berdy" userId="09faaa2c-1220-45b8-8aa0-9db51fae9b04" providerId="ADAL" clId="{41CDC566-9CC4-4A24-B5D2-B25F69804198}" dt="2017-09-19T21:52:28.807" v="18" actId="2696"/>
        <pc:sldMkLst>
          <pc:docMk/>
          <pc:sldMk cId="3726030789" sldId="1509"/>
        </pc:sldMkLst>
      </pc:sldChg>
      <pc:sldChg chg="del">
        <pc:chgData name="Nicole Berdy" userId="09faaa2c-1220-45b8-8aa0-9db51fae9b04" providerId="ADAL" clId="{41CDC566-9CC4-4A24-B5D2-B25F69804198}" dt="2017-09-19T21:53:04.765" v="24" actId="2696"/>
        <pc:sldMkLst>
          <pc:docMk/>
          <pc:sldMk cId="4151172388" sldId="1511"/>
        </pc:sldMkLst>
      </pc:sldChg>
      <pc:sldChg chg="del">
        <pc:chgData name="Nicole Berdy" userId="09faaa2c-1220-45b8-8aa0-9db51fae9b04" providerId="ADAL" clId="{41CDC566-9CC4-4A24-B5D2-B25F69804198}" dt="2017-09-19T21:52:32.111" v="19" actId="2696"/>
        <pc:sldMkLst>
          <pc:docMk/>
          <pc:sldMk cId="1702666910" sldId="1512"/>
        </pc:sldMkLst>
      </pc:sldChg>
      <pc:sldChg chg="del">
        <pc:chgData name="Nicole Berdy" userId="09faaa2c-1220-45b8-8aa0-9db51fae9b04" providerId="ADAL" clId="{41CDC566-9CC4-4A24-B5D2-B25F69804198}" dt="2017-09-19T21:52:33.562" v="20" actId="2696"/>
        <pc:sldMkLst>
          <pc:docMk/>
          <pc:sldMk cId="1666887711" sldId="1513"/>
        </pc:sldMkLst>
      </pc:sldChg>
      <pc:sldChg chg="del">
        <pc:chgData name="Nicole Berdy" userId="09faaa2c-1220-45b8-8aa0-9db51fae9b04" providerId="ADAL" clId="{41CDC566-9CC4-4A24-B5D2-B25F69804198}" dt="2017-09-22T00:21:34.906" v="192" actId="2696"/>
        <pc:sldMkLst>
          <pc:docMk/>
          <pc:sldMk cId="4207219918" sldId="1514"/>
        </pc:sldMkLst>
      </pc:sldChg>
      <pc:sldChg chg="del">
        <pc:chgData name="Nicole Berdy" userId="09faaa2c-1220-45b8-8aa0-9db51fae9b04" providerId="ADAL" clId="{41CDC566-9CC4-4A24-B5D2-B25F69804198}" dt="2017-09-19T21:52:38.545" v="21" actId="2696"/>
        <pc:sldMkLst>
          <pc:docMk/>
          <pc:sldMk cId="3726924698" sldId="1515"/>
        </pc:sldMkLst>
      </pc:sldChg>
      <pc:sldChg chg="addSp modSp">
        <pc:chgData name="Nicole Berdy" userId="09faaa2c-1220-45b8-8aa0-9db51fae9b04" providerId="ADAL" clId="{41CDC566-9CC4-4A24-B5D2-B25F69804198}" dt="2017-09-26T02:02:48.704" v="3018" actId="20577"/>
        <pc:sldMkLst>
          <pc:docMk/>
          <pc:sldMk cId="1897784522" sldId="1516"/>
        </pc:sldMkLst>
        <pc:spChg chg="add mod">
          <ac:chgData name="Nicole Berdy" userId="09faaa2c-1220-45b8-8aa0-9db51fae9b04" providerId="ADAL" clId="{41CDC566-9CC4-4A24-B5D2-B25F69804198}" dt="2017-09-26T02:02:48.704" v="3018" actId="20577"/>
          <ac:spMkLst>
            <pc:docMk/>
            <pc:sldMk cId="1897784522" sldId="1516"/>
            <ac:spMk id="3" creationId="{136F103D-67F6-42A7-8AD6-F748DC017192}"/>
          </ac:spMkLst>
        </pc:spChg>
        <pc:picChg chg="add">
          <ac:chgData name="Nicole Berdy" userId="09faaa2c-1220-45b8-8aa0-9db51fae9b04" providerId="ADAL" clId="{41CDC566-9CC4-4A24-B5D2-B25F69804198}" dt="2017-09-19T21:58:31.266" v="66" actId="20577"/>
          <ac:picMkLst>
            <pc:docMk/>
            <pc:sldMk cId="1897784522" sldId="1516"/>
            <ac:picMk id="2" creationId="{2113127F-CAD8-4DEC-8275-C400269418B7}"/>
          </ac:picMkLst>
        </pc:picChg>
      </pc:sldChg>
      <pc:sldChg chg="del">
        <pc:chgData name="Nicole Berdy" userId="09faaa2c-1220-45b8-8aa0-9db51fae9b04" providerId="ADAL" clId="{41CDC566-9CC4-4A24-B5D2-B25F69804198}" dt="2017-09-19T21:52:28.273" v="13" actId="2696"/>
        <pc:sldMkLst>
          <pc:docMk/>
          <pc:sldMk cId="1332049140" sldId="1517"/>
        </pc:sldMkLst>
      </pc:sldChg>
      <pc:sldChg chg="addSp delSp del">
        <pc:chgData name="Nicole Berdy" userId="09faaa2c-1220-45b8-8aa0-9db51fae9b04" providerId="ADAL" clId="{41CDC566-9CC4-4A24-B5D2-B25F69804198}" dt="2017-09-22T00:21:38.660" v="193" actId="2696"/>
        <pc:sldMkLst>
          <pc:docMk/>
          <pc:sldMk cId="2089720119" sldId="1534"/>
        </pc:sldMkLst>
        <pc:picChg chg="add del">
          <ac:chgData name="Nicole Berdy" userId="09faaa2c-1220-45b8-8aa0-9db51fae9b04" providerId="ADAL" clId="{41CDC566-9CC4-4A24-B5D2-B25F69804198}" dt="2017-09-19T21:58:30.240" v="65" actId="20577"/>
          <ac:picMkLst>
            <pc:docMk/>
            <pc:sldMk cId="2089720119" sldId="1534"/>
            <ac:picMk id="6" creationId="{CAC1C3CF-6301-463A-A495-E3159D96C856}"/>
          </ac:picMkLst>
        </pc:picChg>
      </pc:sldChg>
      <pc:sldChg chg="del">
        <pc:chgData name="Nicole Berdy" userId="09faaa2c-1220-45b8-8aa0-9db51fae9b04" providerId="ADAL" clId="{41CDC566-9CC4-4A24-B5D2-B25F69804198}" dt="2017-09-19T21:56:04.007" v="53" actId="2696"/>
        <pc:sldMkLst>
          <pc:docMk/>
          <pc:sldMk cId="3387827643" sldId="1537"/>
        </pc:sldMkLst>
      </pc:sldChg>
      <pc:sldChg chg="del">
        <pc:chgData name="Nicole Berdy" userId="09faaa2c-1220-45b8-8aa0-9db51fae9b04" providerId="ADAL" clId="{41CDC566-9CC4-4A24-B5D2-B25F69804198}" dt="2017-09-19T21:56:04.930" v="54" actId="2696"/>
        <pc:sldMkLst>
          <pc:docMk/>
          <pc:sldMk cId="2341120333" sldId="1538"/>
        </pc:sldMkLst>
      </pc:sldChg>
      <pc:sldChg chg="del">
        <pc:chgData name="Nicole Berdy" userId="09faaa2c-1220-45b8-8aa0-9db51fae9b04" providerId="ADAL" clId="{41CDC566-9CC4-4A24-B5D2-B25F69804198}" dt="2017-09-19T21:59:11.186" v="67" actId="2696"/>
        <pc:sldMkLst>
          <pc:docMk/>
          <pc:sldMk cId="4258783568" sldId="1539"/>
        </pc:sldMkLst>
      </pc:sldChg>
      <pc:sldChg chg="del">
        <pc:chgData name="Nicole Berdy" userId="09faaa2c-1220-45b8-8aa0-9db51fae9b04" providerId="ADAL" clId="{41CDC566-9CC4-4A24-B5D2-B25F69804198}" dt="2017-09-19T21:56:31.680" v="57" actId="2696"/>
        <pc:sldMkLst>
          <pc:docMk/>
          <pc:sldMk cId="323764925" sldId="1542"/>
        </pc:sldMkLst>
      </pc:sldChg>
      <pc:sldChg chg="del">
        <pc:chgData name="Nicole Berdy" userId="09faaa2c-1220-45b8-8aa0-9db51fae9b04" providerId="ADAL" clId="{41CDC566-9CC4-4A24-B5D2-B25F69804198}" dt="2017-09-19T21:56:32.268" v="58" actId="2696"/>
        <pc:sldMkLst>
          <pc:docMk/>
          <pc:sldMk cId="2128580388" sldId="1543"/>
        </pc:sldMkLst>
      </pc:sldChg>
      <pc:sldChg chg="del">
        <pc:chgData name="Nicole Berdy" userId="09faaa2c-1220-45b8-8aa0-9db51fae9b04" providerId="ADAL" clId="{41CDC566-9CC4-4A24-B5D2-B25F69804198}" dt="2017-09-19T21:56:35.279" v="59" actId="2696"/>
        <pc:sldMkLst>
          <pc:docMk/>
          <pc:sldMk cId="862097769" sldId="1544"/>
        </pc:sldMkLst>
      </pc:sldChg>
      <pc:sldChg chg="del">
        <pc:chgData name="Nicole Berdy" userId="09faaa2c-1220-45b8-8aa0-9db51fae9b04" providerId="ADAL" clId="{41CDC566-9CC4-4A24-B5D2-B25F69804198}" dt="2017-09-19T21:56:36.092" v="60" actId="2696"/>
        <pc:sldMkLst>
          <pc:docMk/>
          <pc:sldMk cId="2536792616" sldId="1545"/>
        </pc:sldMkLst>
      </pc:sldChg>
      <pc:sldChg chg="del">
        <pc:chgData name="Nicole Berdy" userId="09faaa2c-1220-45b8-8aa0-9db51fae9b04" providerId="ADAL" clId="{41CDC566-9CC4-4A24-B5D2-B25F69804198}" dt="2017-09-19T21:56:37.799" v="61" actId="2696"/>
        <pc:sldMkLst>
          <pc:docMk/>
          <pc:sldMk cId="2389561763" sldId="1546"/>
        </pc:sldMkLst>
      </pc:sldChg>
      <pc:sldChg chg="del">
        <pc:chgData name="Nicole Berdy" userId="09faaa2c-1220-45b8-8aa0-9db51fae9b04" providerId="ADAL" clId="{41CDC566-9CC4-4A24-B5D2-B25F69804198}" dt="2017-09-22T00:21:39.834" v="195" actId="2696"/>
        <pc:sldMkLst>
          <pc:docMk/>
          <pc:sldMk cId="3250383161" sldId="1547"/>
        </pc:sldMkLst>
      </pc:sldChg>
      <pc:sldChg chg="del">
        <pc:chgData name="Nicole Berdy" userId="09faaa2c-1220-45b8-8aa0-9db51fae9b04" providerId="ADAL" clId="{41CDC566-9CC4-4A24-B5D2-B25F69804198}" dt="2017-09-19T21:56:03.366" v="52" actId="2696"/>
        <pc:sldMkLst>
          <pc:docMk/>
          <pc:sldMk cId="687074080" sldId="1549"/>
        </pc:sldMkLst>
      </pc:sldChg>
      <pc:sldChg chg="del">
        <pc:chgData name="Nicole Berdy" userId="09faaa2c-1220-45b8-8aa0-9db51fae9b04" providerId="ADAL" clId="{41CDC566-9CC4-4A24-B5D2-B25F69804198}" dt="2017-09-19T21:48:21.796" v="0" actId="2696"/>
        <pc:sldMkLst>
          <pc:docMk/>
          <pc:sldMk cId="1927208949" sldId="1550"/>
        </pc:sldMkLst>
      </pc:sldChg>
      <pc:sldChg chg="del">
        <pc:chgData name="Nicole Berdy" userId="09faaa2c-1220-45b8-8aa0-9db51fae9b04" providerId="ADAL" clId="{41CDC566-9CC4-4A24-B5D2-B25F69804198}" dt="2017-09-19T21:48:21.963" v="1" actId="2696"/>
        <pc:sldMkLst>
          <pc:docMk/>
          <pc:sldMk cId="2024165256" sldId="1551"/>
        </pc:sldMkLst>
      </pc:sldChg>
      <pc:sldChg chg="del">
        <pc:chgData name="Nicole Berdy" userId="09faaa2c-1220-45b8-8aa0-9db51fae9b04" providerId="ADAL" clId="{41CDC566-9CC4-4A24-B5D2-B25F69804198}" dt="2017-09-19T21:48:23.980" v="2" actId="2696"/>
        <pc:sldMkLst>
          <pc:docMk/>
          <pc:sldMk cId="3910328109" sldId="1552"/>
        </pc:sldMkLst>
      </pc:sldChg>
      <pc:sldChg chg="del">
        <pc:chgData name="Nicole Berdy" userId="09faaa2c-1220-45b8-8aa0-9db51fae9b04" providerId="ADAL" clId="{41CDC566-9CC4-4A24-B5D2-B25F69804198}" dt="2017-09-19T21:52:28.746" v="16" actId="2696"/>
        <pc:sldMkLst>
          <pc:docMk/>
          <pc:sldMk cId="1844454647" sldId="1553"/>
        </pc:sldMkLst>
      </pc:sldChg>
      <pc:sldChg chg="del">
        <pc:chgData name="Nicole Berdy" userId="09faaa2c-1220-45b8-8aa0-9db51fae9b04" providerId="ADAL" clId="{41CDC566-9CC4-4A24-B5D2-B25F69804198}" dt="2017-09-19T21:55:59.394" v="49" actId="2696"/>
        <pc:sldMkLst>
          <pc:docMk/>
          <pc:sldMk cId="2788729375" sldId="1554"/>
        </pc:sldMkLst>
      </pc:sldChg>
      <pc:sldChg chg="del">
        <pc:chgData name="Nicole Berdy" userId="09faaa2c-1220-45b8-8aa0-9db51fae9b04" providerId="ADAL" clId="{41CDC566-9CC4-4A24-B5D2-B25F69804198}" dt="2017-09-19T21:55:59.563" v="50" actId="2696"/>
        <pc:sldMkLst>
          <pc:docMk/>
          <pc:sldMk cId="2889856841" sldId="1555"/>
        </pc:sldMkLst>
      </pc:sldChg>
      <pc:sldChg chg="del">
        <pc:chgData name="Nicole Berdy" userId="09faaa2c-1220-45b8-8aa0-9db51fae9b04" providerId="ADAL" clId="{41CDC566-9CC4-4A24-B5D2-B25F69804198}" dt="2017-09-19T21:56:01.867" v="51" actId="2696"/>
        <pc:sldMkLst>
          <pc:docMk/>
          <pc:sldMk cId="3323481979" sldId="1556"/>
        </pc:sldMkLst>
      </pc:sldChg>
      <pc:sldChg chg="del">
        <pc:chgData name="Nicole Berdy" userId="09faaa2c-1220-45b8-8aa0-9db51fae9b04" providerId="ADAL" clId="{41CDC566-9CC4-4A24-B5D2-B25F69804198}" dt="2017-09-19T21:56:13.768" v="55" actId="2696"/>
        <pc:sldMkLst>
          <pc:docMk/>
          <pc:sldMk cId="1943800872" sldId="1557"/>
        </pc:sldMkLst>
      </pc:sldChg>
      <pc:sldChg chg="del">
        <pc:chgData name="Nicole Berdy" userId="09faaa2c-1220-45b8-8aa0-9db51fae9b04" providerId="ADAL" clId="{41CDC566-9CC4-4A24-B5D2-B25F69804198}" dt="2017-09-19T21:48:24.848" v="3" actId="2696"/>
        <pc:sldMkLst>
          <pc:docMk/>
          <pc:sldMk cId="2042840238" sldId="1562"/>
        </pc:sldMkLst>
      </pc:sldChg>
      <pc:sldChg chg="del">
        <pc:chgData name="Nicole Berdy" userId="09faaa2c-1220-45b8-8aa0-9db51fae9b04" providerId="ADAL" clId="{41CDC566-9CC4-4A24-B5D2-B25F69804198}" dt="2017-09-22T00:21:39.200" v="194" actId="2696"/>
        <pc:sldMkLst>
          <pc:docMk/>
          <pc:sldMk cId="1087859616" sldId="1563"/>
        </pc:sldMkLst>
      </pc:sldChg>
      <pc:sldChg chg="modSp add">
        <pc:chgData name="Nicole Berdy" userId="09faaa2c-1220-45b8-8aa0-9db51fae9b04" providerId="ADAL" clId="{41CDC566-9CC4-4A24-B5D2-B25F69804198}" dt="2017-09-22T00:24:24.845" v="247" actId="18714"/>
        <pc:sldMkLst>
          <pc:docMk/>
          <pc:sldMk cId="3347953046" sldId="1564"/>
        </pc:sldMkLst>
        <pc:graphicFrameChg chg="mod">
          <ac:chgData name="Nicole Berdy" userId="09faaa2c-1220-45b8-8aa0-9db51fae9b04" providerId="ADAL" clId="{41CDC566-9CC4-4A24-B5D2-B25F69804198}" dt="2017-09-22T00:24:24.845" v="247" actId="18714"/>
          <ac:graphicFrameMkLst>
            <pc:docMk/>
            <pc:sldMk cId="3347953046" sldId="1564"/>
            <ac:graphicFrameMk id="7" creationId="{00000000-0000-0000-0000-000000000000}"/>
          </ac:graphicFrameMkLst>
        </pc:graphicFrameChg>
      </pc:sldChg>
      <pc:sldChg chg="modSp add">
        <pc:chgData name="Nicole Berdy" userId="09faaa2c-1220-45b8-8aa0-9db51fae9b04" providerId="ADAL" clId="{41CDC566-9CC4-4A24-B5D2-B25F69804198}" dt="2017-09-22T00:24:01.876" v="246" actId="12100"/>
        <pc:sldMkLst>
          <pc:docMk/>
          <pc:sldMk cId="1477875409" sldId="1565"/>
        </pc:sldMkLst>
        <pc:spChg chg="mod">
          <ac:chgData name="Nicole Berdy" userId="09faaa2c-1220-45b8-8aa0-9db51fae9b04" providerId="ADAL" clId="{41CDC566-9CC4-4A24-B5D2-B25F69804198}" dt="2017-09-19T21:51:11.054" v="10" actId="20577"/>
          <ac:spMkLst>
            <pc:docMk/>
            <pc:sldMk cId="1477875409" sldId="1565"/>
            <ac:spMk id="6" creationId="{00000000-0000-0000-0000-000000000000}"/>
          </ac:spMkLst>
        </pc:spChg>
        <pc:spChg chg="mod">
          <ac:chgData name="Nicole Berdy" userId="09faaa2c-1220-45b8-8aa0-9db51fae9b04" providerId="ADAL" clId="{41CDC566-9CC4-4A24-B5D2-B25F69804198}" dt="2017-09-19T21:51:11.054" v="10" actId="20577"/>
          <ac:spMkLst>
            <pc:docMk/>
            <pc:sldMk cId="1477875409" sldId="1565"/>
            <ac:spMk id="10" creationId="{8DEAA4B9-7CFD-42F2-9F7B-68D8CC7ACEA1}"/>
          </ac:spMkLst>
        </pc:spChg>
        <pc:spChg chg="mod">
          <ac:chgData name="Nicole Berdy" userId="09faaa2c-1220-45b8-8aa0-9db51fae9b04" providerId="ADAL" clId="{41CDC566-9CC4-4A24-B5D2-B25F69804198}" dt="2017-09-19T21:51:11.054" v="10" actId="20577"/>
          <ac:spMkLst>
            <pc:docMk/>
            <pc:sldMk cId="1477875409" sldId="1565"/>
            <ac:spMk id="41" creationId="{00000000-0000-0000-0000-000000000000}"/>
          </ac:spMkLst>
        </pc:spChg>
        <pc:graphicFrameChg chg="mod">
          <ac:chgData name="Nicole Berdy" userId="09faaa2c-1220-45b8-8aa0-9db51fae9b04" providerId="ADAL" clId="{41CDC566-9CC4-4A24-B5D2-B25F69804198}" dt="2017-09-22T00:24:01.876" v="246" actId="12100"/>
          <ac:graphicFrameMkLst>
            <pc:docMk/>
            <pc:sldMk cId="1477875409" sldId="1565"/>
            <ac:graphicFrameMk id="7" creationId="{00000000-0000-0000-0000-000000000000}"/>
          </ac:graphicFrameMkLst>
        </pc:graphicFrameChg>
      </pc:sldChg>
      <pc:sldChg chg="addSp delSp modSp add modTransition modNotesTx">
        <pc:chgData name="Nicole Berdy" userId="09faaa2c-1220-45b8-8aa0-9db51fae9b04" providerId="ADAL" clId="{41CDC566-9CC4-4A24-B5D2-B25F69804198}" dt="2017-09-25T15:13:04.253" v="2404" actId="208"/>
        <pc:sldMkLst>
          <pc:docMk/>
          <pc:sldMk cId="536730626" sldId="1566"/>
        </pc:sldMkLst>
        <pc:spChg chg="mod">
          <ac:chgData name="Nicole Berdy" userId="09faaa2c-1220-45b8-8aa0-9db51fae9b04" providerId="ADAL" clId="{41CDC566-9CC4-4A24-B5D2-B25F69804198}" dt="2017-09-19T21:52:01.277" v="11" actId="20577"/>
          <ac:spMkLst>
            <pc:docMk/>
            <pc:sldMk cId="536730626" sldId="1566"/>
            <ac:spMk id="3" creationId="{F873B16A-3C2D-4313-9049-B7E7DD6F882D}"/>
          </ac:spMkLst>
        </pc:spChg>
        <pc:spChg chg="del">
          <ac:chgData name="Nicole Berdy" userId="09faaa2c-1220-45b8-8aa0-9db51fae9b04" providerId="ADAL" clId="{41CDC566-9CC4-4A24-B5D2-B25F69804198}" dt="2017-09-22T18:57:01.151" v="427" actId="478"/>
          <ac:spMkLst>
            <pc:docMk/>
            <pc:sldMk cId="536730626" sldId="1566"/>
            <ac:spMk id="88" creationId="{242B80B4-E7A0-463E-906F-495EEAB67EBE}"/>
          </ac:spMkLst>
        </pc:spChg>
        <pc:spChg chg="mod">
          <ac:chgData name="Nicole Berdy" userId="09faaa2c-1220-45b8-8aa0-9db51fae9b04" providerId="ADAL" clId="{41CDC566-9CC4-4A24-B5D2-B25F69804198}" dt="2017-09-25T15:13:04.253" v="2404" actId="208"/>
          <ac:spMkLst>
            <pc:docMk/>
            <pc:sldMk cId="536730626" sldId="1566"/>
            <ac:spMk id="114" creationId="{23CCE9E2-39CC-4021-A1E4-8250F8CE53FF}"/>
          </ac:spMkLst>
        </pc:spChg>
        <pc:spChg chg="mod">
          <ac:chgData name="Nicole Berdy" userId="09faaa2c-1220-45b8-8aa0-9db51fae9b04" providerId="ADAL" clId="{41CDC566-9CC4-4A24-B5D2-B25F69804198}" dt="2017-09-25T15:13:00.938" v="2403" actId="208"/>
          <ac:spMkLst>
            <pc:docMk/>
            <pc:sldMk cId="536730626" sldId="1566"/>
            <ac:spMk id="115" creationId="{915BBF6D-075E-472E-8AEE-7EBA6CED0B42}"/>
          </ac:spMkLst>
        </pc:spChg>
        <pc:spChg chg="mod">
          <ac:chgData name="Nicole Berdy" userId="09faaa2c-1220-45b8-8aa0-9db51fae9b04" providerId="ADAL" clId="{41CDC566-9CC4-4A24-B5D2-B25F69804198}" dt="2017-09-25T15:12:51.797" v="2402" actId="13822"/>
          <ac:spMkLst>
            <pc:docMk/>
            <pc:sldMk cId="536730626" sldId="1566"/>
            <ac:spMk id="116" creationId="{E5427CDD-DB21-43C9-BDD1-B7B54062DC97}"/>
          </ac:spMkLst>
        </pc:spChg>
        <pc:spChg chg="mod">
          <ac:chgData name="Nicole Berdy" userId="09faaa2c-1220-45b8-8aa0-9db51fae9b04" providerId="ADAL" clId="{41CDC566-9CC4-4A24-B5D2-B25F69804198}" dt="2017-09-25T15:12:46.769" v="2401" actId="208"/>
          <ac:spMkLst>
            <pc:docMk/>
            <pc:sldMk cId="536730626" sldId="1566"/>
            <ac:spMk id="117" creationId="{D5322E7D-BDE1-46A6-A44C-F42D82702001}"/>
          </ac:spMkLst>
        </pc:spChg>
        <pc:spChg chg="add mod">
          <ac:chgData name="Nicole Berdy" userId="09faaa2c-1220-45b8-8aa0-9db51fae9b04" providerId="ADAL" clId="{41CDC566-9CC4-4A24-B5D2-B25F69804198}" dt="2017-09-22T18:58:04.599" v="436" actId="1076"/>
          <ac:spMkLst>
            <pc:docMk/>
            <pc:sldMk cId="536730626" sldId="1566"/>
            <ac:spMk id="118" creationId="{6AF00F76-868C-47E8-8B88-6A3E85E14A3E}"/>
          </ac:spMkLst>
        </pc:spChg>
        <pc:grpChg chg="del">
          <ac:chgData name="Nicole Berdy" userId="09faaa2c-1220-45b8-8aa0-9db51fae9b04" providerId="ADAL" clId="{41CDC566-9CC4-4A24-B5D2-B25F69804198}" dt="2017-09-22T18:56:16.807" v="424" actId="478"/>
          <ac:grpSpMkLst>
            <pc:docMk/>
            <pc:sldMk cId="536730626" sldId="1566"/>
            <ac:grpSpMk id="7" creationId="{69D06548-03B7-47A5-AE6B-2E5DEA2594E7}"/>
          </ac:grpSpMkLst>
        </pc:grpChg>
      </pc:sldChg>
      <pc:sldChg chg="add modTransition">
        <pc:chgData name="Nicole Berdy" userId="09faaa2c-1220-45b8-8aa0-9db51fae9b04" providerId="ADAL" clId="{41CDC566-9CC4-4A24-B5D2-B25F69804198}" dt="2017-09-19T21:48:41.398" v="4" actId="20577"/>
        <pc:sldMkLst>
          <pc:docMk/>
          <pc:sldMk cId="2596199651" sldId="1567"/>
        </pc:sldMkLst>
      </pc:sldChg>
      <pc:sldChg chg="modSp add del modTransition">
        <pc:chgData name="Nicole Berdy" userId="09faaa2c-1220-45b8-8aa0-9db51fae9b04" providerId="ADAL" clId="{41CDC566-9CC4-4A24-B5D2-B25F69804198}" dt="2017-09-25T15:20:20.230" v="2458" actId="2696"/>
        <pc:sldMkLst>
          <pc:docMk/>
          <pc:sldMk cId="142977344" sldId="1568"/>
        </pc:sldMkLst>
        <pc:spChg chg="mod">
          <ac:chgData name="Nicole Berdy" userId="09faaa2c-1220-45b8-8aa0-9db51fae9b04" providerId="ADAL" clId="{41CDC566-9CC4-4A24-B5D2-B25F69804198}" dt="2017-09-22T16:30:57.877" v="313" actId="478"/>
          <ac:spMkLst>
            <pc:docMk/>
            <pc:sldMk cId="142977344" sldId="1568"/>
            <ac:spMk id="3" creationId="{3CD8F965-EE9D-4A0F-B820-C42F820B5FE9}"/>
          </ac:spMkLst>
        </pc:spChg>
      </pc:sldChg>
      <pc:sldChg chg="modSp add del modTransition">
        <pc:chgData name="Nicole Berdy" userId="09faaa2c-1220-45b8-8aa0-9db51fae9b04" providerId="ADAL" clId="{41CDC566-9CC4-4A24-B5D2-B25F69804198}" dt="2017-09-25T15:25:13.838" v="2530" actId="2696"/>
        <pc:sldMkLst>
          <pc:docMk/>
          <pc:sldMk cId="477958711" sldId="1569"/>
        </pc:sldMkLst>
        <pc:spChg chg="mod">
          <ac:chgData name="Nicole Berdy" userId="09faaa2c-1220-45b8-8aa0-9db51fae9b04" providerId="ADAL" clId="{41CDC566-9CC4-4A24-B5D2-B25F69804198}" dt="2017-09-22T00:26:17.275" v="274" actId="2710"/>
          <ac:spMkLst>
            <pc:docMk/>
            <pc:sldMk cId="477958711" sldId="1569"/>
            <ac:spMk id="3" creationId="{D87D266F-07F2-41FD-A82A-34EA55A4CB14}"/>
          </ac:spMkLst>
        </pc:spChg>
        <pc:spChg chg="mod">
          <ac:chgData name="Nicole Berdy" userId="09faaa2c-1220-45b8-8aa0-9db51fae9b04" providerId="ADAL" clId="{41CDC566-9CC4-4A24-B5D2-B25F69804198}" dt="2017-09-19T21:55:36.413" v="48" actId="1036"/>
          <ac:spMkLst>
            <pc:docMk/>
            <pc:sldMk cId="477958711" sldId="1569"/>
            <ac:spMk id="5" creationId="{9031DF48-8FAB-4F0D-973C-64B498E53B6E}"/>
          </ac:spMkLst>
        </pc:spChg>
        <pc:spChg chg="mod">
          <ac:chgData name="Nicole Berdy" userId="09faaa2c-1220-45b8-8aa0-9db51fae9b04" providerId="ADAL" clId="{41CDC566-9CC4-4A24-B5D2-B25F69804198}" dt="2017-09-19T21:55:36.413" v="48" actId="1036"/>
          <ac:spMkLst>
            <pc:docMk/>
            <pc:sldMk cId="477958711" sldId="1569"/>
            <ac:spMk id="6" creationId="{211A1FA9-8EE9-4D4B-8B10-9DF8101D3FD2}"/>
          </ac:spMkLst>
        </pc:spChg>
        <pc:spChg chg="mod">
          <ac:chgData name="Nicole Berdy" userId="09faaa2c-1220-45b8-8aa0-9db51fae9b04" providerId="ADAL" clId="{41CDC566-9CC4-4A24-B5D2-B25F69804198}" dt="2017-09-19T21:55:36.413" v="48" actId="1036"/>
          <ac:spMkLst>
            <pc:docMk/>
            <pc:sldMk cId="477958711" sldId="1569"/>
            <ac:spMk id="7" creationId="{66DDB5E0-2FDF-4E2C-9EBB-8D0D24D63778}"/>
          </ac:spMkLst>
        </pc:spChg>
        <pc:spChg chg="mod">
          <ac:chgData name="Nicole Berdy" userId="09faaa2c-1220-45b8-8aa0-9db51fae9b04" providerId="ADAL" clId="{41CDC566-9CC4-4A24-B5D2-B25F69804198}" dt="2017-09-19T21:55:36.413" v="48" actId="1036"/>
          <ac:spMkLst>
            <pc:docMk/>
            <pc:sldMk cId="477958711" sldId="1569"/>
            <ac:spMk id="8" creationId="{6AF006A1-9E08-4C9D-8F35-137B958FF144}"/>
          </ac:spMkLst>
        </pc:spChg>
        <pc:spChg chg="mod">
          <ac:chgData name="Nicole Berdy" userId="09faaa2c-1220-45b8-8aa0-9db51fae9b04" providerId="ADAL" clId="{41CDC566-9CC4-4A24-B5D2-B25F69804198}" dt="2017-09-19T21:55:36.413" v="48" actId="1036"/>
          <ac:spMkLst>
            <pc:docMk/>
            <pc:sldMk cId="477958711" sldId="1569"/>
            <ac:spMk id="9" creationId="{DD70C7FD-3673-4207-BDEC-AE755990E4BE}"/>
          </ac:spMkLst>
        </pc:spChg>
        <pc:spChg chg="mod">
          <ac:chgData name="Nicole Berdy" userId="09faaa2c-1220-45b8-8aa0-9db51fae9b04" providerId="ADAL" clId="{41CDC566-9CC4-4A24-B5D2-B25F69804198}" dt="2017-09-19T21:55:36.413" v="48" actId="1036"/>
          <ac:spMkLst>
            <pc:docMk/>
            <pc:sldMk cId="477958711" sldId="1569"/>
            <ac:spMk id="10" creationId="{1BC6CBCF-6065-4F2D-9307-B18275480319}"/>
          </ac:spMkLst>
        </pc:spChg>
        <pc:spChg chg="mod">
          <ac:chgData name="Nicole Berdy" userId="09faaa2c-1220-45b8-8aa0-9db51fae9b04" providerId="ADAL" clId="{41CDC566-9CC4-4A24-B5D2-B25F69804198}" dt="2017-09-19T21:55:36.413" v="48" actId="1036"/>
          <ac:spMkLst>
            <pc:docMk/>
            <pc:sldMk cId="477958711" sldId="1569"/>
            <ac:spMk id="11" creationId="{602A8482-D5F0-41B6-BF32-B13EE2203427}"/>
          </ac:spMkLst>
        </pc:spChg>
        <pc:spChg chg="mod">
          <ac:chgData name="Nicole Berdy" userId="09faaa2c-1220-45b8-8aa0-9db51fae9b04" providerId="ADAL" clId="{41CDC566-9CC4-4A24-B5D2-B25F69804198}" dt="2017-09-19T21:55:36.413" v="48" actId="1036"/>
          <ac:spMkLst>
            <pc:docMk/>
            <pc:sldMk cId="477958711" sldId="1569"/>
            <ac:spMk id="12" creationId="{ABBFA3B7-7C3C-4BCA-B2EA-9900ADA9D886}"/>
          </ac:spMkLst>
        </pc:spChg>
        <pc:spChg chg="mod">
          <ac:chgData name="Nicole Berdy" userId="09faaa2c-1220-45b8-8aa0-9db51fae9b04" providerId="ADAL" clId="{41CDC566-9CC4-4A24-B5D2-B25F69804198}" dt="2017-09-19T21:55:36.413" v="48" actId="1036"/>
          <ac:spMkLst>
            <pc:docMk/>
            <pc:sldMk cId="477958711" sldId="1569"/>
            <ac:spMk id="13" creationId="{C02CDA99-59F6-473A-B502-78178FC85398}"/>
          </ac:spMkLst>
        </pc:spChg>
      </pc:sldChg>
      <pc:sldChg chg="modSp add del modTransition">
        <pc:chgData name="Nicole Berdy" userId="09faaa2c-1220-45b8-8aa0-9db51fae9b04" providerId="ADAL" clId="{41CDC566-9CC4-4A24-B5D2-B25F69804198}" dt="2017-09-21T22:59:24.715" v="154" actId="2696"/>
        <pc:sldMkLst>
          <pc:docMk/>
          <pc:sldMk cId="3405821852" sldId="1570"/>
        </pc:sldMkLst>
        <pc:spChg chg="mod">
          <ac:chgData name="Nicole Berdy" userId="09faaa2c-1220-45b8-8aa0-9db51fae9b04" providerId="ADAL" clId="{41CDC566-9CC4-4A24-B5D2-B25F69804198}" dt="2017-09-19T21:55:19.715" v="38" actId="27636"/>
          <ac:spMkLst>
            <pc:docMk/>
            <pc:sldMk cId="3405821852" sldId="1570"/>
            <ac:spMk id="3" creationId="{7FBD11DC-540D-4BC8-8D58-556586554B42}"/>
          </ac:spMkLst>
        </pc:spChg>
      </pc:sldChg>
      <pc:sldChg chg="add del modTransition">
        <pc:chgData name="Nicole Berdy" userId="09faaa2c-1220-45b8-8aa0-9db51fae9b04" providerId="ADAL" clId="{41CDC566-9CC4-4A24-B5D2-B25F69804198}" dt="2017-09-25T14:50:06.134" v="1828" actId="2696"/>
        <pc:sldMkLst>
          <pc:docMk/>
          <pc:sldMk cId="2763134177" sldId="1571"/>
        </pc:sldMkLst>
      </pc:sldChg>
      <pc:sldChg chg="add del modTransition">
        <pc:chgData name="Nicole Berdy" userId="09faaa2c-1220-45b8-8aa0-9db51fae9b04" providerId="ADAL" clId="{41CDC566-9CC4-4A24-B5D2-B25F69804198}" dt="2017-09-25T14:43:54.980" v="1672" actId="2696"/>
        <pc:sldMkLst>
          <pc:docMk/>
          <pc:sldMk cId="3569187223" sldId="1572"/>
        </pc:sldMkLst>
      </pc:sldChg>
      <pc:sldChg chg="modSp add del ord modTransition">
        <pc:chgData name="Nicole Berdy" userId="09faaa2c-1220-45b8-8aa0-9db51fae9b04" providerId="ADAL" clId="{41CDC566-9CC4-4A24-B5D2-B25F69804198}" dt="2017-09-25T14:38:53.822" v="1510" actId="2696"/>
        <pc:sldMkLst>
          <pc:docMk/>
          <pc:sldMk cId="2317313155" sldId="1573"/>
        </pc:sldMkLst>
        <pc:graphicFrameChg chg="mod">
          <ac:chgData name="Nicole Berdy" userId="09faaa2c-1220-45b8-8aa0-9db51fae9b04" providerId="ADAL" clId="{41CDC566-9CC4-4A24-B5D2-B25F69804198}" dt="2017-09-22T17:07:05.015" v="324" actId="403"/>
          <ac:graphicFrameMkLst>
            <pc:docMk/>
            <pc:sldMk cId="2317313155" sldId="1573"/>
            <ac:graphicFrameMk id="5" creationId="{27F6263E-8C8C-485B-89BC-25FF5DEC90E6}"/>
          </ac:graphicFrameMkLst>
        </pc:graphicFrameChg>
      </pc:sldChg>
      <pc:sldChg chg="add del modTransition">
        <pc:chgData name="Nicole Berdy" userId="09faaa2c-1220-45b8-8aa0-9db51fae9b04" providerId="ADAL" clId="{41CDC566-9CC4-4A24-B5D2-B25F69804198}" dt="2017-09-19T21:55:14.305" v="37" actId="2696"/>
        <pc:sldMkLst>
          <pc:docMk/>
          <pc:sldMk cId="3183344117" sldId="1574"/>
        </pc:sldMkLst>
      </pc:sldChg>
      <pc:sldChg chg="delSp add modTransition">
        <pc:chgData name="Nicole Berdy" userId="09faaa2c-1220-45b8-8aa0-9db51fae9b04" providerId="ADAL" clId="{41CDC566-9CC4-4A24-B5D2-B25F69804198}" dt="2017-09-19T21:55:06.947" v="36" actId="20577"/>
        <pc:sldMkLst>
          <pc:docMk/>
          <pc:sldMk cId="261335591" sldId="1575"/>
        </pc:sldMkLst>
        <pc:spChg chg="del">
          <ac:chgData name="Nicole Berdy" userId="09faaa2c-1220-45b8-8aa0-9db51fae9b04" providerId="ADAL" clId="{41CDC566-9CC4-4A24-B5D2-B25F69804198}" dt="2017-09-19T21:55:06.947" v="36" actId="20577"/>
          <ac:spMkLst>
            <pc:docMk/>
            <pc:sldMk cId="261335591" sldId="1575"/>
            <ac:spMk id="3" creationId="{00000000-0000-0000-0000-000000000000}"/>
          </ac:spMkLst>
        </pc:spChg>
      </pc:sldChg>
      <pc:sldChg chg="modSp add del modTransition">
        <pc:chgData name="Nicole Berdy" userId="09faaa2c-1220-45b8-8aa0-9db51fae9b04" providerId="ADAL" clId="{41CDC566-9CC4-4A24-B5D2-B25F69804198}" dt="2017-09-25T15:04:23.860" v="2249" actId="2696"/>
        <pc:sldMkLst>
          <pc:docMk/>
          <pc:sldMk cId="2839410458" sldId="1576"/>
        </pc:sldMkLst>
        <pc:spChg chg="mod">
          <ac:chgData name="Nicole Berdy" userId="09faaa2c-1220-45b8-8aa0-9db51fae9b04" providerId="ADAL" clId="{41CDC566-9CC4-4A24-B5D2-B25F69804198}" dt="2017-09-19T21:54:50.857" v="31" actId="20578"/>
          <ac:spMkLst>
            <pc:docMk/>
            <pc:sldMk cId="2839410458" sldId="1576"/>
            <ac:spMk id="5" creationId="{00000000-0000-0000-0000-000000000000}"/>
          </ac:spMkLst>
        </pc:spChg>
      </pc:sldChg>
      <pc:sldChg chg="add del modTransition">
        <pc:chgData name="Nicole Berdy" userId="09faaa2c-1220-45b8-8aa0-9db51fae9b04" providerId="ADAL" clId="{41CDC566-9CC4-4A24-B5D2-B25F69804198}" dt="2017-09-25T15:09:04.318" v="2345" actId="2696"/>
        <pc:sldMkLst>
          <pc:docMk/>
          <pc:sldMk cId="375400606" sldId="1577"/>
        </pc:sldMkLst>
      </pc:sldChg>
      <pc:sldChg chg="add del modTransition">
        <pc:chgData name="Nicole Berdy" userId="09faaa2c-1220-45b8-8aa0-9db51fae9b04" providerId="ADAL" clId="{41CDC566-9CC4-4A24-B5D2-B25F69804198}" dt="2017-09-25T15:11:55.672" v="2398" actId="2696"/>
        <pc:sldMkLst>
          <pc:docMk/>
          <pc:sldMk cId="2067893663" sldId="1578"/>
        </pc:sldMkLst>
      </pc:sldChg>
      <pc:sldChg chg="modSp add del ord modTransition">
        <pc:chgData name="Nicole Berdy" userId="09faaa2c-1220-45b8-8aa0-9db51fae9b04" providerId="ADAL" clId="{41CDC566-9CC4-4A24-B5D2-B25F69804198}" dt="2017-09-25T15:04:25.679" v="2250" actId="2696"/>
        <pc:sldMkLst>
          <pc:docMk/>
          <pc:sldMk cId="3393127764" sldId="1579"/>
        </pc:sldMkLst>
        <pc:spChg chg="mod">
          <ac:chgData name="Nicole Berdy" userId="09faaa2c-1220-45b8-8aa0-9db51fae9b04" providerId="ADAL" clId="{41CDC566-9CC4-4A24-B5D2-B25F69804198}" dt="2017-09-19T21:55:02.641" v="35" actId="20577"/>
          <ac:spMkLst>
            <pc:docMk/>
            <pc:sldMk cId="3393127764" sldId="1579"/>
            <ac:spMk id="2" creationId="{210A0490-3107-46F0-91CE-DB0D312DB27F}"/>
          </ac:spMkLst>
        </pc:spChg>
        <pc:spChg chg="mod">
          <ac:chgData name="Nicole Berdy" userId="09faaa2c-1220-45b8-8aa0-9db51fae9b04" providerId="ADAL" clId="{41CDC566-9CC4-4A24-B5D2-B25F69804198}" dt="2017-09-22T17:48:04.417" v="351" actId="20577"/>
          <ac:spMkLst>
            <pc:docMk/>
            <pc:sldMk cId="3393127764" sldId="1579"/>
            <ac:spMk id="3" creationId="{12255202-38DE-4FED-A922-44BC579C90D8}"/>
          </ac:spMkLst>
        </pc:spChg>
      </pc:sldChg>
      <pc:sldChg chg="add modTransition">
        <pc:chgData name="Nicole Berdy" userId="09faaa2c-1220-45b8-8aa0-9db51fae9b04" providerId="ADAL" clId="{41CDC566-9CC4-4A24-B5D2-B25F69804198}" dt="2017-09-19T21:48:41.398" v="4" actId="20577"/>
        <pc:sldMkLst>
          <pc:docMk/>
          <pc:sldMk cId="3884971923" sldId="1580"/>
        </pc:sldMkLst>
      </pc:sldChg>
      <pc:sldChg chg="modSp add modTransition modAnim">
        <pc:chgData name="Nicole Berdy" userId="09faaa2c-1220-45b8-8aa0-9db51fae9b04" providerId="ADAL" clId="{41CDC566-9CC4-4A24-B5D2-B25F69804198}" dt="2017-09-22T21:31:07.136" v="481" actId="1036"/>
        <pc:sldMkLst>
          <pc:docMk/>
          <pc:sldMk cId="2227668604" sldId="1581"/>
        </pc:sldMkLst>
        <pc:spChg chg="mod">
          <ac:chgData name="Nicole Berdy" userId="09faaa2c-1220-45b8-8aa0-9db51fae9b04" providerId="ADAL" clId="{41CDC566-9CC4-4A24-B5D2-B25F69804198}" dt="2017-09-22T18:47:01.147" v="360" actId="13822"/>
          <ac:spMkLst>
            <pc:docMk/>
            <pc:sldMk cId="2227668604" sldId="1581"/>
            <ac:spMk id="6" creationId="{95C10FCC-AFE6-40FD-ACE9-D58DF8AECBCD}"/>
          </ac:spMkLst>
        </pc:spChg>
        <pc:spChg chg="mod">
          <ac:chgData name="Nicole Berdy" userId="09faaa2c-1220-45b8-8aa0-9db51fae9b04" providerId="ADAL" clId="{41CDC566-9CC4-4A24-B5D2-B25F69804198}" dt="2017-09-22T18:47:12.472" v="362" actId="13822"/>
          <ac:spMkLst>
            <pc:docMk/>
            <pc:sldMk cId="2227668604" sldId="1581"/>
            <ac:spMk id="25" creationId="{F8562333-19CE-4BF7-896C-87CEEA54E190}"/>
          </ac:spMkLst>
        </pc:spChg>
        <pc:spChg chg="mod">
          <ac:chgData name="Nicole Berdy" userId="09faaa2c-1220-45b8-8aa0-9db51fae9b04" providerId="ADAL" clId="{41CDC566-9CC4-4A24-B5D2-B25F69804198}" dt="2017-09-22T18:47:12.472" v="362" actId="13822"/>
          <ac:spMkLst>
            <pc:docMk/>
            <pc:sldMk cId="2227668604" sldId="1581"/>
            <ac:spMk id="26" creationId="{7996EABC-3C9D-49DB-8477-763D4830F3ED}"/>
          </ac:spMkLst>
        </pc:spChg>
        <pc:spChg chg="mod">
          <ac:chgData name="Nicole Berdy" userId="09faaa2c-1220-45b8-8aa0-9db51fae9b04" providerId="ADAL" clId="{41CDC566-9CC4-4A24-B5D2-B25F69804198}" dt="2017-09-22T18:47:33.847" v="363" actId="13822"/>
          <ac:spMkLst>
            <pc:docMk/>
            <pc:sldMk cId="2227668604" sldId="1581"/>
            <ac:spMk id="72" creationId="{10344EAF-05F0-4750-85A2-145921D5FDE9}"/>
          </ac:spMkLst>
        </pc:spChg>
        <pc:spChg chg="mod">
          <ac:chgData name="Nicole Berdy" userId="09faaa2c-1220-45b8-8aa0-9db51fae9b04" providerId="ADAL" clId="{41CDC566-9CC4-4A24-B5D2-B25F69804198}" dt="2017-09-22T18:47:33.847" v="363" actId="13822"/>
          <ac:spMkLst>
            <pc:docMk/>
            <pc:sldMk cId="2227668604" sldId="1581"/>
            <ac:spMk id="73" creationId="{8E5AB058-BEC1-4968-87E6-3E6C2CD0892A}"/>
          </ac:spMkLst>
        </pc:spChg>
        <pc:spChg chg="mod">
          <ac:chgData name="Nicole Berdy" userId="09faaa2c-1220-45b8-8aa0-9db51fae9b04" providerId="ADAL" clId="{41CDC566-9CC4-4A24-B5D2-B25F69804198}" dt="2017-09-22T18:47:06.942" v="361" actId="13822"/>
          <ac:spMkLst>
            <pc:docMk/>
            <pc:sldMk cId="2227668604" sldId="1581"/>
            <ac:spMk id="74" creationId="{8B35449B-3B60-4D1D-AFE8-1C11332990BB}"/>
          </ac:spMkLst>
        </pc:spChg>
        <pc:spChg chg="mod">
          <ac:chgData name="Nicole Berdy" userId="09faaa2c-1220-45b8-8aa0-9db51fae9b04" providerId="ADAL" clId="{41CDC566-9CC4-4A24-B5D2-B25F69804198}" dt="2017-09-22T18:47:06.942" v="361" actId="13822"/>
          <ac:spMkLst>
            <pc:docMk/>
            <pc:sldMk cId="2227668604" sldId="1581"/>
            <ac:spMk id="75" creationId="{8D02624A-5B6C-4752-806F-1D9A59C901C1}"/>
          </ac:spMkLst>
        </pc:spChg>
        <pc:spChg chg="mod">
          <ac:chgData name="Nicole Berdy" userId="09faaa2c-1220-45b8-8aa0-9db51fae9b04" providerId="ADAL" clId="{41CDC566-9CC4-4A24-B5D2-B25F69804198}" dt="2017-09-22T18:47:06.942" v="361" actId="13822"/>
          <ac:spMkLst>
            <pc:docMk/>
            <pc:sldMk cId="2227668604" sldId="1581"/>
            <ac:spMk id="76" creationId="{CD0DF124-E93C-4DF8-A3CA-6CC94790FC9B}"/>
          </ac:spMkLst>
        </pc:spChg>
        <pc:spChg chg="mod">
          <ac:chgData name="Nicole Berdy" userId="09faaa2c-1220-45b8-8aa0-9db51fae9b04" providerId="ADAL" clId="{41CDC566-9CC4-4A24-B5D2-B25F69804198}" dt="2017-09-22T18:47:33.847" v="363" actId="13822"/>
          <ac:spMkLst>
            <pc:docMk/>
            <pc:sldMk cId="2227668604" sldId="1581"/>
            <ac:spMk id="77" creationId="{59F900C3-1802-4F3A-8CF0-ED479855B2D8}"/>
          </ac:spMkLst>
        </pc:spChg>
        <pc:spChg chg="mod">
          <ac:chgData name="Nicole Berdy" userId="09faaa2c-1220-45b8-8aa0-9db51fae9b04" providerId="ADAL" clId="{41CDC566-9CC4-4A24-B5D2-B25F69804198}" dt="2017-09-22T18:47:12.472" v="362" actId="13822"/>
          <ac:spMkLst>
            <pc:docMk/>
            <pc:sldMk cId="2227668604" sldId="1581"/>
            <ac:spMk id="78" creationId="{41726772-ECBD-494A-8F02-8340A1EB50E3}"/>
          </ac:spMkLst>
        </pc:spChg>
        <pc:spChg chg="mod">
          <ac:chgData name="Nicole Berdy" userId="09faaa2c-1220-45b8-8aa0-9db51fae9b04" providerId="ADAL" clId="{41CDC566-9CC4-4A24-B5D2-B25F69804198}" dt="2017-09-22T18:47:12.472" v="362" actId="13822"/>
          <ac:spMkLst>
            <pc:docMk/>
            <pc:sldMk cId="2227668604" sldId="1581"/>
            <ac:spMk id="79" creationId="{41D5C8D9-0BBC-45A3-AF29-18E21B19FD52}"/>
          </ac:spMkLst>
        </pc:spChg>
        <pc:spChg chg="mod">
          <ac:chgData name="Nicole Berdy" userId="09faaa2c-1220-45b8-8aa0-9db51fae9b04" providerId="ADAL" clId="{41CDC566-9CC4-4A24-B5D2-B25F69804198}" dt="2017-09-22T18:47:12.472" v="362" actId="13822"/>
          <ac:spMkLst>
            <pc:docMk/>
            <pc:sldMk cId="2227668604" sldId="1581"/>
            <ac:spMk id="80" creationId="{D84A4F77-E75E-4978-92E3-B2843077B17A}"/>
          </ac:spMkLst>
        </pc:spChg>
        <pc:spChg chg="mod">
          <ac:chgData name="Nicole Berdy" userId="09faaa2c-1220-45b8-8aa0-9db51fae9b04" providerId="ADAL" clId="{41CDC566-9CC4-4A24-B5D2-B25F69804198}" dt="2017-09-22T18:47:12.472" v="362" actId="13822"/>
          <ac:spMkLst>
            <pc:docMk/>
            <pc:sldMk cId="2227668604" sldId="1581"/>
            <ac:spMk id="81" creationId="{F00D6A06-3366-4793-991A-F20836A6015C}"/>
          </ac:spMkLst>
        </pc:spChg>
      </pc:sldChg>
      <pc:sldChg chg="addSp delSp modSp add modTransition">
        <pc:chgData name="Nicole Berdy" userId="09faaa2c-1220-45b8-8aa0-9db51fae9b04" providerId="ADAL" clId="{41CDC566-9CC4-4A24-B5D2-B25F69804198}" dt="2017-09-22T21:38:36.476" v="596" actId="404"/>
        <pc:sldMkLst>
          <pc:docMk/>
          <pc:sldMk cId="323105584" sldId="1582"/>
        </pc:sldMkLst>
        <pc:spChg chg="mod topLvl">
          <ac:chgData name="Nicole Berdy" userId="09faaa2c-1220-45b8-8aa0-9db51fae9b04" providerId="ADAL" clId="{41CDC566-9CC4-4A24-B5D2-B25F69804198}" dt="2017-09-22T18:55:50.264" v="419" actId="165"/>
          <ac:spMkLst>
            <pc:docMk/>
            <pc:sldMk cId="323105584" sldId="1582"/>
            <ac:spMk id="8" creationId="{EF3202B0-F758-45F8-AA45-33130D5285B6}"/>
          </ac:spMkLst>
        </pc:spChg>
        <pc:spChg chg="mod topLvl">
          <ac:chgData name="Nicole Berdy" userId="09faaa2c-1220-45b8-8aa0-9db51fae9b04" providerId="ADAL" clId="{41CDC566-9CC4-4A24-B5D2-B25F69804198}" dt="2017-09-22T18:55:55.270" v="420" actId="164"/>
          <ac:spMkLst>
            <pc:docMk/>
            <pc:sldMk cId="323105584" sldId="1582"/>
            <ac:spMk id="9" creationId="{C7938561-83DE-455B-82C6-1DA7B0D87995}"/>
          </ac:spMkLst>
        </pc:spChg>
        <pc:spChg chg="mod topLvl">
          <ac:chgData name="Nicole Berdy" userId="09faaa2c-1220-45b8-8aa0-9db51fae9b04" providerId="ADAL" clId="{41CDC566-9CC4-4A24-B5D2-B25F69804198}" dt="2017-09-22T18:55:55.270" v="420" actId="164"/>
          <ac:spMkLst>
            <pc:docMk/>
            <pc:sldMk cId="323105584" sldId="1582"/>
            <ac:spMk id="10" creationId="{86826E2B-603D-4AB1-85DD-9444458AF8E7}"/>
          </ac:spMkLst>
        </pc:spChg>
        <pc:spChg chg="mod topLvl">
          <ac:chgData name="Nicole Berdy" userId="09faaa2c-1220-45b8-8aa0-9db51fae9b04" providerId="ADAL" clId="{41CDC566-9CC4-4A24-B5D2-B25F69804198}" dt="2017-09-22T18:55:55.270" v="420" actId="164"/>
          <ac:spMkLst>
            <pc:docMk/>
            <pc:sldMk cId="323105584" sldId="1582"/>
            <ac:spMk id="11" creationId="{EC134637-2A59-47D9-AF6F-C27C4CB3D08C}"/>
          </ac:spMkLst>
        </pc:spChg>
        <pc:spChg chg="mod">
          <ac:chgData name="Nicole Berdy" userId="09faaa2c-1220-45b8-8aa0-9db51fae9b04" providerId="ADAL" clId="{41CDC566-9CC4-4A24-B5D2-B25F69804198}" dt="2017-09-22T18:47:49.442" v="364" actId="13822"/>
          <ac:spMkLst>
            <pc:docMk/>
            <pc:sldMk cId="323105584" sldId="1582"/>
            <ac:spMk id="13" creationId="{BE05CB6F-9422-4C91-AC2E-59C3A1ADE57C}"/>
          </ac:spMkLst>
        </pc:spChg>
        <pc:spChg chg="mod">
          <ac:chgData name="Nicole Berdy" userId="09faaa2c-1220-45b8-8aa0-9db51fae9b04" providerId="ADAL" clId="{41CDC566-9CC4-4A24-B5D2-B25F69804198}" dt="2017-09-22T21:38:36.476" v="596" actId="404"/>
          <ac:spMkLst>
            <pc:docMk/>
            <pc:sldMk cId="323105584" sldId="1582"/>
            <ac:spMk id="20" creationId="{4B793139-6726-4885-8768-FBA479118CD4}"/>
          </ac:spMkLst>
        </pc:spChg>
        <pc:spChg chg="mod">
          <ac:chgData name="Nicole Berdy" userId="09faaa2c-1220-45b8-8aa0-9db51fae9b04" providerId="ADAL" clId="{41CDC566-9CC4-4A24-B5D2-B25F69804198}" dt="2017-09-22T21:38:36.476" v="596" actId="404"/>
          <ac:spMkLst>
            <pc:docMk/>
            <pc:sldMk cId="323105584" sldId="1582"/>
            <ac:spMk id="21" creationId="{E5E682A5-219A-41FE-924A-BD1F6846883C}"/>
          </ac:spMkLst>
        </pc:spChg>
        <pc:spChg chg="mod">
          <ac:chgData name="Nicole Berdy" userId="09faaa2c-1220-45b8-8aa0-9db51fae9b04" providerId="ADAL" clId="{41CDC566-9CC4-4A24-B5D2-B25F69804198}" dt="2017-09-22T18:47:49.442" v="364" actId="13822"/>
          <ac:spMkLst>
            <pc:docMk/>
            <pc:sldMk cId="323105584" sldId="1582"/>
            <ac:spMk id="24" creationId="{AF29EB6C-859E-40E2-81B6-95B3EC2027D1}"/>
          </ac:spMkLst>
        </pc:spChg>
        <pc:spChg chg="mod topLvl">
          <ac:chgData name="Nicole Berdy" userId="09faaa2c-1220-45b8-8aa0-9db51fae9b04" providerId="ADAL" clId="{41CDC566-9CC4-4A24-B5D2-B25F69804198}" dt="2017-09-22T18:55:59.231" v="421" actId="165"/>
          <ac:spMkLst>
            <pc:docMk/>
            <pc:sldMk cId="323105584" sldId="1582"/>
            <ac:spMk id="31" creationId="{A45983D2-E8B6-40AD-BE5B-610B3AC1848D}"/>
          </ac:spMkLst>
        </pc:spChg>
        <pc:spChg chg="del mod topLvl">
          <ac:chgData name="Nicole Berdy" userId="09faaa2c-1220-45b8-8aa0-9db51fae9b04" providerId="ADAL" clId="{41CDC566-9CC4-4A24-B5D2-B25F69804198}" dt="2017-09-22T18:56:01.802" v="422" actId="478"/>
          <ac:spMkLst>
            <pc:docMk/>
            <pc:sldMk cId="323105584" sldId="1582"/>
            <ac:spMk id="32" creationId="{7E3C5438-14F0-4496-ACAE-6F1601D5C35F}"/>
          </ac:spMkLst>
        </pc:spChg>
        <pc:spChg chg="del mod topLvl">
          <ac:chgData name="Nicole Berdy" userId="09faaa2c-1220-45b8-8aa0-9db51fae9b04" providerId="ADAL" clId="{41CDC566-9CC4-4A24-B5D2-B25F69804198}" dt="2017-09-22T18:56:01.802" v="422" actId="478"/>
          <ac:spMkLst>
            <pc:docMk/>
            <pc:sldMk cId="323105584" sldId="1582"/>
            <ac:spMk id="33" creationId="{6100E8A8-F2CD-4B83-AA03-3EA11787A579}"/>
          </ac:spMkLst>
        </pc:spChg>
        <pc:spChg chg="del mod topLvl">
          <ac:chgData name="Nicole Berdy" userId="09faaa2c-1220-45b8-8aa0-9db51fae9b04" providerId="ADAL" clId="{41CDC566-9CC4-4A24-B5D2-B25F69804198}" dt="2017-09-22T18:56:01.802" v="422" actId="478"/>
          <ac:spMkLst>
            <pc:docMk/>
            <pc:sldMk cId="323105584" sldId="1582"/>
            <ac:spMk id="34" creationId="{90A993D9-9E32-4052-B8E7-9FA6884DD05E}"/>
          </ac:spMkLst>
        </pc:spChg>
        <pc:spChg chg="add mod">
          <ac:chgData name="Nicole Berdy" userId="09faaa2c-1220-45b8-8aa0-9db51fae9b04" providerId="ADAL" clId="{41CDC566-9CC4-4A24-B5D2-B25F69804198}" dt="2017-09-22T18:58:20.956" v="439" actId="1076"/>
          <ac:spMkLst>
            <pc:docMk/>
            <pc:sldMk cId="323105584" sldId="1582"/>
            <ac:spMk id="43" creationId="{2A5C6F58-4864-41AF-8949-6ED302BFD96E}"/>
          </ac:spMkLst>
        </pc:spChg>
        <pc:spChg chg="add mod">
          <ac:chgData name="Nicole Berdy" userId="09faaa2c-1220-45b8-8aa0-9db51fae9b04" providerId="ADAL" clId="{41CDC566-9CC4-4A24-B5D2-B25F69804198}" dt="2017-09-22T18:58:31.821" v="442" actId="1076"/>
          <ac:spMkLst>
            <pc:docMk/>
            <pc:sldMk cId="323105584" sldId="1582"/>
            <ac:spMk id="44" creationId="{D8C15190-19B0-4667-9706-E77B6D23EB9C}"/>
          </ac:spMkLst>
        </pc:spChg>
        <pc:grpChg chg="add del mod">
          <ac:chgData name="Nicole Berdy" userId="09faaa2c-1220-45b8-8aa0-9db51fae9b04" providerId="ADAL" clId="{41CDC566-9CC4-4A24-B5D2-B25F69804198}" dt="2017-09-22T18:56:03.598" v="423" actId="478"/>
          <ac:grpSpMkLst>
            <pc:docMk/>
            <pc:sldMk cId="323105584" sldId="1582"/>
            <ac:grpSpMk id="6" creationId="{E574EBFA-E511-4F13-A037-B0FA668D49B6}"/>
          </ac:grpSpMkLst>
        </pc:grpChg>
        <pc:grpChg chg="del">
          <ac:chgData name="Nicole Berdy" userId="09faaa2c-1220-45b8-8aa0-9db51fae9b04" providerId="ADAL" clId="{41CDC566-9CC4-4A24-B5D2-B25F69804198}" dt="2017-09-22T18:55:50.264" v="419" actId="165"/>
          <ac:grpSpMkLst>
            <pc:docMk/>
            <pc:sldMk cId="323105584" sldId="1582"/>
            <ac:grpSpMk id="12" creationId="{C1826B82-86AE-4C68-AAE8-5B779DCE50D4}"/>
          </ac:grpSpMkLst>
        </pc:grpChg>
        <pc:grpChg chg="del mod">
          <ac:chgData name="Nicole Berdy" userId="09faaa2c-1220-45b8-8aa0-9db51fae9b04" providerId="ADAL" clId="{41CDC566-9CC4-4A24-B5D2-B25F69804198}" dt="2017-09-22T18:55:59.231" v="421" actId="165"/>
          <ac:grpSpMkLst>
            <pc:docMk/>
            <pc:sldMk cId="323105584" sldId="1582"/>
            <ac:grpSpMk id="30" creationId="{D9CCBB0E-9EC3-42A0-B755-C795204E2FF7}"/>
          </ac:grpSpMkLst>
        </pc:grpChg>
        <pc:cxnChg chg="mod">
          <ac:chgData name="Nicole Berdy" userId="09faaa2c-1220-45b8-8aa0-9db51fae9b04" providerId="ADAL" clId="{41CDC566-9CC4-4A24-B5D2-B25F69804198}" dt="2017-09-22T18:55:15.237" v="410" actId="14100"/>
          <ac:cxnSpMkLst>
            <pc:docMk/>
            <pc:sldMk cId="323105584" sldId="1582"/>
            <ac:cxnSpMk id="14" creationId="{3C953B87-2E26-48EB-920A-8B5AC3C3BE8D}"/>
          </ac:cxnSpMkLst>
        </pc:cxnChg>
        <pc:cxnChg chg="mod">
          <ac:chgData name="Nicole Berdy" userId="09faaa2c-1220-45b8-8aa0-9db51fae9b04" providerId="ADAL" clId="{41CDC566-9CC4-4A24-B5D2-B25F69804198}" dt="2017-09-22T18:55:11.450" v="409" actId="14100"/>
          <ac:cxnSpMkLst>
            <pc:docMk/>
            <pc:sldMk cId="323105584" sldId="1582"/>
            <ac:cxnSpMk id="37" creationId="{4EC4D8C1-15DC-463F-8DAC-7486DE7CBA5D}"/>
          </ac:cxnSpMkLst>
        </pc:cxnChg>
      </pc:sldChg>
      <pc:sldChg chg="addSp delSp modSp add ord modTransition">
        <pc:chgData name="Nicole Berdy" userId="09faaa2c-1220-45b8-8aa0-9db51fae9b04" providerId="ADAL" clId="{41CDC566-9CC4-4A24-B5D2-B25F69804198}" dt="2017-09-26T01:58:33.863" v="2922" actId="20577"/>
        <pc:sldMkLst>
          <pc:docMk/>
          <pc:sldMk cId="459665799" sldId="1583"/>
        </pc:sldMkLst>
        <pc:spChg chg="mod">
          <ac:chgData name="Nicole Berdy" userId="09faaa2c-1220-45b8-8aa0-9db51fae9b04" providerId="ADAL" clId="{41CDC566-9CC4-4A24-B5D2-B25F69804198}" dt="2017-09-26T01:58:28.342" v="2916" actId="20577"/>
          <ac:spMkLst>
            <pc:docMk/>
            <pc:sldMk cId="459665799" sldId="1583"/>
            <ac:spMk id="2" creationId="{4DA3CD71-2134-4AFA-93A3-10DCE55F8CEA}"/>
          </ac:spMkLst>
        </pc:spChg>
        <pc:spChg chg="del">
          <ac:chgData name="Nicole Berdy" userId="09faaa2c-1220-45b8-8aa0-9db51fae9b04" providerId="ADAL" clId="{41CDC566-9CC4-4A24-B5D2-B25F69804198}" dt="2017-09-19T21:54:23.544" v="28" actId="20577"/>
          <ac:spMkLst>
            <pc:docMk/>
            <pc:sldMk cId="459665799" sldId="1583"/>
            <ac:spMk id="3" creationId="{5C68E239-DEF4-49E4-92F0-E1C80953C723}"/>
          </ac:spMkLst>
        </pc:spChg>
        <pc:spChg chg="add mod">
          <ac:chgData name="Nicole Berdy" userId="09faaa2c-1220-45b8-8aa0-9db51fae9b04" providerId="ADAL" clId="{41CDC566-9CC4-4A24-B5D2-B25F69804198}" dt="2017-09-26T01:58:33.863" v="2922" actId="20577"/>
          <ac:spMkLst>
            <pc:docMk/>
            <pc:sldMk cId="459665799" sldId="1583"/>
            <ac:spMk id="4" creationId="{E8EB24DF-93D6-46C5-8076-F8E43A939F2B}"/>
          </ac:spMkLst>
        </pc:spChg>
      </pc:sldChg>
      <pc:sldChg chg="modSp add del modTransition modNotesTx">
        <pc:chgData name="Nicole Berdy" userId="09faaa2c-1220-45b8-8aa0-9db51fae9b04" providerId="ADAL" clId="{41CDC566-9CC4-4A24-B5D2-B25F69804198}" dt="2017-09-25T15:29:20.579" v="2597" actId="2696"/>
        <pc:sldMkLst>
          <pc:docMk/>
          <pc:sldMk cId="3579333579" sldId="1584"/>
        </pc:sldMkLst>
        <pc:spChg chg="mod">
          <ac:chgData name="Nicole Berdy" userId="09faaa2c-1220-45b8-8aa0-9db51fae9b04" providerId="ADAL" clId="{41CDC566-9CC4-4A24-B5D2-B25F69804198}" dt="2017-09-22T21:39:27.882" v="604" actId="27636"/>
          <ac:spMkLst>
            <pc:docMk/>
            <pc:sldMk cId="3579333579" sldId="1584"/>
            <ac:spMk id="3" creationId="{0988DB81-5101-45BD-B01C-1526919BB2D5}"/>
          </ac:spMkLst>
        </pc:spChg>
      </pc:sldChg>
      <pc:sldChg chg="addSp delSp modSp add del modTransition">
        <pc:chgData name="Nicole Berdy" userId="09faaa2c-1220-45b8-8aa0-9db51fae9b04" providerId="ADAL" clId="{41CDC566-9CC4-4A24-B5D2-B25F69804198}" dt="2017-09-24T01:54:24.629" v="902" actId="2696"/>
        <pc:sldMkLst>
          <pc:docMk/>
          <pc:sldMk cId="982258281" sldId="1585"/>
        </pc:sldMkLst>
        <pc:spChg chg="mod">
          <ac:chgData name="Nicole Berdy" userId="09faaa2c-1220-45b8-8aa0-9db51fae9b04" providerId="ADAL" clId="{41CDC566-9CC4-4A24-B5D2-B25F69804198}" dt="2017-09-22T00:20:44.928" v="190" actId="20577"/>
          <ac:spMkLst>
            <pc:docMk/>
            <pc:sldMk cId="982258281" sldId="1585"/>
            <ac:spMk id="3" creationId="{762D6190-598B-4019-A50E-61B1557417B7}"/>
          </ac:spMkLst>
        </pc:spChg>
        <pc:spChg chg="del">
          <ac:chgData name="Nicole Berdy" userId="09faaa2c-1220-45b8-8aa0-9db51fae9b04" providerId="ADAL" clId="{41CDC566-9CC4-4A24-B5D2-B25F69804198}" dt="2017-09-22T21:40:07.745" v="607" actId="478"/>
          <ac:spMkLst>
            <pc:docMk/>
            <pc:sldMk cId="982258281" sldId="1585"/>
            <ac:spMk id="4" creationId="{1708E61B-42E7-4800-A12C-3CACF6A814C7}"/>
          </ac:spMkLst>
        </pc:spChg>
        <pc:graphicFrameChg chg="add mod">
          <ac:chgData name="Nicole Berdy" userId="09faaa2c-1220-45b8-8aa0-9db51fae9b04" providerId="ADAL" clId="{41CDC566-9CC4-4A24-B5D2-B25F69804198}" dt="2017-09-22T00:20:38.619" v="160" actId="1076"/>
          <ac:graphicFrameMkLst>
            <pc:docMk/>
            <pc:sldMk cId="982258281" sldId="1585"/>
            <ac:graphicFrameMk id="5" creationId="{79E9C1EF-7BEA-4C1E-AAEC-455B2EE2E455}"/>
          </ac:graphicFrameMkLst>
        </pc:graphicFrameChg>
      </pc:sldChg>
      <pc:sldChg chg="modSp add del modTransition">
        <pc:chgData name="Nicole Berdy" userId="09faaa2c-1220-45b8-8aa0-9db51fae9b04" providerId="ADAL" clId="{41CDC566-9CC4-4A24-B5D2-B25F69804198}" dt="2017-09-22T00:20:48.801" v="191" actId="2696"/>
        <pc:sldMkLst>
          <pc:docMk/>
          <pc:sldMk cId="3960893102" sldId="1586"/>
        </pc:sldMkLst>
        <pc:spChg chg="mod">
          <ac:chgData name="Nicole Berdy" userId="09faaa2c-1220-45b8-8aa0-9db51fae9b04" providerId="ADAL" clId="{41CDC566-9CC4-4A24-B5D2-B25F69804198}" dt="2017-09-19T21:48:42.544" v="9" actId="27636"/>
          <ac:spMkLst>
            <pc:docMk/>
            <pc:sldMk cId="3960893102" sldId="1586"/>
            <ac:spMk id="3" creationId="{762D6190-598B-4019-A50E-61B1557417B7}"/>
          </ac:spMkLst>
        </pc:spChg>
      </pc:sldChg>
      <pc:sldChg chg="delSp add modTransition">
        <pc:chgData name="Nicole Berdy" userId="09faaa2c-1220-45b8-8aa0-9db51fae9b04" providerId="ADAL" clId="{41CDC566-9CC4-4A24-B5D2-B25F69804198}" dt="2017-09-19T21:53:42.711" v="26" actId="20577"/>
        <pc:sldMkLst>
          <pc:docMk/>
          <pc:sldMk cId="3642366853" sldId="1587"/>
        </pc:sldMkLst>
        <pc:spChg chg="del">
          <ac:chgData name="Nicole Berdy" userId="09faaa2c-1220-45b8-8aa0-9db51fae9b04" providerId="ADAL" clId="{41CDC566-9CC4-4A24-B5D2-B25F69804198}" dt="2017-09-19T21:53:42.711" v="26" actId="20577"/>
          <ac:spMkLst>
            <pc:docMk/>
            <pc:sldMk cId="3642366853" sldId="1587"/>
            <ac:spMk id="3" creationId="{60C269BA-2C9C-4A0F-B4AA-1D9151A51042}"/>
          </ac:spMkLst>
        </pc:spChg>
      </pc:sldChg>
      <pc:sldChg chg="add del modTransition">
        <pc:chgData name="Nicole Berdy" userId="09faaa2c-1220-45b8-8aa0-9db51fae9b04" providerId="ADAL" clId="{41CDC566-9CC4-4A24-B5D2-B25F69804198}" dt="2017-09-25T15:32:04.721" v="2738" actId="2696"/>
        <pc:sldMkLst>
          <pc:docMk/>
          <pc:sldMk cId="470795844" sldId="1588"/>
        </pc:sldMkLst>
      </pc:sldChg>
      <pc:sldChg chg="add del modTransition">
        <pc:chgData name="Nicole Berdy" userId="09faaa2c-1220-45b8-8aa0-9db51fae9b04" providerId="ADAL" clId="{41CDC566-9CC4-4A24-B5D2-B25F69804198}" dt="2017-09-22T21:40:31.350" v="608" actId="2696"/>
        <pc:sldMkLst>
          <pc:docMk/>
          <pc:sldMk cId="2131260287" sldId="1589"/>
        </pc:sldMkLst>
      </pc:sldChg>
      <pc:sldChg chg="add del modTransition">
        <pc:chgData name="Nicole Berdy" userId="09faaa2c-1220-45b8-8aa0-9db51fae9b04" providerId="ADAL" clId="{41CDC566-9CC4-4A24-B5D2-B25F69804198}" dt="2017-09-19T21:53:25.799" v="25" actId="2696"/>
        <pc:sldMkLst>
          <pc:docMk/>
          <pc:sldMk cId="309771192" sldId="1590"/>
        </pc:sldMkLst>
      </pc:sldChg>
      <pc:sldChg chg="addSp delSp modSp add modTransition">
        <pc:chgData name="Nicole Berdy" userId="09faaa2c-1220-45b8-8aa0-9db51fae9b04" providerId="ADAL" clId="{41CDC566-9CC4-4A24-B5D2-B25F69804198}" dt="2017-09-25T15:36:28.529" v="2792" actId="113"/>
        <pc:sldMkLst>
          <pc:docMk/>
          <pc:sldMk cId="3446831686" sldId="1591"/>
        </pc:sldMkLst>
        <pc:spChg chg="del mod">
          <ac:chgData name="Nicole Berdy" userId="09faaa2c-1220-45b8-8aa0-9db51fae9b04" providerId="ADAL" clId="{41CDC566-9CC4-4A24-B5D2-B25F69804198}" dt="2017-09-25T15:36:01.783" v="2783" actId="478"/>
          <ac:spMkLst>
            <pc:docMk/>
            <pc:sldMk cId="3446831686" sldId="1591"/>
            <ac:spMk id="3" creationId="{6A0847A6-5AEA-4A93-963A-9486F9D11785}"/>
          </ac:spMkLst>
        </pc:spChg>
        <pc:spChg chg="add mod">
          <ac:chgData name="Nicole Berdy" userId="09faaa2c-1220-45b8-8aa0-9db51fae9b04" providerId="ADAL" clId="{41CDC566-9CC4-4A24-B5D2-B25F69804198}" dt="2017-09-25T15:33:14.319" v="2752" actId="120"/>
          <ac:spMkLst>
            <pc:docMk/>
            <pc:sldMk cId="3446831686" sldId="1591"/>
            <ac:spMk id="4" creationId="{B0E2184D-B124-4062-A020-698C19A9FAF7}"/>
          </ac:spMkLst>
        </pc:spChg>
        <pc:spChg chg="add del mod">
          <ac:chgData name="Nicole Berdy" userId="09faaa2c-1220-45b8-8aa0-9db51fae9b04" providerId="ADAL" clId="{41CDC566-9CC4-4A24-B5D2-B25F69804198}" dt="2017-09-25T15:33:49.433" v="2758" actId="478"/>
          <ac:spMkLst>
            <pc:docMk/>
            <pc:sldMk cId="3446831686" sldId="1591"/>
            <ac:spMk id="5" creationId="{5E7F37B2-5B44-4509-8B8B-B2FBC057E214}"/>
          </ac:spMkLst>
        </pc:spChg>
        <pc:spChg chg="add mod">
          <ac:chgData name="Nicole Berdy" userId="09faaa2c-1220-45b8-8aa0-9db51fae9b04" providerId="ADAL" clId="{41CDC566-9CC4-4A24-B5D2-B25F69804198}" dt="2017-09-25T15:36:25.711" v="2790" actId="113"/>
          <ac:spMkLst>
            <pc:docMk/>
            <pc:sldMk cId="3446831686" sldId="1591"/>
            <ac:spMk id="6" creationId="{39CFFD41-AEB5-4480-BDC6-FA020F7DBF24}"/>
          </ac:spMkLst>
        </pc:spChg>
        <pc:spChg chg="add mod">
          <ac:chgData name="Nicole Berdy" userId="09faaa2c-1220-45b8-8aa0-9db51fae9b04" providerId="ADAL" clId="{41CDC566-9CC4-4A24-B5D2-B25F69804198}" dt="2017-09-25T15:36:28.529" v="2792" actId="113"/>
          <ac:spMkLst>
            <pc:docMk/>
            <pc:sldMk cId="3446831686" sldId="1591"/>
            <ac:spMk id="7" creationId="{B5D2FC26-2A06-49D7-8002-91B5F7D9DBBF}"/>
          </ac:spMkLst>
        </pc:spChg>
        <pc:spChg chg="add del mod">
          <ac:chgData name="Nicole Berdy" userId="09faaa2c-1220-45b8-8aa0-9db51fae9b04" providerId="ADAL" clId="{41CDC566-9CC4-4A24-B5D2-B25F69804198}" dt="2017-09-25T15:36:06.631" v="2784" actId="478"/>
          <ac:spMkLst>
            <pc:docMk/>
            <pc:sldMk cId="3446831686" sldId="1591"/>
            <ac:spMk id="9" creationId="{6D51336F-8A23-4A82-B9CE-98B5E88B5CCC}"/>
          </ac:spMkLst>
        </pc:spChg>
      </pc:sldChg>
      <pc:sldChg chg="modSp add modTransition">
        <pc:chgData name="Nicole Berdy" userId="09faaa2c-1220-45b8-8aa0-9db51fae9b04" providerId="ADAL" clId="{41CDC566-9CC4-4A24-B5D2-B25F69804198}" dt="2017-09-22T21:45:13.072" v="614" actId="1036"/>
        <pc:sldMkLst>
          <pc:docMk/>
          <pc:sldMk cId="1357768299" sldId="1592"/>
        </pc:sldMkLst>
        <pc:spChg chg="mod">
          <ac:chgData name="Nicole Berdy" userId="09faaa2c-1220-45b8-8aa0-9db51fae9b04" providerId="ADAL" clId="{41CDC566-9CC4-4A24-B5D2-B25F69804198}" dt="2017-09-22T21:45:13.072" v="614" actId="1036"/>
          <ac:spMkLst>
            <pc:docMk/>
            <pc:sldMk cId="1357768299" sldId="1592"/>
            <ac:spMk id="42" creationId="{00000000-0000-0000-0000-000000000000}"/>
          </ac:spMkLst>
        </pc:spChg>
        <pc:spChg chg="mod">
          <ac:chgData name="Nicole Berdy" userId="09faaa2c-1220-45b8-8aa0-9db51fae9b04" providerId="ADAL" clId="{41CDC566-9CC4-4A24-B5D2-B25F69804198}" dt="2017-09-22T21:45:13.072" v="614" actId="1036"/>
          <ac:spMkLst>
            <pc:docMk/>
            <pc:sldMk cId="1357768299" sldId="1592"/>
            <ac:spMk id="43" creationId="{00000000-0000-0000-0000-000000000000}"/>
          </ac:spMkLst>
        </pc:spChg>
        <pc:spChg chg="mod">
          <ac:chgData name="Nicole Berdy" userId="09faaa2c-1220-45b8-8aa0-9db51fae9b04" providerId="ADAL" clId="{41CDC566-9CC4-4A24-B5D2-B25F69804198}" dt="2017-09-22T21:45:13.072" v="614" actId="1036"/>
          <ac:spMkLst>
            <pc:docMk/>
            <pc:sldMk cId="1357768299" sldId="1592"/>
            <ac:spMk id="57" creationId="{00000000-0000-0000-0000-000000000000}"/>
          </ac:spMkLst>
        </pc:spChg>
        <pc:spChg chg="mod">
          <ac:chgData name="Nicole Berdy" userId="09faaa2c-1220-45b8-8aa0-9db51fae9b04" providerId="ADAL" clId="{41CDC566-9CC4-4A24-B5D2-B25F69804198}" dt="2017-09-22T21:45:13.072" v="614" actId="1036"/>
          <ac:spMkLst>
            <pc:docMk/>
            <pc:sldMk cId="1357768299" sldId="1592"/>
            <ac:spMk id="65" creationId="{00000000-0000-0000-0000-000000000000}"/>
          </ac:spMkLst>
        </pc:spChg>
        <pc:spChg chg="mod">
          <ac:chgData name="Nicole Berdy" userId="09faaa2c-1220-45b8-8aa0-9db51fae9b04" providerId="ADAL" clId="{41CDC566-9CC4-4A24-B5D2-B25F69804198}" dt="2017-09-22T21:45:13.072" v="614" actId="1036"/>
          <ac:spMkLst>
            <pc:docMk/>
            <pc:sldMk cId="1357768299" sldId="1592"/>
            <ac:spMk id="72" creationId="{00000000-0000-0000-0000-000000000000}"/>
          </ac:spMkLst>
        </pc:spChg>
        <pc:grpChg chg="mod">
          <ac:chgData name="Nicole Berdy" userId="09faaa2c-1220-45b8-8aa0-9db51fae9b04" providerId="ADAL" clId="{41CDC566-9CC4-4A24-B5D2-B25F69804198}" dt="2017-09-22T21:45:13.072" v="614" actId="1036"/>
          <ac:grpSpMkLst>
            <pc:docMk/>
            <pc:sldMk cId="1357768299" sldId="1592"/>
            <ac:grpSpMk id="13" creationId="{00000000-0000-0000-0000-000000000000}"/>
          </ac:grpSpMkLst>
        </pc:grpChg>
        <pc:grpChg chg="mod">
          <ac:chgData name="Nicole Berdy" userId="09faaa2c-1220-45b8-8aa0-9db51fae9b04" providerId="ADAL" clId="{41CDC566-9CC4-4A24-B5D2-B25F69804198}" dt="2017-09-22T21:45:13.072" v="614" actId="1036"/>
          <ac:grpSpMkLst>
            <pc:docMk/>
            <pc:sldMk cId="1357768299" sldId="1592"/>
            <ac:grpSpMk id="14" creationId="{00000000-0000-0000-0000-000000000000}"/>
          </ac:grpSpMkLst>
        </pc:grpChg>
        <pc:grpChg chg="mod">
          <ac:chgData name="Nicole Berdy" userId="09faaa2c-1220-45b8-8aa0-9db51fae9b04" providerId="ADAL" clId="{41CDC566-9CC4-4A24-B5D2-B25F69804198}" dt="2017-09-22T21:45:13.072" v="614" actId="1036"/>
          <ac:grpSpMkLst>
            <pc:docMk/>
            <pc:sldMk cId="1357768299" sldId="1592"/>
            <ac:grpSpMk id="24" creationId="{00000000-0000-0000-0000-000000000000}"/>
          </ac:grpSpMkLst>
        </pc:grpChg>
        <pc:grpChg chg="mod">
          <ac:chgData name="Nicole Berdy" userId="09faaa2c-1220-45b8-8aa0-9db51fae9b04" providerId="ADAL" clId="{41CDC566-9CC4-4A24-B5D2-B25F69804198}" dt="2017-09-22T21:45:13.072" v="614" actId="1036"/>
          <ac:grpSpMkLst>
            <pc:docMk/>
            <pc:sldMk cId="1357768299" sldId="1592"/>
            <ac:grpSpMk id="29" creationId="{00000000-0000-0000-0000-000000000000}"/>
          </ac:grpSpMkLst>
        </pc:grpChg>
        <pc:grpChg chg="mod">
          <ac:chgData name="Nicole Berdy" userId="09faaa2c-1220-45b8-8aa0-9db51fae9b04" providerId="ADAL" clId="{41CDC566-9CC4-4A24-B5D2-B25F69804198}" dt="2017-09-22T21:45:13.072" v="614" actId="1036"/>
          <ac:grpSpMkLst>
            <pc:docMk/>
            <pc:sldMk cId="1357768299" sldId="1592"/>
            <ac:grpSpMk id="39" creationId="{00000000-0000-0000-0000-000000000000}"/>
          </ac:grpSpMkLst>
        </pc:grpChg>
        <pc:grpChg chg="mod">
          <ac:chgData name="Nicole Berdy" userId="09faaa2c-1220-45b8-8aa0-9db51fae9b04" providerId="ADAL" clId="{41CDC566-9CC4-4A24-B5D2-B25F69804198}" dt="2017-09-22T21:45:13.072" v="614" actId="1036"/>
          <ac:grpSpMkLst>
            <pc:docMk/>
            <pc:sldMk cId="1357768299" sldId="1592"/>
            <ac:grpSpMk id="58" creationId="{00000000-0000-0000-0000-000000000000}"/>
          </ac:grpSpMkLst>
        </pc:grpChg>
      </pc:sldChg>
      <pc:sldChg chg="add modTransition">
        <pc:chgData name="Nicole Berdy" userId="09faaa2c-1220-45b8-8aa0-9db51fae9b04" providerId="ADAL" clId="{41CDC566-9CC4-4A24-B5D2-B25F69804198}" dt="2017-09-19T21:48:41.398" v="4" actId="20577"/>
        <pc:sldMkLst>
          <pc:docMk/>
          <pc:sldMk cId="1622495920" sldId="1593"/>
        </pc:sldMkLst>
      </pc:sldChg>
      <pc:sldChg chg="add modTransition">
        <pc:chgData name="Nicole Berdy" userId="09faaa2c-1220-45b8-8aa0-9db51fae9b04" providerId="ADAL" clId="{41CDC566-9CC4-4A24-B5D2-B25F69804198}" dt="2017-09-19T21:48:41.398" v="4" actId="20577"/>
        <pc:sldMkLst>
          <pc:docMk/>
          <pc:sldMk cId="1315090392" sldId="1594"/>
        </pc:sldMkLst>
      </pc:sldChg>
      <pc:sldChg chg="add modTransition modNotesTx">
        <pc:chgData name="Nicole Berdy" userId="09faaa2c-1220-45b8-8aa0-9db51fae9b04" providerId="ADAL" clId="{41CDC566-9CC4-4A24-B5D2-B25F69804198}" dt="2017-09-24T20:40:00.053" v="1349" actId="20577"/>
        <pc:sldMkLst>
          <pc:docMk/>
          <pc:sldMk cId="60907884" sldId="1595"/>
        </pc:sldMkLst>
      </pc:sldChg>
      <pc:sldChg chg="delSp modSp add del modTransition">
        <pc:chgData name="Nicole Berdy" userId="09faaa2c-1220-45b8-8aa0-9db51fae9b04" providerId="ADAL" clId="{41CDC566-9CC4-4A24-B5D2-B25F69804198}" dt="2017-09-25T14:25:40.898" v="1350" actId="2696"/>
        <pc:sldMkLst>
          <pc:docMk/>
          <pc:sldMk cId="1046427888" sldId="1596"/>
        </pc:sldMkLst>
        <pc:spChg chg="mod">
          <ac:chgData name="Nicole Berdy" userId="09faaa2c-1220-45b8-8aa0-9db51fae9b04" providerId="ADAL" clId="{41CDC566-9CC4-4A24-B5D2-B25F69804198}" dt="2017-09-24T01:42:26.943" v="626" actId="20577"/>
          <ac:spMkLst>
            <pc:docMk/>
            <pc:sldMk cId="1046427888" sldId="1596"/>
            <ac:spMk id="2" creationId="{92AC8D44-00EA-4925-8A1D-FABBE12BBB97}"/>
          </ac:spMkLst>
        </pc:spChg>
        <pc:spChg chg="del mod">
          <ac:chgData name="Nicole Berdy" userId="09faaa2c-1220-45b8-8aa0-9db51fae9b04" providerId="ADAL" clId="{41CDC566-9CC4-4A24-B5D2-B25F69804198}" dt="2017-09-24T02:03:05.149" v="1030" actId="20577"/>
          <ac:spMkLst>
            <pc:docMk/>
            <pc:sldMk cId="1046427888" sldId="1596"/>
            <ac:spMk id="3" creationId="{7251987A-0080-4C8C-9C05-8B51783A47DA}"/>
          </ac:spMkLst>
        </pc:spChg>
      </pc:sldChg>
      <pc:sldChg chg="add del">
        <pc:chgData name="Nicole Berdy" userId="09faaa2c-1220-45b8-8aa0-9db51fae9b04" providerId="ADAL" clId="{41CDC566-9CC4-4A24-B5D2-B25F69804198}" dt="2017-09-19T21:58:11.972" v="63" actId="20577"/>
        <pc:sldMkLst>
          <pc:docMk/>
          <pc:sldMk cId="939713063" sldId="1597"/>
        </pc:sldMkLst>
      </pc:sldChg>
      <pc:sldChg chg="add del">
        <pc:chgData name="Nicole Berdy" userId="09faaa2c-1220-45b8-8aa0-9db51fae9b04" providerId="ADAL" clId="{41CDC566-9CC4-4A24-B5D2-B25F69804198}" dt="2017-09-22T15:59:03.284" v="286" actId="2696"/>
        <pc:sldMkLst>
          <pc:docMk/>
          <pc:sldMk cId="2215510471" sldId="1597"/>
        </pc:sldMkLst>
      </pc:sldChg>
      <pc:sldChg chg="addSp delSp modSp add modNotesTx">
        <pc:chgData name="Nicole Berdy" userId="09faaa2c-1220-45b8-8aa0-9db51fae9b04" providerId="ADAL" clId="{41CDC566-9CC4-4A24-B5D2-B25F69804198}" dt="2017-09-26T01:59:45.134" v="2996" actId="20577"/>
        <pc:sldMkLst>
          <pc:docMk/>
          <pc:sldMk cId="4287747620" sldId="1598"/>
        </pc:sldMkLst>
        <pc:spChg chg="mod">
          <ac:chgData name="Nicole Berdy" userId="09faaa2c-1220-45b8-8aa0-9db51fae9b04" providerId="ADAL" clId="{41CDC566-9CC4-4A24-B5D2-B25F69804198}" dt="2017-09-21T22:58:44.422" v="148" actId="2711"/>
          <ac:spMkLst>
            <pc:docMk/>
            <pc:sldMk cId="4287747620" sldId="1598"/>
            <ac:spMk id="2" creationId="{BD13A2A3-B317-4386-93E9-F14C99C1ABE8}"/>
          </ac:spMkLst>
        </pc:spChg>
        <pc:spChg chg="mod">
          <ac:chgData name="Nicole Berdy" userId="09faaa2c-1220-45b8-8aa0-9db51fae9b04" providerId="ADAL" clId="{41CDC566-9CC4-4A24-B5D2-B25F69804198}" dt="2017-09-21T22:58:44.422" v="148" actId="2711"/>
          <ac:spMkLst>
            <pc:docMk/>
            <pc:sldMk cId="4287747620" sldId="1598"/>
            <ac:spMk id="4" creationId="{F06D18AE-703D-46E2-84BD-5B927C1B126C}"/>
          </ac:spMkLst>
        </pc:spChg>
        <pc:spChg chg="mod">
          <ac:chgData name="Nicole Berdy" userId="09faaa2c-1220-45b8-8aa0-9db51fae9b04" providerId="ADAL" clId="{41CDC566-9CC4-4A24-B5D2-B25F69804198}" dt="2017-09-21T22:58:44.422" v="148" actId="2711"/>
          <ac:spMkLst>
            <pc:docMk/>
            <pc:sldMk cId="4287747620" sldId="1598"/>
            <ac:spMk id="5" creationId="{10CF4054-7BE2-4609-9DB5-1F9530C21734}"/>
          </ac:spMkLst>
        </pc:spChg>
        <pc:spChg chg="mod">
          <ac:chgData name="Nicole Berdy" userId="09faaa2c-1220-45b8-8aa0-9db51fae9b04" providerId="ADAL" clId="{41CDC566-9CC4-4A24-B5D2-B25F69804198}" dt="2017-09-21T22:59:09.266" v="152" actId="1036"/>
          <ac:spMkLst>
            <pc:docMk/>
            <pc:sldMk cId="4287747620" sldId="1598"/>
            <ac:spMk id="6" creationId="{558DF654-D1E6-4269-A35E-E9DC275EA363}"/>
          </ac:spMkLst>
        </pc:spChg>
        <pc:spChg chg="mod">
          <ac:chgData name="Nicole Berdy" userId="09faaa2c-1220-45b8-8aa0-9db51fae9b04" providerId="ADAL" clId="{41CDC566-9CC4-4A24-B5D2-B25F69804198}" dt="2017-09-21T22:58:44.422" v="148" actId="2711"/>
          <ac:spMkLst>
            <pc:docMk/>
            <pc:sldMk cId="4287747620" sldId="1598"/>
            <ac:spMk id="7" creationId="{A7705449-251C-4457-BD96-82F355FE04B0}"/>
          </ac:spMkLst>
        </pc:spChg>
        <pc:spChg chg="mod">
          <ac:chgData name="Nicole Berdy" userId="09faaa2c-1220-45b8-8aa0-9db51fae9b04" providerId="ADAL" clId="{41CDC566-9CC4-4A24-B5D2-B25F69804198}" dt="2017-09-21T22:58:44.422" v="148" actId="2711"/>
          <ac:spMkLst>
            <pc:docMk/>
            <pc:sldMk cId="4287747620" sldId="1598"/>
            <ac:spMk id="8" creationId="{9A7F0FC4-5D9D-4BE1-80FF-D69E0E552B35}"/>
          </ac:spMkLst>
        </pc:spChg>
        <pc:spChg chg="mod">
          <ac:chgData name="Nicole Berdy" userId="09faaa2c-1220-45b8-8aa0-9db51fae9b04" providerId="ADAL" clId="{41CDC566-9CC4-4A24-B5D2-B25F69804198}" dt="2017-09-21T22:58:44.422" v="148" actId="2711"/>
          <ac:spMkLst>
            <pc:docMk/>
            <pc:sldMk cId="4287747620" sldId="1598"/>
            <ac:spMk id="9" creationId="{26E1ED73-B476-4DDC-84A4-CE6D116DA571}"/>
          </ac:spMkLst>
        </pc:spChg>
        <pc:spChg chg="mod">
          <ac:chgData name="Nicole Berdy" userId="09faaa2c-1220-45b8-8aa0-9db51fae9b04" providerId="ADAL" clId="{41CDC566-9CC4-4A24-B5D2-B25F69804198}" dt="2017-09-21T22:58:44.422" v="148" actId="2711"/>
          <ac:spMkLst>
            <pc:docMk/>
            <pc:sldMk cId="4287747620" sldId="1598"/>
            <ac:spMk id="10" creationId="{43F54CD8-80BC-4216-B830-313725F4AFC3}"/>
          </ac:spMkLst>
        </pc:spChg>
        <pc:spChg chg="mod">
          <ac:chgData name="Nicole Berdy" userId="09faaa2c-1220-45b8-8aa0-9db51fae9b04" providerId="ADAL" clId="{41CDC566-9CC4-4A24-B5D2-B25F69804198}" dt="2017-09-21T22:59:09.266" v="152" actId="1036"/>
          <ac:spMkLst>
            <pc:docMk/>
            <pc:sldMk cId="4287747620" sldId="1598"/>
            <ac:spMk id="12" creationId="{C3096543-D51E-4CC7-8162-D92B369E4AFD}"/>
          </ac:spMkLst>
        </pc:spChg>
        <pc:spChg chg="mod">
          <ac:chgData name="Nicole Berdy" userId="09faaa2c-1220-45b8-8aa0-9db51fae9b04" providerId="ADAL" clId="{41CDC566-9CC4-4A24-B5D2-B25F69804198}" dt="2017-09-21T22:59:09.266" v="152" actId="1036"/>
          <ac:spMkLst>
            <pc:docMk/>
            <pc:sldMk cId="4287747620" sldId="1598"/>
            <ac:spMk id="20" creationId="{B4B9338E-365B-448B-949C-15735F7C366D}"/>
          </ac:spMkLst>
        </pc:spChg>
        <pc:spChg chg="mod">
          <ac:chgData name="Nicole Berdy" userId="09faaa2c-1220-45b8-8aa0-9db51fae9b04" providerId="ADAL" clId="{41CDC566-9CC4-4A24-B5D2-B25F69804198}" dt="2017-09-21T22:59:09.266" v="152" actId="1036"/>
          <ac:spMkLst>
            <pc:docMk/>
            <pc:sldMk cId="4287747620" sldId="1598"/>
            <ac:spMk id="31" creationId="{1038CC93-D922-4D24-9B97-BFB02FF0F818}"/>
          </ac:spMkLst>
        </pc:spChg>
        <pc:spChg chg="mod">
          <ac:chgData name="Nicole Berdy" userId="09faaa2c-1220-45b8-8aa0-9db51fae9b04" providerId="ADAL" clId="{41CDC566-9CC4-4A24-B5D2-B25F69804198}" dt="2017-09-21T22:59:09.266" v="152" actId="1036"/>
          <ac:spMkLst>
            <pc:docMk/>
            <pc:sldMk cId="4287747620" sldId="1598"/>
            <ac:spMk id="32" creationId="{994331AF-7F69-49F7-9905-DE1D32343E2E}"/>
          </ac:spMkLst>
        </pc:spChg>
        <pc:spChg chg="mod">
          <ac:chgData name="Nicole Berdy" userId="09faaa2c-1220-45b8-8aa0-9db51fae9b04" providerId="ADAL" clId="{41CDC566-9CC4-4A24-B5D2-B25F69804198}" dt="2017-09-21T22:59:09.266" v="152" actId="1036"/>
          <ac:spMkLst>
            <pc:docMk/>
            <pc:sldMk cId="4287747620" sldId="1598"/>
            <ac:spMk id="33" creationId="{74138B70-92AB-43E0-A0CD-2A2AE9AB987C}"/>
          </ac:spMkLst>
        </pc:spChg>
        <pc:spChg chg="mod">
          <ac:chgData name="Nicole Berdy" userId="09faaa2c-1220-45b8-8aa0-9db51fae9b04" providerId="ADAL" clId="{41CDC566-9CC4-4A24-B5D2-B25F69804198}" dt="2017-09-21T22:59:09.266" v="152" actId="1036"/>
          <ac:spMkLst>
            <pc:docMk/>
            <pc:sldMk cId="4287747620" sldId="1598"/>
            <ac:spMk id="34" creationId="{2B3A7FBB-EAB6-4E29-92A3-487F1703A168}"/>
          </ac:spMkLst>
        </pc:spChg>
        <pc:spChg chg="add del mod">
          <ac:chgData name="Nicole Berdy" userId="09faaa2c-1220-45b8-8aa0-9db51fae9b04" providerId="ADAL" clId="{41CDC566-9CC4-4A24-B5D2-B25F69804198}" dt="2017-09-22T02:50:22.102" v="285" actId="478"/>
          <ac:spMkLst>
            <pc:docMk/>
            <pc:sldMk cId="4287747620" sldId="1598"/>
            <ac:spMk id="35" creationId="{583B8723-AABE-453B-887B-9E00B7E71085}"/>
          </ac:spMkLst>
        </pc:spChg>
        <pc:spChg chg="mod">
          <ac:chgData name="Nicole Berdy" userId="09faaa2c-1220-45b8-8aa0-9db51fae9b04" providerId="ADAL" clId="{41CDC566-9CC4-4A24-B5D2-B25F69804198}" dt="2017-09-21T22:59:09.266" v="152" actId="1036"/>
          <ac:spMkLst>
            <pc:docMk/>
            <pc:sldMk cId="4287747620" sldId="1598"/>
            <ac:spMk id="43" creationId="{2EA68848-2607-457B-BE96-AE26E97D7CCD}"/>
          </ac:spMkLst>
        </pc:spChg>
        <pc:spChg chg="mod">
          <ac:chgData name="Nicole Berdy" userId="09faaa2c-1220-45b8-8aa0-9db51fae9b04" providerId="ADAL" clId="{41CDC566-9CC4-4A24-B5D2-B25F69804198}" dt="2017-09-21T22:59:09.266" v="152" actId="1036"/>
          <ac:spMkLst>
            <pc:docMk/>
            <pc:sldMk cId="4287747620" sldId="1598"/>
            <ac:spMk id="44" creationId="{66D9D9F9-43FA-44C2-B48F-BC52C6079E55}"/>
          </ac:spMkLst>
        </pc:spChg>
        <pc:spChg chg="mod">
          <ac:chgData name="Nicole Berdy" userId="09faaa2c-1220-45b8-8aa0-9db51fae9b04" providerId="ADAL" clId="{41CDC566-9CC4-4A24-B5D2-B25F69804198}" dt="2017-09-21T22:59:09.266" v="152" actId="1036"/>
          <ac:spMkLst>
            <pc:docMk/>
            <pc:sldMk cId="4287747620" sldId="1598"/>
            <ac:spMk id="46" creationId="{FF633814-040C-4D2C-A446-AAB7B7297A6C}"/>
          </ac:spMkLst>
        </pc:spChg>
        <pc:spChg chg="mod">
          <ac:chgData name="Nicole Berdy" userId="09faaa2c-1220-45b8-8aa0-9db51fae9b04" providerId="ADAL" clId="{41CDC566-9CC4-4A24-B5D2-B25F69804198}" dt="2017-09-21T22:59:09.266" v="152" actId="1036"/>
          <ac:spMkLst>
            <pc:docMk/>
            <pc:sldMk cId="4287747620" sldId="1598"/>
            <ac:spMk id="47" creationId="{A23F1EE7-DC8D-4B97-9B56-026A5E8383F2}"/>
          </ac:spMkLst>
        </pc:spChg>
        <pc:spChg chg="mod">
          <ac:chgData name="Nicole Berdy" userId="09faaa2c-1220-45b8-8aa0-9db51fae9b04" providerId="ADAL" clId="{41CDC566-9CC4-4A24-B5D2-B25F69804198}" dt="2017-09-21T22:59:09.266" v="152" actId="1036"/>
          <ac:spMkLst>
            <pc:docMk/>
            <pc:sldMk cId="4287747620" sldId="1598"/>
            <ac:spMk id="48" creationId="{19F3F876-7D34-4C5B-9D50-8FBCCDE0DA0E}"/>
          </ac:spMkLst>
        </pc:spChg>
        <pc:spChg chg="mod">
          <ac:chgData name="Nicole Berdy" userId="09faaa2c-1220-45b8-8aa0-9db51fae9b04" providerId="ADAL" clId="{41CDC566-9CC4-4A24-B5D2-B25F69804198}" dt="2017-09-21T22:58:44.422" v="148" actId="2711"/>
          <ac:spMkLst>
            <pc:docMk/>
            <pc:sldMk cId="4287747620" sldId="1598"/>
            <ac:spMk id="49" creationId="{D17BCB6E-0F37-414B-94F5-1254B4D29533}"/>
          </ac:spMkLst>
        </pc:spChg>
        <pc:spChg chg="mod">
          <ac:chgData name="Nicole Berdy" userId="09faaa2c-1220-45b8-8aa0-9db51fae9b04" providerId="ADAL" clId="{41CDC566-9CC4-4A24-B5D2-B25F69804198}" dt="2017-09-21T22:59:09.266" v="152" actId="1036"/>
          <ac:spMkLst>
            <pc:docMk/>
            <pc:sldMk cId="4287747620" sldId="1598"/>
            <ac:spMk id="59" creationId="{4141E8E1-B141-4CC6-A782-5D24B2930262}"/>
          </ac:spMkLst>
        </pc:spChg>
        <pc:spChg chg="mod">
          <ac:chgData name="Nicole Berdy" userId="09faaa2c-1220-45b8-8aa0-9db51fae9b04" providerId="ADAL" clId="{41CDC566-9CC4-4A24-B5D2-B25F69804198}" dt="2017-09-21T22:59:09.266" v="152" actId="1036"/>
          <ac:spMkLst>
            <pc:docMk/>
            <pc:sldMk cId="4287747620" sldId="1598"/>
            <ac:spMk id="60" creationId="{399B5B6A-A49E-4FE5-B584-54D45C5253CC}"/>
          </ac:spMkLst>
        </pc:spChg>
        <pc:spChg chg="mod">
          <ac:chgData name="Nicole Berdy" userId="09faaa2c-1220-45b8-8aa0-9db51fae9b04" providerId="ADAL" clId="{41CDC566-9CC4-4A24-B5D2-B25F69804198}" dt="2017-09-21T22:59:09.266" v="152" actId="1036"/>
          <ac:spMkLst>
            <pc:docMk/>
            <pc:sldMk cId="4287747620" sldId="1598"/>
            <ac:spMk id="72" creationId="{07F7843B-AD2B-46F7-A1A8-1BCA4CFC0106}"/>
          </ac:spMkLst>
        </pc:spChg>
        <pc:spChg chg="mod">
          <ac:chgData name="Nicole Berdy" userId="09faaa2c-1220-45b8-8aa0-9db51fae9b04" providerId="ADAL" clId="{41CDC566-9CC4-4A24-B5D2-B25F69804198}" dt="2017-09-26T01:59:45.134" v="2996" actId="20577"/>
          <ac:spMkLst>
            <pc:docMk/>
            <pc:sldMk cId="4287747620" sldId="1598"/>
            <ac:spMk id="152" creationId="{808AC3DD-C58D-4107-8F82-4FA925324172}"/>
          </ac:spMkLst>
        </pc:spChg>
        <pc:spChg chg="mod">
          <ac:chgData name="Nicole Berdy" userId="09faaa2c-1220-45b8-8aa0-9db51fae9b04" providerId="ADAL" clId="{41CDC566-9CC4-4A24-B5D2-B25F69804198}" dt="2017-09-21T22:59:09.266" v="152" actId="1036"/>
          <ac:spMkLst>
            <pc:docMk/>
            <pc:sldMk cId="4287747620" sldId="1598"/>
            <ac:spMk id="220" creationId="{94D7AA41-22C5-42EB-8F47-E4506B7B1929}"/>
          </ac:spMkLst>
        </pc:spChg>
        <pc:spChg chg="mod">
          <ac:chgData name="Nicole Berdy" userId="09faaa2c-1220-45b8-8aa0-9db51fae9b04" providerId="ADAL" clId="{41CDC566-9CC4-4A24-B5D2-B25F69804198}" dt="2017-09-21T22:59:09.266" v="152" actId="1036"/>
          <ac:spMkLst>
            <pc:docMk/>
            <pc:sldMk cId="4287747620" sldId="1598"/>
            <ac:spMk id="221" creationId="{26181BD8-627C-4970-86A6-07C920F86947}"/>
          </ac:spMkLst>
        </pc:spChg>
        <pc:spChg chg="mod">
          <ac:chgData name="Nicole Berdy" userId="09faaa2c-1220-45b8-8aa0-9db51fae9b04" providerId="ADAL" clId="{41CDC566-9CC4-4A24-B5D2-B25F69804198}" dt="2017-09-21T22:59:09.266" v="152" actId="1036"/>
          <ac:spMkLst>
            <pc:docMk/>
            <pc:sldMk cId="4287747620" sldId="1598"/>
            <ac:spMk id="222" creationId="{81BFE352-F747-4F98-910E-6DD5889D70C3}"/>
          </ac:spMkLst>
        </pc:spChg>
        <pc:spChg chg="mod">
          <ac:chgData name="Nicole Berdy" userId="09faaa2c-1220-45b8-8aa0-9db51fae9b04" providerId="ADAL" clId="{41CDC566-9CC4-4A24-B5D2-B25F69804198}" dt="2017-09-21T22:59:09.266" v="152" actId="1036"/>
          <ac:spMkLst>
            <pc:docMk/>
            <pc:sldMk cId="4287747620" sldId="1598"/>
            <ac:spMk id="223" creationId="{DA9CDFA1-0E8F-4CA5-8699-0A3B2C5D6F47}"/>
          </ac:spMkLst>
        </pc:spChg>
        <pc:grpChg chg="mod">
          <ac:chgData name="Nicole Berdy" userId="09faaa2c-1220-45b8-8aa0-9db51fae9b04" providerId="ADAL" clId="{41CDC566-9CC4-4A24-B5D2-B25F69804198}" dt="2017-09-21T22:59:09.266" v="152" actId="1036"/>
          <ac:grpSpMkLst>
            <pc:docMk/>
            <pc:sldMk cId="4287747620" sldId="1598"/>
            <ac:grpSpMk id="3" creationId="{477BD51B-892A-4492-8E91-2536B6DEC791}"/>
          </ac:grpSpMkLst>
        </pc:grpChg>
        <pc:picChg chg="mod">
          <ac:chgData name="Nicole Berdy" userId="09faaa2c-1220-45b8-8aa0-9db51fae9b04" providerId="ADAL" clId="{41CDC566-9CC4-4A24-B5D2-B25F69804198}" dt="2017-09-21T22:59:09.266" v="152" actId="1036"/>
          <ac:picMkLst>
            <pc:docMk/>
            <pc:sldMk cId="4287747620" sldId="1598"/>
            <ac:picMk id="39" creationId="{D3195298-9499-477C-9CEB-0C49AD3D42A9}"/>
          </ac:picMkLst>
        </pc:picChg>
      </pc:sldChg>
      <pc:sldChg chg="modSp add ord">
        <pc:chgData name="Nicole Berdy" userId="09faaa2c-1220-45b8-8aa0-9db51fae9b04" providerId="ADAL" clId="{41CDC566-9CC4-4A24-B5D2-B25F69804198}" dt="2017-09-26T01:56:13.496" v="2854" actId="1038"/>
        <pc:sldMkLst>
          <pc:docMk/>
          <pc:sldMk cId="2215510471" sldId="1599"/>
        </pc:sldMkLst>
        <pc:graphicFrameChg chg="mod modGraphic">
          <ac:chgData name="Nicole Berdy" userId="09faaa2c-1220-45b8-8aa0-9db51fae9b04" providerId="ADAL" clId="{41CDC566-9CC4-4A24-B5D2-B25F69804198}" dt="2017-09-26T01:56:13.496" v="2854" actId="1038"/>
          <ac:graphicFrameMkLst>
            <pc:docMk/>
            <pc:sldMk cId="2215510471" sldId="1599"/>
            <ac:graphicFrameMk id="3" creationId="{DB948CDC-89E7-4374-90CF-BFD73D02AB45}"/>
          </ac:graphicFrameMkLst>
        </pc:graphicFrameChg>
      </pc:sldChg>
      <pc:sldChg chg="addSp delSp modSp add delAnim modAnim">
        <pc:chgData name="Nicole Berdy" userId="09faaa2c-1220-45b8-8aa0-9db51fae9b04" providerId="ADAL" clId="{41CDC566-9CC4-4A24-B5D2-B25F69804198}" dt="2017-09-22T21:38:04.484" v="592" actId="1036"/>
        <pc:sldMkLst>
          <pc:docMk/>
          <pc:sldMk cId="1618910172" sldId="1600"/>
        </pc:sldMkLst>
        <pc:spChg chg="del">
          <ac:chgData name="Nicole Berdy" userId="09faaa2c-1220-45b8-8aa0-9db51fae9b04" providerId="ADAL" clId="{41CDC566-9CC4-4A24-B5D2-B25F69804198}" dt="2017-09-22T18:53:51.885" v="373" actId="478"/>
          <ac:spMkLst>
            <pc:docMk/>
            <pc:sldMk cId="1618910172" sldId="1600"/>
            <ac:spMk id="2" creationId="{6A2DD458-4B8E-4505-8CB3-DD92D06D33E0}"/>
          </ac:spMkLst>
        </pc:spChg>
        <pc:spChg chg="del">
          <ac:chgData name="Nicole Berdy" userId="09faaa2c-1220-45b8-8aa0-9db51fae9b04" providerId="ADAL" clId="{41CDC566-9CC4-4A24-B5D2-B25F69804198}" dt="2017-09-22T18:53:49.324" v="372" actId="478"/>
          <ac:spMkLst>
            <pc:docMk/>
            <pc:sldMk cId="1618910172" sldId="1600"/>
            <ac:spMk id="3" creationId="{A09CAC50-0182-4B18-869C-EA365788504F}"/>
          </ac:spMkLst>
        </pc:spChg>
        <pc:spChg chg="del">
          <ac:chgData name="Nicole Berdy" userId="09faaa2c-1220-45b8-8aa0-9db51fae9b04" providerId="ADAL" clId="{41CDC566-9CC4-4A24-B5D2-B25F69804198}" dt="2017-09-22T18:53:51.885" v="373" actId="478"/>
          <ac:spMkLst>
            <pc:docMk/>
            <pc:sldMk cId="1618910172" sldId="1600"/>
            <ac:spMk id="4" creationId="{B2C96B59-B368-4C04-8E31-4D785C0C14F0}"/>
          </ac:spMkLst>
        </pc:spChg>
        <pc:spChg chg="add del mod">
          <ac:chgData name="Nicole Berdy" userId="09faaa2c-1220-45b8-8aa0-9db51fae9b04" providerId="ADAL" clId="{41CDC566-9CC4-4A24-B5D2-B25F69804198}" dt="2017-09-22T18:54:04.079" v="375" actId="478"/>
          <ac:spMkLst>
            <pc:docMk/>
            <pc:sldMk cId="1618910172" sldId="1600"/>
            <ac:spMk id="5" creationId="{16F4FD95-9626-47D1-9692-9298FD3DB0A3}"/>
          </ac:spMkLst>
        </pc:spChg>
        <pc:spChg chg="mod">
          <ac:chgData name="Nicole Berdy" userId="09faaa2c-1220-45b8-8aa0-9db51fae9b04" providerId="ADAL" clId="{41CDC566-9CC4-4A24-B5D2-B25F69804198}" dt="2017-09-22T21:36:02.051" v="570" actId="1076"/>
          <ac:spMkLst>
            <pc:docMk/>
            <pc:sldMk cId="1618910172" sldId="1600"/>
            <ac:spMk id="7" creationId="{97EE2AA0-CB3B-4EE2-920E-230CA4883C5F}"/>
          </ac:spMkLst>
        </pc:spChg>
        <pc:spChg chg="add mod">
          <ac:chgData name="Nicole Berdy" userId="09faaa2c-1220-45b8-8aa0-9db51fae9b04" providerId="ADAL" clId="{41CDC566-9CC4-4A24-B5D2-B25F69804198}" dt="2017-09-22T21:36:45.872" v="582" actId="1076"/>
          <ac:spMkLst>
            <pc:docMk/>
            <pc:sldMk cId="1618910172" sldId="1600"/>
            <ac:spMk id="29" creationId="{8CF49C26-2494-404B-A213-BE3036DC50B6}"/>
          </ac:spMkLst>
        </pc:spChg>
        <pc:spChg chg="add del">
          <ac:chgData name="Nicole Berdy" userId="09faaa2c-1220-45b8-8aa0-9db51fae9b04" providerId="ADAL" clId="{41CDC566-9CC4-4A24-B5D2-B25F69804198}" dt="2017-09-22T21:37:06.594" v="588" actId="1036"/>
          <ac:spMkLst>
            <pc:docMk/>
            <pc:sldMk cId="1618910172" sldId="1600"/>
            <ac:spMk id="30" creationId="{A3744416-6F20-4D90-B01A-71AC7EE84777}"/>
          </ac:spMkLst>
        </pc:spChg>
        <pc:spChg chg="mod">
          <ac:chgData name="Nicole Berdy" userId="09faaa2c-1220-45b8-8aa0-9db51fae9b04" providerId="ADAL" clId="{41CDC566-9CC4-4A24-B5D2-B25F69804198}" dt="2017-09-22T21:34:52.447" v="538" actId="14100"/>
          <ac:spMkLst>
            <pc:docMk/>
            <pc:sldMk cId="1618910172" sldId="1600"/>
            <ac:spMk id="37" creationId="{00000000-0000-0000-0000-000000000000}"/>
          </ac:spMkLst>
        </pc:spChg>
        <pc:spChg chg="del">
          <ac:chgData name="Nicole Berdy" userId="09faaa2c-1220-45b8-8aa0-9db51fae9b04" providerId="ADAL" clId="{41CDC566-9CC4-4A24-B5D2-B25F69804198}" dt="2017-09-22T18:53:51.885" v="373" actId="478"/>
          <ac:spMkLst>
            <pc:docMk/>
            <pc:sldMk cId="1618910172" sldId="1600"/>
            <ac:spMk id="38" creationId="{1595ABEE-BB8B-4148-AA66-900CEBFD690E}"/>
          </ac:spMkLst>
        </pc:spChg>
        <pc:spChg chg="del">
          <ac:chgData name="Nicole Berdy" userId="09faaa2c-1220-45b8-8aa0-9db51fae9b04" providerId="ADAL" clId="{41CDC566-9CC4-4A24-B5D2-B25F69804198}" dt="2017-09-22T18:53:51.885" v="373" actId="478"/>
          <ac:spMkLst>
            <pc:docMk/>
            <pc:sldMk cId="1618910172" sldId="1600"/>
            <ac:spMk id="39" creationId="{9C38506E-78D6-4FFD-A37D-24F8D7D3FC6A}"/>
          </ac:spMkLst>
        </pc:spChg>
        <pc:spChg chg="del">
          <ac:chgData name="Nicole Berdy" userId="09faaa2c-1220-45b8-8aa0-9db51fae9b04" providerId="ADAL" clId="{41CDC566-9CC4-4A24-B5D2-B25F69804198}" dt="2017-09-22T18:53:51.885" v="373" actId="478"/>
          <ac:spMkLst>
            <pc:docMk/>
            <pc:sldMk cId="1618910172" sldId="1600"/>
            <ac:spMk id="40" creationId="{0CFA38A0-8067-4EA7-8E7F-755C9808DD77}"/>
          </ac:spMkLst>
        </pc:spChg>
        <pc:spChg chg="del">
          <ac:chgData name="Nicole Berdy" userId="09faaa2c-1220-45b8-8aa0-9db51fae9b04" providerId="ADAL" clId="{41CDC566-9CC4-4A24-B5D2-B25F69804198}" dt="2017-09-22T18:53:51.885" v="373" actId="478"/>
          <ac:spMkLst>
            <pc:docMk/>
            <pc:sldMk cId="1618910172" sldId="1600"/>
            <ac:spMk id="41" creationId="{ABF37222-288A-4F4F-8DDC-9EB5285CDF9D}"/>
          </ac:spMkLst>
        </pc:spChg>
        <pc:spChg chg="del">
          <ac:chgData name="Nicole Berdy" userId="09faaa2c-1220-45b8-8aa0-9db51fae9b04" providerId="ADAL" clId="{41CDC566-9CC4-4A24-B5D2-B25F69804198}" dt="2017-09-22T18:53:41.351" v="366" actId="478"/>
          <ac:spMkLst>
            <pc:docMk/>
            <pc:sldMk cId="1618910172" sldId="1600"/>
            <ac:spMk id="43" creationId="{79156744-EA22-4FB1-B026-B369E932C239}"/>
          </ac:spMkLst>
        </pc:spChg>
        <pc:spChg chg="add mod">
          <ac:chgData name="Nicole Berdy" userId="09faaa2c-1220-45b8-8aa0-9db51fae9b04" providerId="ADAL" clId="{41CDC566-9CC4-4A24-B5D2-B25F69804198}" dt="2017-09-22T21:34:19.964" v="523" actId="403"/>
          <ac:spMkLst>
            <pc:docMk/>
            <pc:sldMk cId="1618910172" sldId="1600"/>
            <ac:spMk id="44" creationId="{FB186249-ACB2-48E0-A734-CBE9BD50FFE5}"/>
          </ac:spMkLst>
        </pc:spChg>
        <pc:spChg chg="add del mod">
          <ac:chgData name="Nicole Berdy" userId="09faaa2c-1220-45b8-8aa0-9db51fae9b04" providerId="ADAL" clId="{41CDC566-9CC4-4A24-B5D2-B25F69804198}" dt="2017-09-22T18:59:24.216" v="478" actId="478"/>
          <ac:spMkLst>
            <pc:docMk/>
            <pc:sldMk cId="1618910172" sldId="1600"/>
            <ac:spMk id="45" creationId="{74A3C44C-1C16-448E-879D-144949500185}"/>
          </ac:spMkLst>
        </pc:spChg>
        <pc:spChg chg="del mod">
          <ac:chgData name="Nicole Berdy" userId="09faaa2c-1220-45b8-8aa0-9db51fae9b04" providerId="ADAL" clId="{41CDC566-9CC4-4A24-B5D2-B25F69804198}" dt="2017-09-22T21:33:59.129" v="512" actId="478"/>
          <ac:spMkLst>
            <pc:docMk/>
            <pc:sldMk cId="1618910172" sldId="1600"/>
            <ac:spMk id="59" creationId="{00000000-0000-0000-0000-000000000000}"/>
          </ac:spMkLst>
        </pc:spChg>
        <pc:spChg chg="mod">
          <ac:chgData name="Nicole Berdy" userId="09faaa2c-1220-45b8-8aa0-9db51fae9b04" providerId="ADAL" clId="{41CDC566-9CC4-4A24-B5D2-B25F69804198}" dt="2017-09-22T21:36:56.176" v="586" actId="1037"/>
          <ac:spMkLst>
            <pc:docMk/>
            <pc:sldMk cId="1618910172" sldId="1600"/>
            <ac:spMk id="84" creationId="{00000000-0000-0000-0000-000000000000}"/>
          </ac:spMkLst>
        </pc:spChg>
        <pc:spChg chg="mod">
          <ac:chgData name="Nicole Berdy" userId="09faaa2c-1220-45b8-8aa0-9db51fae9b04" providerId="ADAL" clId="{41CDC566-9CC4-4A24-B5D2-B25F69804198}" dt="2017-09-22T21:36:56.176" v="586" actId="1037"/>
          <ac:spMkLst>
            <pc:docMk/>
            <pc:sldMk cId="1618910172" sldId="1600"/>
            <ac:spMk id="85" creationId="{00000000-0000-0000-0000-000000000000}"/>
          </ac:spMkLst>
        </pc:spChg>
        <pc:spChg chg="mod">
          <ac:chgData name="Nicole Berdy" userId="09faaa2c-1220-45b8-8aa0-9db51fae9b04" providerId="ADAL" clId="{41CDC566-9CC4-4A24-B5D2-B25F69804198}" dt="2017-09-22T21:36:36.775" v="581" actId="1076"/>
          <ac:spMkLst>
            <pc:docMk/>
            <pc:sldMk cId="1618910172" sldId="1600"/>
            <ac:spMk id="86" creationId="{00000000-0000-0000-0000-000000000000}"/>
          </ac:spMkLst>
        </pc:spChg>
        <pc:spChg chg="mod">
          <ac:chgData name="Nicole Berdy" userId="09faaa2c-1220-45b8-8aa0-9db51fae9b04" providerId="ADAL" clId="{41CDC566-9CC4-4A24-B5D2-B25F69804198}" dt="2017-09-22T21:36:18.655" v="580" actId="1038"/>
          <ac:spMkLst>
            <pc:docMk/>
            <pc:sldMk cId="1618910172" sldId="1600"/>
            <ac:spMk id="88" creationId="{00000000-0000-0000-0000-000000000000}"/>
          </ac:spMkLst>
        </pc:spChg>
        <pc:spChg chg="del mod">
          <ac:chgData name="Nicole Berdy" userId="09faaa2c-1220-45b8-8aa0-9db51fae9b04" providerId="ADAL" clId="{41CDC566-9CC4-4A24-B5D2-B25F69804198}" dt="2017-09-22T21:34:00.511" v="513" actId="478"/>
          <ac:spMkLst>
            <pc:docMk/>
            <pc:sldMk cId="1618910172" sldId="1600"/>
            <ac:spMk id="95" creationId="{00000000-0000-0000-0000-000000000000}"/>
          </ac:spMkLst>
        </pc:spChg>
        <pc:spChg chg="del">
          <ac:chgData name="Nicole Berdy" userId="09faaa2c-1220-45b8-8aa0-9db51fae9b04" providerId="ADAL" clId="{41CDC566-9CC4-4A24-B5D2-B25F69804198}" dt="2017-09-22T18:53:43.570" v="367" actId="478"/>
          <ac:spMkLst>
            <pc:docMk/>
            <pc:sldMk cId="1618910172" sldId="1600"/>
            <ac:spMk id="96" creationId="{00000000-0000-0000-0000-000000000000}"/>
          </ac:spMkLst>
        </pc:spChg>
        <pc:spChg chg="mod">
          <ac:chgData name="Nicole Berdy" userId="09faaa2c-1220-45b8-8aa0-9db51fae9b04" providerId="ADAL" clId="{41CDC566-9CC4-4A24-B5D2-B25F69804198}" dt="2017-09-22T21:36:56.176" v="586" actId="1037"/>
          <ac:spMkLst>
            <pc:docMk/>
            <pc:sldMk cId="1618910172" sldId="1600"/>
            <ac:spMk id="100" creationId="{00000000-0000-0000-0000-000000000000}"/>
          </ac:spMkLst>
        </pc:spChg>
        <pc:spChg chg="mod">
          <ac:chgData name="Nicole Berdy" userId="09faaa2c-1220-45b8-8aa0-9db51fae9b04" providerId="ADAL" clId="{41CDC566-9CC4-4A24-B5D2-B25F69804198}" dt="2017-09-22T21:36:56.176" v="586" actId="1037"/>
          <ac:spMkLst>
            <pc:docMk/>
            <pc:sldMk cId="1618910172" sldId="1600"/>
            <ac:spMk id="101" creationId="{00000000-0000-0000-0000-000000000000}"/>
          </ac:spMkLst>
        </pc:spChg>
        <pc:spChg chg="del mod">
          <ac:chgData name="Nicole Berdy" userId="09faaa2c-1220-45b8-8aa0-9db51fae9b04" providerId="ADAL" clId="{41CDC566-9CC4-4A24-B5D2-B25F69804198}" dt="2017-09-22T18:54:45.438" v="400" actId="478"/>
          <ac:spMkLst>
            <pc:docMk/>
            <pc:sldMk cId="1618910172" sldId="1600"/>
            <ac:spMk id="106" creationId="{00000000-0000-0000-0000-000000000000}"/>
          </ac:spMkLst>
        </pc:spChg>
        <pc:spChg chg="del mod">
          <ac:chgData name="Nicole Berdy" userId="09faaa2c-1220-45b8-8aa0-9db51fae9b04" providerId="ADAL" clId="{41CDC566-9CC4-4A24-B5D2-B25F69804198}" dt="2017-09-22T21:32:33.732" v="487" actId="478"/>
          <ac:spMkLst>
            <pc:docMk/>
            <pc:sldMk cId="1618910172" sldId="1600"/>
            <ac:spMk id="118" creationId="{00000000-0000-0000-0000-000000000000}"/>
          </ac:spMkLst>
        </pc:spChg>
        <pc:spChg chg="del mod">
          <ac:chgData name="Nicole Berdy" userId="09faaa2c-1220-45b8-8aa0-9db51fae9b04" providerId="ADAL" clId="{41CDC566-9CC4-4A24-B5D2-B25F69804198}" dt="2017-09-22T21:32:34.676" v="488" actId="478"/>
          <ac:spMkLst>
            <pc:docMk/>
            <pc:sldMk cId="1618910172" sldId="1600"/>
            <ac:spMk id="119" creationId="{00000000-0000-0000-0000-000000000000}"/>
          </ac:spMkLst>
        </pc:spChg>
        <pc:spChg chg="del">
          <ac:chgData name="Nicole Berdy" userId="09faaa2c-1220-45b8-8aa0-9db51fae9b04" providerId="ADAL" clId="{41CDC566-9CC4-4A24-B5D2-B25F69804198}" dt="2017-09-22T18:53:44.796" v="368" actId="478"/>
          <ac:spMkLst>
            <pc:docMk/>
            <pc:sldMk cId="1618910172" sldId="1600"/>
            <ac:spMk id="122" creationId="{00000000-0000-0000-0000-000000000000}"/>
          </ac:spMkLst>
        </pc:spChg>
        <pc:cxnChg chg="del mod">
          <ac:chgData name="Nicole Berdy" userId="09faaa2c-1220-45b8-8aa0-9db51fae9b04" providerId="ADAL" clId="{41CDC566-9CC4-4A24-B5D2-B25F69804198}" dt="2017-09-22T21:34:01.231" v="514" actId="478"/>
          <ac:cxnSpMkLst>
            <pc:docMk/>
            <pc:sldMk cId="1618910172" sldId="1600"/>
            <ac:cxnSpMk id="9" creationId="{00000000-0000-0000-0000-000000000000}"/>
          </ac:cxnSpMkLst>
        </pc:cxnChg>
        <pc:cxnChg chg="del">
          <ac:chgData name="Nicole Berdy" userId="09faaa2c-1220-45b8-8aa0-9db51fae9b04" providerId="ADAL" clId="{41CDC566-9CC4-4A24-B5D2-B25F69804198}" dt="2017-09-22T18:53:46.321" v="369" actId="478"/>
          <ac:cxnSpMkLst>
            <pc:docMk/>
            <pc:sldMk cId="1618910172" sldId="1600"/>
            <ac:cxnSpMk id="87" creationId="{00000000-0000-0000-0000-000000000000}"/>
          </ac:cxnSpMkLst>
        </pc:cxnChg>
        <pc:cxnChg chg="mod">
          <ac:chgData name="Nicole Berdy" userId="09faaa2c-1220-45b8-8aa0-9db51fae9b04" providerId="ADAL" clId="{41CDC566-9CC4-4A24-B5D2-B25F69804198}" dt="2017-09-22T21:34:04.981" v="519" actId="1037"/>
          <ac:cxnSpMkLst>
            <pc:docMk/>
            <pc:sldMk cId="1618910172" sldId="1600"/>
            <ac:cxnSpMk id="89" creationId="{00000000-0000-0000-0000-000000000000}"/>
          </ac:cxnSpMkLst>
        </pc:cxnChg>
        <pc:cxnChg chg="mod">
          <ac:chgData name="Nicole Berdy" userId="09faaa2c-1220-45b8-8aa0-9db51fae9b04" providerId="ADAL" clId="{41CDC566-9CC4-4A24-B5D2-B25F69804198}" dt="2017-09-22T21:34:04.981" v="519" actId="1037"/>
          <ac:cxnSpMkLst>
            <pc:docMk/>
            <pc:sldMk cId="1618910172" sldId="1600"/>
            <ac:cxnSpMk id="90" creationId="{00000000-0000-0000-0000-000000000000}"/>
          </ac:cxnSpMkLst>
        </pc:cxnChg>
        <pc:cxnChg chg="mod">
          <ac:chgData name="Nicole Berdy" userId="09faaa2c-1220-45b8-8aa0-9db51fae9b04" providerId="ADAL" clId="{41CDC566-9CC4-4A24-B5D2-B25F69804198}" dt="2017-09-22T21:36:56.176" v="586" actId="1037"/>
          <ac:cxnSpMkLst>
            <pc:docMk/>
            <pc:sldMk cId="1618910172" sldId="1600"/>
            <ac:cxnSpMk id="91" creationId="{00000000-0000-0000-0000-000000000000}"/>
          </ac:cxnSpMkLst>
        </pc:cxnChg>
        <pc:cxnChg chg="mod">
          <ac:chgData name="Nicole Berdy" userId="09faaa2c-1220-45b8-8aa0-9db51fae9b04" providerId="ADAL" clId="{41CDC566-9CC4-4A24-B5D2-B25F69804198}" dt="2017-09-22T21:36:56.176" v="586" actId="1037"/>
          <ac:cxnSpMkLst>
            <pc:docMk/>
            <pc:sldMk cId="1618910172" sldId="1600"/>
            <ac:cxnSpMk id="92" creationId="{00000000-0000-0000-0000-000000000000}"/>
          </ac:cxnSpMkLst>
        </pc:cxnChg>
        <pc:cxnChg chg="mod">
          <ac:chgData name="Nicole Berdy" userId="09faaa2c-1220-45b8-8aa0-9db51fae9b04" providerId="ADAL" clId="{41CDC566-9CC4-4A24-B5D2-B25F69804198}" dt="2017-09-22T21:34:04.981" v="519" actId="1037"/>
          <ac:cxnSpMkLst>
            <pc:docMk/>
            <pc:sldMk cId="1618910172" sldId="1600"/>
            <ac:cxnSpMk id="93" creationId="{00000000-0000-0000-0000-000000000000}"/>
          </ac:cxnSpMkLst>
        </pc:cxnChg>
        <pc:cxnChg chg="mod">
          <ac:chgData name="Nicole Berdy" userId="09faaa2c-1220-45b8-8aa0-9db51fae9b04" providerId="ADAL" clId="{41CDC566-9CC4-4A24-B5D2-B25F69804198}" dt="2017-09-22T21:34:04.981" v="519" actId="1037"/>
          <ac:cxnSpMkLst>
            <pc:docMk/>
            <pc:sldMk cId="1618910172" sldId="1600"/>
            <ac:cxnSpMk id="94" creationId="{00000000-0000-0000-0000-000000000000}"/>
          </ac:cxnSpMkLst>
        </pc:cxnChg>
        <pc:cxnChg chg="mod">
          <ac:chgData name="Nicole Berdy" userId="09faaa2c-1220-45b8-8aa0-9db51fae9b04" providerId="ADAL" clId="{41CDC566-9CC4-4A24-B5D2-B25F69804198}" dt="2017-09-22T21:34:04.981" v="519" actId="1037"/>
          <ac:cxnSpMkLst>
            <pc:docMk/>
            <pc:sldMk cId="1618910172" sldId="1600"/>
            <ac:cxnSpMk id="103" creationId="{00000000-0000-0000-0000-000000000000}"/>
          </ac:cxnSpMkLst>
        </pc:cxnChg>
        <pc:cxnChg chg="mod">
          <ac:chgData name="Nicole Berdy" userId="09faaa2c-1220-45b8-8aa0-9db51fae9b04" providerId="ADAL" clId="{41CDC566-9CC4-4A24-B5D2-B25F69804198}" dt="2017-09-22T21:34:04.981" v="519" actId="1037"/>
          <ac:cxnSpMkLst>
            <pc:docMk/>
            <pc:sldMk cId="1618910172" sldId="1600"/>
            <ac:cxnSpMk id="104" creationId="{00000000-0000-0000-0000-000000000000}"/>
          </ac:cxnSpMkLst>
        </pc:cxnChg>
        <pc:cxnChg chg="mod">
          <ac:chgData name="Nicole Berdy" userId="09faaa2c-1220-45b8-8aa0-9db51fae9b04" providerId="ADAL" clId="{41CDC566-9CC4-4A24-B5D2-B25F69804198}" dt="2017-09-22T21:36:56.176" v="586" actId="1037"/>
          <ac:cxnSpMkLst>
            <pc:docMk/>
            <pc:sldMk cId="1618910172" sldId="1600"/>
            <ac:cxnSpMk id="105" creationId="{00000000-0000-0000-0000-000000000000}"/>
          </ac:cxnSpMkLst>
        </pc:cxnChg>
        <pc:cxnChg chg="del mod">
          <ac:chgData name="Nicole Berdy" userId="09faaa2c-1220-45b8-8aa0-9db51fae9b04" providerId="ADAL" clId="{41CDC566-9CC4-4A24-B5D2-B25F69804198}" dt="2017-09-22T18:54:47.007" v="401" actId="478"/>
          <ac:cxnSpMkLst>
            <pc:docMk/>
            <pc:sldMk cId="1618910172" sldId="1600"/>
            <ac:cxnSpMk id="115" creationId="{00000000-0000-0000-0000-000000000000}"/>
          </ac:cxnSpMkLst>
        </pc:cxnChg>
        <pc:cxnChg chg="mod">
          <ac:chgData name="Nicole Berdy" userId="09faaa2c-1220-45b8-8aa0-9db51fae9b04" providerId="ADAL" clId="{41CDC566-9CC4-4A24-B5D2-B25F69804198}" dt="2017-09-22T21:36:56.176" v="586" actId="1037"/>
          <ac:cxnSpMkLst>
            <pc:docMk/>
            <pc:sldMk cId="1618910172" sldId="1600"/>
            <ac:cxnSpMk id="117" creationId="{00000000-0000-0000-0000-000000000000}"/>
          </ac:cxnSpMkLst>
        </pc:cxnChg>
        <pc:cxnChg chg="mod">
          <ac:chgData name="Nicole Berdy" userId="09faaa2c-1220-45b8-8aa0-9db51fae9b04" providerId="ADAL" clId="{41CDC566-9CC4-4A24-B5D2-B25F69804198}" dt="2017-09-22T21:34:04.981" v="519" actId="1037"/>
          <ac:cxnSpMkLst>
            <pc:docMk/>
            <pc:sldMk cId="1618910172" sldId="1600"/>
            <ac:cxnSpMk id="120" creationId="{00000000-0000-0000-0000-000000000000}"/>
          </ac:cxnSpMkLst>
        </pc:cxnChg>
        <pc:cxnChg chg="mod">
          <ac:chgData name="Nicole Berdy" userId="09faaa2c-1220-45b8-8aa0-9db51fae9b04" providerId="ADAL" clId="{41CDC566-9CC4-4A24-B5D2-B25F69804198}" dt="2017-09-22T21:34:04.981" v="519" actId="1037"/>
          <ac:cxnSpMkLst>
            <pc:docMk/>
            <pc:sldMk cId="1618910172" sldId="1600"/>
            <ac:cxnSpMk id="121" creationId="{00000000-0000-0000-0000-000000000000}"/>
          </ac:cxnSpMkLst>
        </pc:cxnChg>
        <pc:cxnChg chg="del">
          <ac:chgData name="Nicole Berdy" userId="09faaa2c-1220-45b8-8aa0-9db51fae9b04" providerId="ADAL" clId="{41CDC566-9CC4-4A24-B5D2-B25F69804198}" dt="2017-09-22T18:53:47.144" v="370" actId="478"/>
          <ac:cxnSpMkLst>
            <pc:docMk/>
            <pc:sldMk cId="1618910172" sldId="1600"/>
            <ac:cxnSpMk id="123" creationId="{00000000-0000-0000-0000-000000000000}"/>
          </ac:cxnSpMkLst>
        </pc:cxnChg>
        <pc:cxnChg chg="del">
          <ac:chgData name="Nicole Berdy" userId="09faaa2c-1220-45b8-8aa0-9db51fae9b04" providerId="ADAL" clId="{41CDC566-9CC4-4A24-B5D2-B25F69804198}" dt="2017-09-22T18:53:47.642" v="371" actId="478"/>
          <ac:cxnSpMkLst>
            <pc:docMk/>
            <pc:sldMk cId="1618910172" sldId="1600"/>
            <ac:cxnSpMk id="124" creationId="{00000000-0000-0000-0000-000000000000}"/>
          </ac:cxnSpMkLst>
        </pc:cxnChg>
      </pc:sldChg>
      <pc:sldChg chg="addSp delSp modSp add">
        <pc:chgData name="Nicole Berdy" userId="09faaa2c-1220-45b8-8aa0-9db51fae9b04" providerId="ADAL" clId="{41CDC566-9CC4-4A24-B5D2-B25F69804198}" dt="2017-09-25T14:32:13.995" v="1360" actId="1076"/>
        <pc:sldMkLst>
          <pc:docMk/>
          <pc:sldMk cId="4265049222" sldId="1601"/>
        </pc:sldMkLst>
        <pc:spChg chg="mod">
          <ac:chgData name="Nicole Berdy" userId="09faaa2c-1220-45b8-8aa0-9db51fae9b04" providerId="ADAL" clId="{41CDC566-9CC4-4A24-B5D2-B25F69804198}" dt="2017-09-24T01:54:46.968" v="946" actId="20577"/>
          <ac:spMkLst>
            <pc:docMk/>
            <pc:sldMk cId="4265049222" sldId="1601"/>
            <ac:spMk id="3" creationId="{00000000-0000-0000-0000-000000000000}"/>
          </ac:spMkLst>
        </pc:spChg>
        <pc:spChg chg="mod">
          <ac:chgData name="Nicole Berdy" userId="09faaa2c-1220-45b8-8aa0-9db51fae9b04" providerId="ADAL" clId="{41CDC566-9CC4-4A24-B5D2-B25F69804198}" dt="2017-09-24T01:45:06.560" v="716" actId="20577"/>
          <ac:spMkLst>
            <pc:docMk/>
            <pc:sldMk cId="4265049222" sldId="1601"/>
            <ac:spMk id="8" creationId="{00000000-0000-0000-0000-000000000000}"/>
          </ac:spMkLst>
        </pc:spChg>
        <pc:spChg chg="mod">
          <ac:chgData name="Nicole Berdy" userId="09faaa2c-1220-45b8-8aa0-9db51fae9b04" providerId="ADAL" clId="{41CDC566-9CC4-4A24-B5D2-B25F69804198}" dt="2017-09-24T01:59:41.628" v="1029" actId="20577"/>
          <ac:spMkLst>
            <pc:docMk/>
            <pc:sldMk cId="4265049222" sldId="1601"/>
            <ac:spMk id="9" creationId="{00000000-0000-0000-0000-000000000000}"/>
          </ac:spMkLst>
        </pc:spChg>
        <pc:spChg chg="mod">
          <ac:chgData name="Nicole Berdy" userId="09faaa2c-1220-45b8-8aa0-9db51fae9b04" providerId="ADAL" clId="{41CDC566-9CC4-4A24-B5D2-B25F69804198}" dt="2017-09-25T14:32:13.995" v="1360" actId="1076"/>
          <ac:spMkLst>
            <pc:docMk/>
            <pc:sldMk cId="4265049222" sldId="1601"/>
            <ac:spMk id="10" creationId="{00000000-0000-0000-0000-000000000000}"/>
          </ac:spMkLst>
        </pc:spChg>
        <pc:spChg chg="del">
          <ac:chgData name="Nicole Berdy" userId="09faaa2c-1220-45b8-8aa0-9db51fae9b04" providerId="ADAL" clId="{41CDC566-9CC4-4A24-B5D2-B25F69804198}" dt="2017-09-24T01:58:02.957" v="964" actId="478"/>
          <ac:spMkLst>
            <pc:docMk/>
            <pc:sldMk cId="4265049222" sldId="1601"/>
            <ac:spMk id="12" creationId="{00000000-0000-0000-0000-000000000000}"/>
          </ac:spMkLst>
        </pc:spChg>
        <pc:spChg chg="del">
          <ac:chgData name="Nicole Berdy" userId="09faaa2c-1220-45b8-8aa0-9db51fae9b04" providerId="ADAL" clId="{41CDC566-9CC4-4A24-B5D2-B25F69804198}" dt="2017-09-24T01:56:19.517" v="947" actId="478"/>
          <ac:spMkLst>
            <pc:docMk/>
            <pc:sldMk cId="4265049222" sldId="1601"/>
            <ac:spMk id="13" creationId="{00000000-0000-0000-0000-000000000000}"/>
          </ac:spMkLst>
        </pc:spChg>
        <pc:spChg chg="del">
          <ac:chgData name="Nicole Berdy" userId="09faaa2c-1220-45b8-8aa0-9db51fae9b04" providerId="ADAL" clId="{41CDC566-9CC4-4A24-B5D2-B25F69804198}" dt="2017-09-24T01:47:12.007" v="801" actId="478"/>
          <ac:spMkLst>
            <pc:docMk/>
            <pc:sldMk cId="4265049222" sldId="1601"/>
            <ac:spMk id="14" creationId="{00000000-0000-0000-0000-000000000000}"/>
          </ac:spMkLst>
        </pc:spChg>
        <pc:spChg chg="add mod">
          <ac:chgData name="Nicole Berdy" userId="09faaa2c-1220-45b8-8aa0-9db51fae9b04" providerId="ADAL" clId="{41CDC566-9CC4-4A24-B5D2-B25F69804198}" dt="2017-09-24T01:58:13.791" v="968" actId="1076"/>
          <ac:spMkLst>
            <pc:docMk/>
            <pc:sldMk cId="4265049222" sldId="1601"/>
            <ac:spMk id="15" creationId="{375AA36A-9AC5-4720-8E8C-8B860D7722C8}"/>
          </ac:spMkLst>
        </pc:spChg>
        <pc:spChg chg="add mod">
          <ac:chgData name="Nicole Berdy" userId="09faaa2c-1220-45b8-8aa0-9db51fae9b04" providerId="ADAL" clId="{41CDC566-9CC4-4A24-B5D2-B25F69804198}" dt="2017-09-24T01:58:09.309" v="967" actId="1076"/>
          <ac:spMkLst>
            <pc:docMk/>
            <pc:sldMk cId="4265049222" sldId="1601"/>
            <ac:spMk id="16" creationId="{58475779-0BF2-4EAD-8601-44B23D9FF191}"/>
          </ac:spMkLst>
        </pc:spChg>
        <pc:spChg chg="add mod">
          <ac:chgData name="Nicole Berdy" userId="09faaa2c-1220-45b8-8aa0-9db51fae9b04" providerId="ADAL" clId="{41CDC566-9CC4-4A24-B5D2-B25F69804198}" dt="2017-09-24T01:58:42.929" v="984" actId="1076"/>
          <ac:spMkLst>
            <pc:docMk/>
            <pc:sldMk cId="4265049222" sldId="1601"/>
            <ac:spMk id="17" creationId="{EB1A889A-3D01-4F29-A591-D66962B407C6}"/>
          </ac:spMkLst>
        </pc:spChg>
      </pc:sldChg>
      <pc:sldChg chg="addSp delSp modSp add del modNotesTx">
        <pc:chgData name="Nicole Berdy" userId="09faaa2c-1220-45b8-8aa0-9db51fae9b04" providerId="ADAL" clId="{41CDC566-9CC4-4A24-B5D2-B25F69804198}" dt="2017-09-24T20:36:38.224" v="1187" actId="20577"/>
        <pc:sldMkLst>
          <pc:docMk/>
          <pc:sldMk cId="3936351611" sldId="1602"/>
        </pc:sldMkLst>
        <pc:spChg chg="add del mod">
          <ac:chgData name="Nicole Berdy" userId="09faaa2c-1220-45b8-8aa0-9db51fae9b04" providerId="ADAL" clId="{41CDC566-9CC4-4A24-B5D2-B25F69804198}" dt="2017-09-24T02:03:21.179" v="1033" actId="20577"/>
          <ac:spMkLst>
            <pc:docMk/>
            <pc:sldMk cId="3936351611" sldId="1602"/>
            <ac:spMk id="2" creationId="{944AC0FE-0809-4EF3-80B4-679639C8DF8B}"/>
          </ac:spMkLst>
        </pc:spChg>
        <pc:spChg chg="mod">
          <ac:chgData name="Nicole Berdy" userId="09faaa2c-1220-45b8-8aa0-9db51fae9b04" providerId="ADAL" clId="{41CDC566-9CC4-4A24-B5D2-B25F69804198}" dt="2017-09-24T02:03:32.671" v="1036" actId="404"/>
          <ac:spMkLst>
            <pc:docMk/>
            <pc:sldMk cId="3936351611" sldId="1602"/>
            <ac:spMk id="83" creationId="{2406A9B0-5C02-4313-94BA-C459F39A1C97}"/>
          </ac:spMkLst>
        </pc:spChg>
      </pc:sldChg>
      <pc:sldChg chg="add modNotesTx">
        <pc:chgData name="Nicole Berdy" userId="09faaa2c-1220-45b8-8aa0-9db51fae9b04" providerId="ADAL" clId="{41CDC566-9CC4-4A24-B5D2-B25F69804198}" dt="2017-09-25T14:30:23.070" v="1352" actId="20577"/>
        <pc:sldMkLst>
          <pc:docMk/>
          <pc:sldMk cId="3186159663" sldId="1603"/>
        </pc:sldMkLst>
      </pc:sldChg>
      <pc:sldChg chg="addSp modSp add ord">
        <pc:chgData name="Nicole Berdy" userId="09faaa2c-1220-45b8-8aa0-9db51fae9b04" providerId="ADAL" clId="{41CDC566-9CC4-4A24-B5D2-B25F69804198}" dt="2017-09-25T14:43:49.084" v="1671" actId="1076"/>
        <pc:sldMkLst>
          <pc:docMk/>
          <pc:sldMk cId="3730660801" sldId="1604"/>
        </pc:sldMkLst>
        <pc:spChg chg="mod">
          <ac:chgData name="Nicole Berdy" userId="09faaa2c-1220-45b8-8aa0-9db51fae9b04" providerId="ADAL" clId="{41CDC566-9CC4-4A24-B5D2-B25F69804198}" dt="2017-09-25T14:39:05.716" v="1511" actId="1076"/>
          <ac:spMkLst>
            <pc:docMk/>
            <pc:sldMk cId="3730660801" sldId="1604"/>
            <ac:spMk id="2" creationId="{00000000-0000-0000-0000-000000000000}"/>
          </ac:spMkLst>
        </pc:spChg>
        <pc:spChg chg="mod">
          <ac:chgData name="Nicole Berdy" userId="09faaa2c-1220-45b8-8aa0-9db51fae9b04" providerId="ADAL" clId="{41CDC566-9CC4-4A24-B5D2-B25F69804198}" dt="2017-09-25T14:41:20.048" v="1646" actId="20577"/>
          <ac:spMkLst>
            <pc:docMk/>
            <pc:sldMk cId="3730660801" sldId="1604"/>
            <ac:spMk id="17" creationId="{00000000-0000-0000-0000-000000000000}"/>
          </ac:spMkLst>
        </pc:spChg>
        <pc:spChg chg="mod">
          <ac:chgData name="Nicole Berdy" userId="09faaa2c-1220-45b8-8aa0-9db51fae9b04" providerId="ADAL" clId="{41CDC566-9CC4-4A24-B5D2-B25F69804198}" dt="2017-09-25T14:41:15.407" v="1627" actId="14100"/>
          <ac:spMkLst>
            <pc:docMk/>
            <pc:sldMk cId="3730660801" sldId="1604"/>
            <ac:spMk id="19" creationId="{00000000-0000-0000-0000-000000000000}"/>
          </ac:spMkLst>
        </pc:spChg>
        <pc:spChg chg="mod">
          <ac:chgData name="Nicole Berdy" userId="09faaa2c-1220-45b8-8aa0-9db51fae9b04" providerId="ADAL" clId="{41CDC566-9CC4-4A24-B5D2-B25F69804198}" dt="2017-09-25T14:41:15.407" v="1627" actId="14100"/>
          <ac:spMkLst>
            <pc:docMk/>
            <pc:sldMk cId="3730660801" sldId="1604"/>
            <ac:spMk id="21" creationId="{00000000-0000-0000-0000-000000000000}"/>
          </ac:spMkLst>
        </pc:spChg>
        <pc:spChg chg="mod">
          <ac:chgData name="Nicole Berdy" userId="09faaa2c-1220-45b8-8aa0-9db51fae9b04" providerId="ADAL" clId="{41CDC566-9CC4-4A24-B5D2-B25F69804198}" dt="2017-09-25T14:41:15.407" v="1627" actId="14100"/>
          <ac:spMkLst>
            <pc:docMk/>
            <pc:sldMk cId="3730660801" sldId="1604"/>
            <ac:spMk id="23" creationId="{00000000-0000-0000-0000-000000000000}"/>
          </ac:spMkLst>
        </pc:spChg>
        <pc:spChg chg="mod">
          <ac:chgData name="Nicole Berdy" userId="09faaa2c-1220-45b8-8aa0-9db51fae9b04" providerId="ADAL" clId="{41CDC566-9CC4-4A24-B5D2-B25F69804198}" dt="2017-09-25T14:41:15.407" v="1627" actId="14100"/>
          <ac:spMkLst>
            <pc:docMk/>
            <pc:sldMk cId="3730660801" sldId="1604"/>
            <ac:spMk id="25" creationId="{00000000-0000-0000-0000-000000000000}"/>
          </ac:spMkLst>
        </pc:spChg>
        <pc:spChg chg="add">
          <ac:chgData name="Nicole Berdy" userId="09faaa2c-1220-45b8-8aa0-9db51fae9b04" providerId="ADAL" clId="{41CDC566-9CC4-4A24-B5D2-B25F69804198}" dt="2017-09-25T14:39:12.091" v="1512" actId="1076"/>
          <ac:spMkLst>
            <pc:docMk/>
            <pc:sldMk cId="3730660801" sldId="1604"/>
            <ac:spMk id="28" creationId="{42C318D7-D930-4CF0-8344-8D27242FFCCE}"/>
          </ac:spMkLst>
        </pc:spChg>
        <pc:spChg chg="add">
          <ac:chgData name="Nicole Berdy" userId="09faaa2c-1220-45b8-8aa0-9db51fae9b04" providerId="ADAL" clId="{41CDC566-9CC4-4A24-B5D2-B25F69804198}" dt="2017-09-25T14:39:12.091" v="1512" actId="1076"/>
          <ac:spMkLst>
            <pc:docMk/>
            <pc:sldMk cId="3730660801" sldId="1604"/>
            <ac:spMk id="29" creationId="{720F0A0C-BC43-4BBC-9CA4-08D5AEDB9DF2}"/>
          </ac:spMkLst>
        </pc:spChg>
        <pc:spChg chg="add">
          <ac:chgData name="Nicole Berdy" userId="09faaa2c-1220-45b8-8aa0-9db51fae9b04" providerId="ADAL" clId="{41CDC566-9CC4-4A24-B5D2-B25F69804198}" dt="2017-09-25T14:39:12.091" v="1512" actId="1076"/>
          <ac:spMkLst>
            <pc:docMk/>
            <pc:sldMk cId="3730660801" sldId="1604"/>
            <ac:spMk id="30" creationId="{825CD8AC-FE45-4793-A8DD-1AA2A8D6793E}"/>
          </ac:spMkLst>
        </pc:spChg>
        <pc:spChg chg="add">
          <ac:chgData name="Nicole Berdy" userId="09faaa2c-1220-45b8-8aa0-9db51fae9b04" providerId="ADAL" clId="{41CDC566-9CC4-4A24-B5D2-B25F69804198}" dt="2017-09-25T14:39:12.091" v="1512" actId="1076"/>
          <ac:spMkLst>
            <pc:docMk/>
            <pc:sldMk cId="3730660801" sldId="1604"/>
            <ac:spMk id="31" creationId="{5448DCA6-E616-460B-858C-54BF7AC10F5D}"/>
          </ac:spMkLst>
        </pc:spChg>
        <pc:spChg chg="mod">
          <ac:chgData name="Nicole Berdy" userId="09faaa2c-1220-45b8-8aa0-9db51fae9b04" providerId="ADAL" clId="{41CDC566-9CC4-4A24-B5D2-B25F69804198}" dt="2017-09-25T14:41:15.643" v="1628" actId="14100"/>
          <ac:spMkLst>
            <pc:docMk/>
            <pc:sldMk cId="3730660801" sldId="1604"/>
            <ac:spMk id="32" creationId="{00000000-0000-0000-0000-000000000000}"/>
          </ac:spMkLst>
        </pc:spChg>
        <pc:spChg chg="mod">
          <ac:chgData name="Nicole Berdy" userId="09faaa2c-1220-45b8-8aa0-9db51fae9b04" providerId="ADAL" clId="{41CDC566-9CC4-4A24-B5D2-B25F69804198}" dt="2017-09-25T14:41:15.643" v="1628" actId="14100"/>
          <ac:spMkLst>
            <pc:docMk/>
            <pc:sldMk cId="3730660801" sldId="1604"/>
            <ac:spMk id="33" creationId="{00000000-0000-0000-0000-000000000000}"/>
          </ac:spMkLst>
        </pc:spChg>
        <pc:spChg chg="mod">
          <ac:chgData name="Nicole Berdy" userId="09faaa2c-1220-45b8-8aa0-9db51fae9b04" providerId="ADAL" clId="{41CDC566-9CC4-4A24-B5D2-B25F69804198}" dt="2017-09-25T14:41:15.643" v="1628" actId="14100"/>
          <ac:spMkLst>
            <pc:docMk/>
            <pc:sldMk cId="3730660801" sldId="1604"/>
            <ac:spMk id="34" creationId="{00000000-0000-0000-0000-000000000000}"/>
          </ac:spMkLst>
        </pc:spChg>
        <pc:spChg chg="mod">
          <ac:chgData name="Nicole Berdy" userId="09faaa2c-1220-45b8-8aa0-9db51fae9b04" providerId="ADAL" clId="{41CDC566-9CC4-4A24-B5D2-B25F69804198}" dt="2017-09-25T14:41:15.643" v="1628" actId="14100"/>
          <ac:spMkLst>
            <pc:docMk/>
            <pc:sldMk cId="3730660801" sldId="1604"/>
            <ac:spMk id="35" creationId="{00000000-0000-0000-0000-000000000000}"/>
          </ac:spMkLst>
        </pc:spChg>
        <pc:spChg chg="mod">
          <ac:chgData name="Nicole Berdy" userId="09faaa2c-1220-45b8-8aa0-9db51fae9b04" providerId="ADAL" clId="{41CDC566-9CC4-4A24-B5D2-B25F69804198}" dt="2017-09-25T14:41:15.643" v="1628" actId="14100"/>
          <ac:spMkLst>
            <pc:docMk/>
            <pc:sldMk cId="3730660801" sldId="1604"/>
            <ac:spMk id="36" creationId="{00000000-0000-0000-0000-000000000000}"/>
          </ac:spMkLst>
        </pc:spChg>
        <pc:spChg chg="add">
          <ac:chgData name="Nicole Berdy" userId="09faaa2c-1220-45b8-8aa0-9db51fae9b04" providerId="ADAL" clId="{41CDC566-9CC4-4A24-B5D2-B25F69804198}" dt="2017-09-25T14:39:12.091" v="1512" actId="1076"/>
          <ac:spMkLst>
            <pc:docMk/>
            <pc:sldMk cId="3730660801" sldId="1604"/>
            <ac:spMk id="37" creationId="{CA755A6F-EB64-47CC-BBD1-473C154AFDC5}"/>
          </ac:spMkLst>
        </pc:spChg>
        <pc:spChg chg="add">
          <ac:chgData name="Nicole Berdy" userId="09faaa2c-1220-45b8-8aa0-9db51fae9b04" providerId="ADAL" clId="{41CDC566-9CC4-4A24-B5D2-B25F69804198}" dt="2017-09-25T14:39:12.091" v="1512" actId="1076"/>
          <ac:spMkLst>
            <pc:docMk/>
            <pc:sldMk cId="3730660801" sldId="1604"/>
            <ac:spMk id="38" creationId="{D5D6644F-F2BC-4262-9C99-33AB7445E71A}"/>
          </ac:spMkLst>
        </pc:spChg>
        <pc:spChg chg="add">
          <ac:chgData name="Nicole Berdy" userId="09faaa2c-1220-45b8-8aa0-9db51fae9b04" providerId="ADAL" clId="{41CDC566-9CC4-4A24-B5D2-B25F69804198}" dt="2017-09-25T14:39:12.091" v="1512" actId="1076"/>
          <ac:spMkLst>
            <pc:docMk/>
            <pc:sldMk cId="3730660801" sldId="1604"/>
            <ac:spMk id="39" creationId="{EED2F0A3-BBB5-44FE-A052-AA5DC602D56A}"/>
          </ac:spMkLst>
        </pc:spChg>
        <pc:spChg chg="add">
          <ac:chgData name="Nicole Berdy" userId="09faaa2c-1220-45b8-8aa0-9db51fae9b04" providerId="ADAL" clId="{41CDC566-9CC4-4A24-B5D2-B25F69804198}" dt="2017-09-25T14:39:12.091" v="1512" actId="1076"/>
          <ac:spMkLst>
            <pc:docMk/>
            <pc:sldMk cId="3730660801" sldId="1604"/>
            <ac:spMk id="40" creationId="{60E7FE10-3587-42AF-BFEB-2F8A1305B765}"/>
          </ac:spMkLst>
        </pc:spChg>
        <pc:spChg chg="add">
          <ac:chgData name="Nicole Berdy" userId="09faaa2c-1220-45b8-8aa0-9db51fae9b04" providerId="ADAL" clId="{41CDC566-9CC4-4A24-B5D2-B25F69804198}" dt="2017-09-25T14:39:12.091" v="1512" actId="1076"/>
          <ac:spMkLst>
            <pc:docMk/>
            <pc:sldMk cId="3730660801" sldId="1604"/>
            <ac:spMk id="41" creationId="{6CD423CC-6FFB-4961-BBCF-B3117A235245}"/>
          </ac:spMkLst>
        </pc:spChg>
        <pc:spChg chg="add">
          <ac:chgData name="Nicole Berdy" userId="09faaa2c-1220-45b8-8aa0-9db51fae9b04" providerId="ADAL" clId="{41CDC566-9CC4-4A24-B5D2-B25F69804198}" dt="2017-09-25T14:39:12.091" v="1512" actId="1076"/>
          <ac:spMkLst>
            <pc:docMk/>
            <pc:sldMk cId="3730660801" sldId="1604"/>
            <ac:spMk id="42" creationId="{FC475033-4F49-4E21-A60C-F34209B00341}"/>
          </ac:spMkLst>
        </pc:spChg>
        <pc:spChg chg="add">
          <ac:chgData name="Nicole Berdy" userId="09faaa2c-1220-45b8-8aa0-9db51fae9b04" providerId="ADAL" clId="{41CDC566-9CC4-4A24-B5D2-B25F69804198}" dt="2017-09-25T14:39:12.091" v="1512" actId="1076"/>
          <ac:spMkLst>
            <pc:docMk/>
            <pc:sldMk cId="3730660801" sldId="1604"/>
            <ac:spMk id="43" creationId="{99EDFE30-4CA5-4128-BD4F-D4534F386F82}"/>
          </ac:spMkLst>
        </pc:spChg>
        <pc:spChg chg="add">
          <ac:chgData name="Nicole Berdy" userId="09faaa2c-1220-45b8-8aa0-9db51fae9b04" providerId="ADAL" clId="{41CDC566-9CC4-4A24-B5D2-B25F69804198}" dt="2017-09-25T14:39:12.091" v="1512" actId="1076"/>
          <ac:spMkLst>
            <pc:docMk/>
            <pc:sldMk cId="3730660801" sldId="1604"/>
            <ac:spMk id="44" creationId="{7C3E054D-5B00-4278-844D-F4042FC04F34}"/>
          </ac:spMkLst>
        </pc:spChg>
        <pc:spChg chg="add">
          <ac:chgData name="Nicole Berdy" userId="09faaa2c-1220-45b8-8aa0-9db51fae9b04" providerId="ADAL" clId="{41CDC566-9CC4-4A24-B5D2-B25F69804198}" dt="2017-09-25T14:39:12.091" v="1512" actId="1076"/>
          <ac:spMkLst>
            <pc:docMk/>
            <pc:sldMk cId="3730660801" sldId="1604"/>
            <ac:spMk id="45" creationId="{47F8E19E-CDBD-4859-BEC2-A2235F7DDCE1}"/>
          </ac:spMkLst>
        </pc:spChg>
        <pc:spChg chg="add">
          <ac:chgData name="Nicole Berdy" userId="09faaa2c-1220-45b8-8aa0-9db51fae9b04" providerId="ADAL" clId="{41CDC566-9CC4-4A24-B5D2-B25F69804198}" dt="2017-09-25T14:39:12.091" v="1512" actId="1076"/>
          <ac:spMkLst>
            <pc:docMk/>
            <pc:sldMk cId="3730660801" sldId="1604"/>
            <ac:spMk id="46" creationId="{6D99B0EA-A80A-4FE4-B0D5-91DE087BAFA2}"/>
          </ac:spMkLst>
        </pc:spChg>
        <pc:spChg chg="add">
          <ac:chgData name="Nicole Berdy" userId="09faaa2c-1220-45b8-8aa0-9db51fae9b04" providerId="ADAL" clId="{41CDC566-9CC4-4A24-B5D2-B25F69804198}" dt="2017-09-25T14:39:12.091" v="1512" actId="1076"/>
          <ac:spMkLst>
            <pc:docMk/>
            <pc:sldMk cId="3730660801" sldId="1604"/>
            <ac:spMk id="47" creationId="{014FBB5F-643D-402C-98A6-363E3A221D37}"/>
          </ac:spMkLst>
        </pc:spChg>
        <pc:spChg chg="add">
          <ac:chgData name="Nicole Berdy" userId="09faaa2c-1220-45b8-8aa0-9db51fae9b04" providerId="ADAL" clId="{41CDC566-9CC4-4A24-B5D2-B25F69804198}" dt="2017-09-25T14:39:12.091" v="1512" actId="1076"/>
          <ac:spMkLst>
            <pc:docMk/>
            <pc:sldMk cId="3730660801" sldId="1604"/>
            <ac:spMk id="48" creationId="{2FBAE479-20DA-4339-A827-AE98106CD007}"/>
          </ac:spMkLst>
        </pc:spChg>
        <pc:spChg chg="add">
          <ac:chgData name="Nicole Berdy" userId="09faaa2c-1220-45b8-8aa0-9db51fae9b04" providerId="ADAL" clId="{41CDC566-9CC4-4A24-B5D2-B25F69804198}" dt="2017-09-25T14:39:12.091" v="1512" actId="1076"/>
          <ac:spMkLst>
            <pc:docMk/>
            <pc:sldMk cId="3730660801" sldId="1604"/>
            <ac:spMk id="49" creationId="{78006A88-B68E-4898-92D9-56114EBFD0D2}"/>
          </ac:spMkLst>
        </pc:spChg>
        <pc:spChg chg="add">
          <ac:chgData name="Nicole Berdy" userId="09faaa2c-1220-45b8-8aa0-9db51fae9b04" providerId="ADAL" clId="{41CDC566-9CC4-4A24-B5D2-B25F69804198}" dt="2017-09-25T14:39:12.091" v="1512" actId="1076"/>
          <ac:spMkLst>
            <pc:docMk/>
            <pc:sldMk cId="3730660801" sldId="1604"/>
            <ac:spMk id="50" creationId="{7DD054A2-A51B-4BFE-8022-D9E06E33AF51}"/>
          </ac:spMkLst>
        </pc:spChg>
        <pc:spChg chg="add">
          <ac:chgData name="Nicole Berdy" userId="09faaa2c-1220-45b8-8aa0-9db51fae9b04" providerId="ADAL" clId="{41CDC566-9CC4-4A24-B5D2-B25F69804198}" dt="2017-09-25T14:39:12.091" v="1512" actId="1076"/>
          <ac:spMkLst>
            <pc:docMk/>
            <pc:sldMk cId="3730660801" sldId="1604"/>
            <ac:spMk id="51" creationId="{2C3E7394-338C-4D4A-8CD1-2C72F0F8805E}"/>
          </ac:spMkLst>
        </pc:spChg>
        <pc:spChg chg="add">
          <ac:chgData name="Nicole Berdy" userId="09faaa2c-1220-45b8-8aa0-9db51fae9b04" providerId="ADAL" clId="{41CDC566-9CC4-4A24-B5D2-B25F69804198}" dt="2017-09-25T14:39:12.091" v="1512" actId="1076"/>
          <ac:spMkLst>
            <pc:docMk/>
            <pc:sldMk cId="3730660801" sldId="1604"/>
            <ac:spMk id="52" creationId="{6F4EB500-A68B-40B7-9B77-4AF8C1036D29}"/>
          </ac:spMkLst>
        </pc:spChg>
        <pc:spChg chg="add mod">
          <ac:chgData name="Nicole Berdy" userId="09faaa2c-1220-45b8-8aa0-9db51fae9b04" providerId="ADAL" clId="{41CDC566-9CC4-4A24-B5D2-B25F69804198}" dt="2017-09-25T14:43:42.161" v="1669" actId="1076"/>
          <ac:spMkLst>
            <pc:docMk/>
            <pc:sldMk cId="3730660801" sldId="1604"/>
            <ac:spMk id="53" creationId="{2561194F-82E9-4F20-8E98-10965929AA22}"/>
          </ac:spMkLst>
        </pc:spChg>
        <pc:spChg chg="add mod">
          <ac:chgData name="Nicole Berdy" userId="09faaa2c-1220-45b8-8aa0-9db51fae9b04" providerId="ADAL" clId="{41CDC566-9CC4-4A24-B5D2-B25F69804198}" dt="2017-09-25T14:43:45.528" v="1670" actId="1076"/>
          <ac:spMkLst>
            <pc:docMk/>
            <pc:sldMk cId="3730660801" sldId="1604"/>
            <ac:spMk id="54" creationId="{A174E960-3E4F-448E-B873-8CF27F83501A}"/>
          </ac:spMkLst>
        </pc:spChg>
        <pc:spChg chg="add mod">
          <ac:chgData name="Nicole Berdy" userId="09faaa2c-1220-45b8-8aa0-9db51fae9b04" providerId="ADAL" clId="{41CDC566-9CC4-4A24-B5D2-B25F69804198}" dt="2017-09-25T14:43:33.751" v="1667" actId="1076"/>
          <ac:spMkLst>
            <pc:docMk/>
            <pc:sldMk cId="3730660801" sldId="1604"/>
            <ac:spMk id="55" creationId="{A863C8E9-E51C-4961-A33C-180A4C4AACB7}"/>
          </ac:spMkLst>
        </pc:spChg>
        <pc:spChg chg="add mod">
          <ac:chgData name="Nicole Berdy" userId="09faaa2c-1220-45b8-8aa0-9db51fae9b04" providerId="ADAL" clId="{41CDC566-9CC4-4A24-B5D2-B25F69804198}" dt="2017-09-25T14:43:38.572" v="1668" actId="1076"/>
          <ac:spMkLst>
            <pc:docMk/>
            <pc:sldMk cId="3730660801" sldId="1604"/>
            <ac:spMk id="56" creationId="{9048CC1D-DC5D-49D6-B5BF-08F0C8C0031A}"/>
          </ac:spMkLst>
        </pc:spChg>
        <pc:spChg chg="add mod">
          <ac:chgData name="Nicole Berdy" userId="09faaa2c-1220-45b8-8aa0-9db51fae9b04" providerId="ADAL" clId="{41CDC566-9CC4-4A24-B5D2-B25F69804198}" dt="2017-09-25T14:43:49.084" v="1671" actId="1076"/>
          <ac:spMkLst>
            <pc:docMk/>
            <pc:sldMk cId="3730660801" sldId="1604"/>
            <ac:spMk id="57" creationId="{FE04BFAD-E809-4B27-B0E5-EB2B5F7D8A79}"/>
          </ac:spMkLst>
        </pc:spChg>
        <pc:grpChg chg="add mod">
          <ac:chgData name="Nicole Berdy" userId="09faaa2c-1220-45b8-8aa0-9db51fae9b04" providerId="ADAL" clId="{41CDC566-9CC4-4A24-B5D2-B25F69804198}" dt="2017-09-25T14:39:12.809" v="1513" actId="1076"/>
          <ac:grpSpMkLst>
            <pc:docMk/>
            <pc:sldMk cId="3730660801" sldId="1604"/>
            <ac:grpSpMk id="13" creationId="{D12CFF8E-37CE-4699-B919-5061D1AEBBEC}"/>
          </ac:grpSpMkLst>
        </pc:grpChg>
        <pc:grpChg chg="add mod">
          <ac:chgData name="Nicole Berdy" userId="09faaa2c-1220-45b8-8aa0-9db51fae9b04" providerId="ADAL" clId="{41CDC566-9CC4-4A24-B5D2-B25F69804198}" dt="2017-09-25T14:39:12.809" v="1513" actId="1076"/>
          <ac:grpSpMkLst>
            <pc:docMk/>
            <pc:sldMk cId="3730660801" sldId="1604"/>
            <ac:grpSpMk id="14" creationId="{BE59591F-8365-46EB-ABA7-EF089FD6BBE7}"/>
          </ac:grpSpMkLst>
        </pc:grpChg>
        <pc:grpChg chg="add mod">
          <ac:chgData name="Nicole Berdy" userId="09faaa2c-1220-45b8-8aa0-9db51fae9b04" providerId="ADAL" clId="{41CDC566-9CC4-4A24-B5D2-B25F69804198}" dt="2017-09-25T14:39:12.809" v="1513" actId="1076"/>
          <ac:grpSpMkLst>
            <pc:docMk/>
            <pc:sldMk cId="3730660801" sldId="1604"/>
            <ac:grpSpMk id="15" creationId="{0CE2E138-70E5-4FBB-B85D-6B3D72325584}"/>
          </ac:grpSpMkLst>
        </pc:grpChg>
        <pc:grpChg chg="add mod">
          <ac:chgData name="Nicole Berdy" userId="09faaa2c-1220-45b8-8aa0-9db51fae9b04" providerId="ADAL" clId="{41CDC566-9CC4-4A24-B5D2-B25F69804198}" dt="2017-09-25T14:39:12.809" v="1513" actId="1076"/>
          <ac:grpSpMkLst>
            <pc:docMk/>
            <pc:sldMk cId="3730660801" sldId="1604"/>
            <ac:grpSpMk id="16" creationId="{6FEF0372-165C-4D91-9306-02FFA4B8D2E1}"/>
          </ac:grpSpMkLst>
        </pc:grpChg>
        <pc:grpChg chg="add mod">
          <ac:chgData name="Nicole Berdy" userId="09faaa2c-1220-45b8-8aa0-9db51fae9b04" providerId="ADAL" clId="{41CDC566-9CC4-4A24-B5D2-B25F69804198}" dt="2017-09-25T14:39:12.809" v="1513" actId="1076"/>
          <ac:grpSpMkLst>
            <pc:docMk/>
            <pc:sldMk cId="3730660801" sldId="1604"/>
            <ac:grpSpMk id="18" creationId="{5BB0978B-A726-40A6-8580-7569B92975CC}"/>
          </ac:grpSpMkLst>
        </pc:grpChg>
        <pc:grpChg chg="add mod">
          <ac:chgData name="Nicole Berdy" userId="09faaa2c-1220-45b8-8aa0-9db51fae9b04" providerId="ADAL" clId="{41CDC566-9CC4-4A24-B5D2-B25F69804198}" dt="2017-09-25T14:39:12.809" v="1513" actId="1076"/>
          <ac:grpSpMkLst>
            <pc:docMk/>
            <pc:sldMk cId="3730660801" sldId="1604"/>
            <ac:grpSpMk id="20" creationId="{51C924B8-4931-46D9-9F11-A8226398A046}"/>
          </ac:grpSpMkLst>
        </pc:grpChg>
        <pc:grpChg chg="add mod">
          <ac:chgData name="Nicole Berdy" userId="09faaa2c-1220-45b8-8aa0-9db51fae9b04" providerId="ADAL" clId="{41CDC566-9CC4-4A24-B5D2-B25F69804198}" dt="2017-09-25T14:39:12.809" v="1513" actId="1076"/>
          <ac:grpSpMkLst>
            <pc:docMk/>
            <pc:sldMk cId="3730660801" sldId="1604"/>
            <ac:grpSpMk id="22" creationId="{ABC9295A-10E8-40AF-8003-D5A23188D052}"/>
          </ac:grpSpMkLst>
        </pc:grpChg>
        <pc:grpChg chg="add mod">
          <ac:chgData name="Nicole Berdy" userId="09faaa2c-1220-45b8-8aa0-9db51fae9b04" providerId="ADAL" clId="{41CDC566-9CC4-4A24-B5D2-B25F69804198}" dt="2017-09-25T14:39:12.809" v="1513" actId="1076"/>
          <ac:grpSpMkLst>
            <pc:docMk/>
            <pc:sldMk cId="3730660801" sldId="1604"/>
            <ac:grpSpMk id="24" creationId="{6EEF498C-2F51-441C-BA1C-781B8E9894FA}"/>
          </ac:grpSpMkLst>
        </pc:grpChg>
        <pc:grpChg chg="add mod">
          <ac:chgData name="Nicole Berdy" userId="09faaa2c-1220-45b8-8aa0-9db51fae9b04" providerId="ADAL" clId="{41CDC566-9CC4-4A24-B5D2-B25F69804198}" dt="2017-09-25T14:39:12.809" v="1513" actId="1076"/>
          <ac:grpSpMkLst>
            <pc:docMk/>
            <pc:sldMk cId="3730660801" sldId="1604"/>
            <ac:grpSpMk id="26" creationId="{2F6C01DB-8933-46FF-87DD-7D90D533D9ED}"/>
          </ac:grpSpMkLst>
        </pc:grpChg>
        <pc:grpChg chg="add mod">
          <ac:chgData name="Nicole Berdy" userId="09faaa2c-1220-45b8-8aa0-9db51fae9b04" providerId="ADAL" clId="{41CDC566-9CC4-4A24-B5D2-B25F69804198}" dt="2017-09-25T14:39:12.809" v="1513" actId="1076"/>
          <ac:grpSpMkLst>
            <pc:docMk/>
            <pc:sldMk cId="3730660801" sldId="1604"/>
            <ac:grpSpMk id="27" creationId="{645DC689-6644-4B88-9B04-0F044CB1B815}"/>
          </ac:grpSpMkLst>
        </pc:grpChg>
      </pc:sldChg>
      <pc:sldChg chg="addSp delSp modSp add ord modNotesTx">
        <pc:chgData name="Nicole Berdy" userId="09faaa2c-1220-45b8-8aa0-9db51fae9b04" providerId="ADAL" clId="{41CDC566-9CC4-4A24-B5D2-B25F69804198}" dt="2017-09-25T14:38:44.638" v="1509" actId="1076"/>
        <pc:sldMkLst>
          <pc:docMk/>
          <pc:sldMk cId="96859954" sldId="1605"/>
        </pc:sldMkLst>
        <pc:spChg chg="mod">
          <ac:chgData name="Nicole Berdy" userId="09faaa2c-1220-45b8-8aa0-9db51fae9b04" providerId="ADAL" clId="{41CDC566-9CC4-4A24-B5D2-B25F69804198}" dt="2017-09-25T14:33:41.327" v="1365" actId="1076"/>
          <ac:spMkLst>
            <pc:docMk/>
            <pc:sldMk cId="96859954" sldId="1605"/>
            <ac:spMk id="2" creationId="{00000000-0000-0000-0000-000000000000}"/>
          </ac:spMkLst>
        </pc:spChg>
        <pc:spChg chg="mod">
          <ac:chgData name="Nicole Berdy" userId="09faaa2c-1220-45b8-8aa0-9db51fae9b04" providerId="ADAL" clId="{41CDC566-9CC4-4A24-B5D2-B25F69804198}" dt="2017-09-25T14:34:32.114" v="1456" actId="14100"/>
          <ac:spMkLst>
            <pc:docMk/>
            <pc:sldMk cId="96859954" sldId="1605"/>
            <ac:spMk id="11" creationId="{00000000-0000-0000-0000-000000000000}"/>
          </ac:spMkLst>
        </pc:spChg>
        <pc:spChg chg="mod">
          <ac:chgData name="Nicole Berdy" userId="09faaa2c-1220-45b8-8aa0-9db51fae9b04" providerId="ADAL" clId="{41CDC566-9CC4-4A24-B5D2-B25F69804198}" dt="2017-09-25T14:34:03.450" v="1417" actId="20577"/>
          <ac:spMkLst>
            <pc:docMk/>
            <pc:sldMk cId="96859954" sldId="1605"/>
            <ac:spMk id="12" creationId="{00000000-0000-0000-0000-000000000000}"/>
          </ac:spMkLst>
        </pc:spChg>
        <pc:spChg chg="mod">
          <ac:chgData name="Nicole Berdy" userId="09faaa2c-1220-45b8-8aa0-9db51fae9b04" providerId="ADAL" clId="{41CDC566-9CC4-4A24-B5D2-B25F69804198}" dt="2017-09-25T14:34:08.372" v="1432" actId="20577"/>
          <ac:spMkLst>
            <pc:docMk/>
            <pc:sldMk cId="96859954" sldId="1605"/>
            <ac:spMk id="13" creationId="{00000000-0000-0000-0000-000000000000}"/>
          </ac:spMkLst>
        </pc:spChg>
        <pc:spChg chg="mod">
          <ac:chgData name="Nicole Berdy" userId="09faaa2c-1220-45b8-8aa0-9db51fae9b04" providerId="ADAL" clId="{41CDC566-9CC4-4A24-B5D2-B25F69804198}" dt="2017-09-25T14:34:14.711" v="1452" actId="20577"/>
          <ac:spMkLst>
            <pc:docMk/>
            <pc:sldMk cId="96859954" sldId="1605"/>
            <ac:spMk id="14" creationId="{00000000-0000-0000-0000-000000000000}"/>
          </ac:spMkLst>
        </pc:spChg>
        <pc:spChg chg="mod">
          <ac:chgData name="Nicole Berdy" userId="09faaa2c-1220-45b8-8aa0-9db51fae9b04" providerId="ADAL" clId="{41CDC566-9CC4-4A24-B5D2-B25F69804198}" dt="2017-09-25T14:34:26.172" v="1454" actId="1076"/>
          <ac:spMkLst>
            <pc:docMk/>
            <pc:sldMk cId="96859954" sldId="1605"/>
            <ac:spMk id="15" creationId="{00000000-0000-0000-0000-000000000000}"/>
          </ac:spMkLst>
        </pc:spChg>
        <pc:spChg chg="mod">
          <ac:chgData name="Nicole Berdy" userId="09faaa2c-1220-45b8-8aa0-9db51fae9b04" providerId="ADAL" clId="{41CDC566-9CC4-4A24-B5D2-B25F69804198}" dt="2017-09-25T14:34:43.738" v="1458" actId="1076"/>
          <ac:spMkLst>
            <pc:docMk/>
            <pc:sldMk cId="96859954" sldId="1605"/>
            <ac:spMk id="16" creationId="{00000000-0000-0000-0000-000000000000}"/>
          </ac:spMkLst>
        </pc:spChg>
        <pc:spChg chg="mod">
          <ac:chgData name="Nicole Berdy" userId="09faaa2c-1220-45b8-8aa0-9db51fae9b04" providerId="ADAL" clId="{41CDC566-9CC4-4A24-B5D2-B25F69804198}" dt="2017-09-25T14:34:50.284" v="1460" actId="1076"/>
          <ac:spMkLst>
            <pc:docMk/>
            <pc:sldMk cId="96859954" sldId="1605"/>
            <ac:spMk id="17" creationId="{00000000-0000-0000-0000-000000000000}"/>
          </ac:spMkLst>
        </pc:spChg>
        <pc:spChg chg="mod">
          <ac:chgData name="Nicole Berdy" userId="09faaa2c-1220-45b8-8aa0-9db51fae9b04" providerId="ADAL" clId="{41CDC566-9CC4-4A24-B5D2-B25F69804198}" dt="2017-09-25T14:34:57.497" v="1462" actId="1076"/>
          <ac:spMkLst>
            <pc:docMk/>
            <pc:sldMk cId="96859954" sldId="1605"/>
            <ac:spMk id="18" creationId="{00000000-0000-0000-0000-000000000000}"/>
          </ac:spMkLst>
        </pc:spChg>
        <pc:spChg chg="add del mod">
          <ac:chgData name="Nicole Berdy" userId="09faaa2c-1220-45b8-8aa0-9db51fae9b04" providerId="ADAL" clId="{41CDC566-9CC4-4A24-B5D2-B25F69804198}" dt="2017-09-25T14:35:56.405" v="1468" actId="478"/>
          <ac:spMkLst>
            <pc:docMk/>
            <pc:sldMk cId="96859954" sldId="1605"/>
            <ac:spMk id="19" creationId="{559CE74B-67CB-4DB1-B420-8A6DC3170E62}"/>
          </ac:spMkLst>
        </pc:spChg>
        <pc:spChg chg="add mod">
          <ac:chgData name="Nicole Berdy" userId="09faaa2c-1220-45b8-8aa0-9db51fae9b04" providerId="ADAL" clId="{41CDC566-9CC4-4A24-B5D2-B25F69804198}" dt="2017-09-25T14:38:33.504" v="1502" actId="1076"/>
          <ac:spMkLst>
            <pc:docMk/>
            <pc:sldMk cId="96859954" sldId="1605"/>
            <ac:spMk id="20" creationId="{70A9A38B-2B6A-4407-9F82-ACA9265D399E}"/>
          </ac:spMkLst>
        </pc:spChg>
        <pc:spChg chg="add mod">
          <ac:chgData name="Nicole Berdy" userId="09faaa2c-1220-45b8-8aa0-9db51fae9b04" providerId="ADAL" clId="{41CDC566-9CC4-4A24-B5D2-B25F69804198}" dt="2017-09-25T14:38:44.638" v="1509" actId="1076"/>
          <ac:spMkLst>
            <pc:docMk/>
            <pc:sldMk cId="96859954" sldId="1605"/>
            <ac:spMk id="21" creationId="{0EF2955D-013B-4C20-976D-4D7ADC278E85}"/>
          </ac:spMkLst>
        </pc:spChg>
        <pc:spChg chg="add mod">
          <ac:chgData name="Nicole Berdy" userId="09faaa2c-1220-45b8-8aa0-9db51fae9b04" providerId="ADAL" clId="{41CDC566-9CC4-4A24-B5D2-B25F69804198}" dt="2017-09-25T14:38:10.984" v="1492" actId="1076"/>
          <ac:spMkLst>
            <pc:docMk/>
            <pc:sldMk cId="96859954" sldId="1605"/>
            <ac:spMk id="22" creationId="{87FEF3A4-56ED-4CAC-A598-47E26247927A}"/>
          </ac:spMkLst>
        </pc:spChg>
        <pc:spChg chg="add mod">
          <ac:chgData name="Nicole Berdy" userId="09faaa2c-1220-45b8-8aa0-9db51fae9b04" providerId="ADAL" clId="{41CDC566-9CC4-4A24-B5D2-B25F69804198}" dt="2017-09-25T14:37:52.605" v="1485" actId="1076"/>
          <ac:spMkLst>
            <pc:docMk/>
            <pc:sldMk cId="96859954" sldId="1605"/>
            <ac:spMk id="23" creationId="{9D16D696-BA13-4063-B3F1-A4CA11F84FF8}"/>
          </ac:spMkLst>
        </pc:spChg>
      </pc:sldChg>
      <pc:sldChg chg="addSp delSp modSp add">
        <pc:chgData name="Nicole Berdy" userId="09faaa2c-1220-45b8-8aa0-9db51fae9b04" providerId="ADAL" clId="{41CDC566-9CC4-4A24-B5D2-B25F69804198}" dt="2017-09-25T15:12:22.576" v="2399" actId="17032"/>
        <pc:sldMkLst>
          <pc:docMk/>
          <pc:sldMk cId="32616223" sldId="1606"/>
        </pc:sldMkLst>
        <pc:spChg chg="mod">
          <ac:chgData name="Nicole Berdy" userId="09faaa2c-1220-45b8-8aa0-9db51fae9b04" providerId="ADAL" clId="{41CDC566-9CC4-4A24-B5D2-B25F69804198}" dt="2017-09-25T14:50:11.194" v="1830" actId="20577"/>
          <ac:spMkLst>
            <pc:docMk/>
            <pc:sldMk cId="32616223" sldId="1606"/>
            <ac:spMk id="2" creationId="{00000000-0000-0000-0000-000000000000}"/>
          </ac:spMkLst>
        </pc:spChg>
        <pc:spChg chg="mod">
          <ac:chgData name="Nicole Berdy" userId="09faaa2c-1220-45b8-8aa0-9db51fae9b04" providerId="ADAL" clId="{41CDC566-9CC4-4A24-B5D2-B25F69804198}" dt="2017-09-25T14:49:53.400" v="1827" actId="20577"/>
          <ac:spMkLst>
            <pc:docMk/>
            <pc:sldMk cId="32616223" sldId="1606"/>
            <ac:spMk id="3" creationId="{00000000-0000-0000-0000-000000000000}"/>
          </ac:spMkLst>
        </pc:spChg>
        <pc:spChg chg="mod">
          <ac:chgData name="Nicole Berdy" userId="09faaa2c-1220-45b8-8aa0-9db51fae9b04" providerId="ADAL" clId="{41CDC566-9CC4-4A24-B5D2-B25F69804198}" dt="2017-09-25T14:49:23.485" v="1772" actId="403"/>
          <ac:spMkLst>
            <pc:docMk/>
            <pc:sldMk cId="32616223" sldId="1606"/>
            <ac:spMk id="4" creationId="{00000000-0000-0000-0000-000000000000}"/>
          </ac:spMkLst>
        </pc:spChg>
        <pc:spChg chg="mod">
          <ac:chgData name="Nicole Berdy" userId="09faaa2c-1220-45b8-8aa0-9db51fae9b04" providerId="ADAL" clId="{41CDC566-9CC4-4A24-B5D2-B25F69804198}" dt="2017-09-25T14:51:16.845" v="1889" actId="20577"/>
          <ac:spMkLst>
            <pc:docMk/>
            <pc:sldMk cId="32616223" sldId="1606"/>
            <ac:spMk id="5" creationId="{00000000-0000-0000-0000-000000000000}"/>
          </ac:spMkLst>
        </pc:spChg>
        <pc:spChg chg="add mod">
          <ac:chgData name="Nicole Berdy" userId="09faaa2c-1220-45b8-8aa0-9db51fae9b04" providerId="ADAL" clId="{41CDC566-9CC4-4A24-B5D2-B25F69804198}" dt="2017-09-25T15:12:22.576" v="2399" actId="17032"/>
          <ac:spMkLst>
            <pc:docMk/>
            <pc:sldMk cId="32616223" sldId="1606"/>
            <ac:spMk id="6" creationId="{DF4947B2-0196-4211-A4E1-E3267DB1FBAB}"/>
          </ac:spMkLst>
        </pc:spChg>
        <pc:picChg chg="add mod ord">
          <ac:chgData name="Nicole Berdy" userId="09faaa2c-1220-45b8-8aa0-9db51fae9b04" providerId="ADAL" clId="{41CDC566-9CC4-4A24-B5D2-B25F69804198}" dt="2017-09-25T14:45:30.931" v="1688" actId="1076"/>
          <ac:picMkLst>
            <pc:docMk/>
            <pc:sldMk cId="32616223" sldId="1606"/>
            <ac:picMk id="7" creationId="{379A5BDA-0F14-497B-8790-F12B36009E21}"/>
          </ac:picMkLst>
        </pc:picChg>
        <pc:picChg chg="del">
          <ac:chgData name="Nicole Berdy" userId="09faaa2c-1220-45b8-8aa0-9db51fae9b04" providerId="ADAL" clId="{41CDC566-9CC4-4A24-B5D2-B25F69804198}" dt="2017-09-25T14:45:17.123" v="1681" actId="478"/>
          <ac:picMkLst>
            <pc:docMk/>
            <pc:sldMk cId="32616223" sldId="1606"/>
            <ac:picMk id="8" creationId="{00000000-0000-0000-0000-000000000000}"/>
          </ac:picMkLst>
        </pc:picChg>
      </pc:sldChg>
      <pc:sldChg chg="addSp delSp modSp add modNotesTx">
        <pc:chgData name="Nicole Berdy" userId="09faaa2c-1220-45b8-8aa0-9db51fae9b04" providerId="ADAL" clId="{41CDC566-9CC4-4A24-B5D2-B25F69804198}" dt="2017-09-25T15:08:44.608" v="2342" actId="242"/>
        <pc:sldMkLst>
          <pc:docMk/>
          <pc:sldMk cId="149030735" sldId="1607"/>
        </pc:sldMkLst>
        <pc:spChg chg="mod">
          <ac:chgData name="Nicole Berdy" userId="09faaa2c-1220-45b8-8aa0-9db51fae9b04" providerId="ADAL" clId="{41CDC566-9CC4-4A24-B5D2-B25F69804198}" dt="2017-09-25T14:54:07.547" v="1975" actId="20577"/>
          <ac:spMkLst>
            <pc:docMk/>
            <pc:sldMk cId="149030735" sldId="1607"/>
            <ac:spMk id="3" creationId="{00000000-0000-0000-0000-000000000000}"/>
          </ac:spMkLst>
        </pc:spChg>
        <pc:spChg chg="mod">
          <ac:chgData name="Nicole Berdy" userId="09faaa2c-1220-45b8-8aa0-9db51fae9b04" providerId="ADAL" clId="{41CDC566-9CC4-4A24-B5D2-B25F69804198}" dt="2017-09-25T15:08:42.287" v="2341" actId="242"/>
          <ac:spMkLst>
            <pc:docMk/>
            <pc:sldMk cId="149030735" sldId="1607"/>
            <ac:spMk id="8" creationId="{00000000-0000-0000-0000-000000000000}"/>
          </ac:spMkLst>
        </pc:spChg>
        <pc:spChg chg="mod">
          <ac:chgData name="Nicole Berdy" userId="09faaa2c-1220-45b8-8aa0-9db51fae9b04" providerId="ADAL" clId="{41CDC566-9CC4-4A24-B5D2-B25F69804198}" dt="2017-09-25T15:08:40.020" v="2340" actId="242"/>
          <ac:spMkLst>
            <pc:docMk/>
            <pc:sldMk cId="149030735" sldId="1607"/>
            <ac:spMk id="9" creationId="{00000000-0000-0000-0000-000000000000}"/>
          </ac:spMkLst>
        </pc:spChg>
        <pc:spChg chg="mod">
          <ac:chgData name="Nicole Berdy" userId="09faaa2c-1220-45b8-8aa0-9db51fae9b04" providerId="ADAL" clId="{41CDC566-9CC4-4A24-B5D2-B25F69804198}" dt="2017-09-25T15:08:44.608" v="2342" actId="242"/>
          <ac:spMkLst>
            <pc:docMk/>
            <pc:sldMk cId="149030735" sldId="1607"/>
            <ac:spMk id="10" creationId="{00000000-0000-0000-0000-000000000000}"/>
          </ac:spMkLst>
        </pc:spChg>
        <pc:spChg chg="del">
          <ac:chgData name="Nicole Berdy" userId="09faaa2c-1220-45b8-8aa0-9db51fae9b04" providerId="ADAL" clId="{41CDC566-9CC4-4A24-B5D2-B25F69804198}" dt="2017-09-25T14:59:26.845" v="2054" actId="478"/>
          <ac:spMkLst>
            <pc:docMk/>
            <pc:sldMk cId="149030735" sldId="1607"/>
            <ac:spMk id="12" creationId="{00000000-0000-0000-0000-000000000000}"/>
          </ac:spMkLst>
        </pc:spChg>
        <pc:spChg chg="del">
          <ac:chgData name="Nicole Berdy" userId="09faaa2c-1220-45b8-8aa0-9db51fae9b04" providerId="ADAL" clId="{41CDC566-9CC4-4A24-B5D2-B25F69804198}" dt="2017-09-25T14:59:25.691" v="2053" actId="478"/>
          <ac:spMkLst>
            <pc:docMk/>
            <pc:sldMk cId="149030735" sldId="1607"/>
            <ac:spMk id="13" creationId="{00000000-0000-0000-0000-000000000000}"/>
          </ac:spMkLst>
        </pc:spChg>
        <pc:spChg chg="del">
          <ac:chgData name="Nicole Berdy" userId="09faaa2c-1220-45b8-8aa0-9db51fae9b04" providerId="ADAL" clId="{41CDC566-9CC4-4A24-B5D2-B25F69804198}" dt="2017-09-25T14:56:28.345" v="2022" actId="478"/>
          <ac:spMkLst>
            <pc:docMk/>
            <pc:sldMk cId="149030735" sldId="1607"/>
            <ac:spMk id="14" creationId="{00000000-0000-0000-0000-000000000000}"/>
          </ac:spMkLst>
        </pc:spChg>
        <pc:spChg chg="add del mod">
          <ac:chgData name="Nicole Berdy" userId="09faaa2c-1220-45b8-8aa0-9db51fae9b04" providerId="ADAL" clId="{41CDC566-9CC4-4A24-B5D2-B25F69804198}" dt="2017-09-25T14:59:27.951" v="2055" actId="478"/>
          <ac:spMkLst>
            <pc:docMk/>
            <pc:sldMk cId="149030735" sldId="1607"/>
            <ac:spMk id="15" creationId="{BCEC3E57-E70E-4F75-9D2B-0987F5CB6B67}"/>
          </ac:spMkLst>
        </pc:spChg>
        <pc:spChg chg="add del">
          <ac:chgData name="Nicole Berdy" userId="09faaa2c-1220-45b8-8aa0-9db51fae9b04" providerId="ADAL" clId="{41CDC566-9CC4-4A24-B5D2-B25F69804198}" dt="2017-09-25T14:58:57.276" v="2048" actId="478"/>
          <ac:spMkLst>
            <pc:docMk/>
            <pc:sldMk cId="149030735" sldId="1607"/>
            <ac:spMk id="16" creationId="{0649757D-94DB-41AE-86DB-BA742ABC53A0}"/>
          </ac:spMkLst>
        </pc:spChg>
        <pc:spChg chg="add mod">
          <ac:chgData name="Nicole Berdy" userId="09faaa2c-1220-45b8-8aa0-9db51fae9b04" providerId="ADAL" clId="{41CDC566-9CC4-4A24-B5D2-B25F69804198}" dt="2017-09-25T15:00:11.136" v="2067" actId="1076"/>
          <ac:spMkLst>
            <pc:docMk/>
            <pc:sldMk cId="149030735" sldId="1607"/>
            <ac:spMk id="17" creationId="{41AB5A53-622A-4852-AD8A-C79E6CAAD31E}"/>
          </ac:spMkLst>
        </pc:spChg>
        <pc:spChg chg="add mod">
          <ac:chgData name="Nicole Berdy" userId="09faaa2c-1220-45b8-8aa0-9db51fae9b04" providerId="ADAL" clId="{41CDC566-9CC4-4A24-B5D2-B25F69804198}" dt="2017-09-25T14:59:59.579" v="2066" actId="1076"/>
          <ac:spMkLst>
            <pc:docMk/>
            <pc:sldMk cId="149030735" sldId="1607"/>
            <ac:spMk id="18" creationId="{7FF205CF-713A-48F1-B8C4-3F2BFFFF0E7C}"/>
          </ac:spMkLst>
        </pc:spChg>
        <pc:spChg chg="add mod">
          <ac:chgData name="Nicole Berdy" userId="09faaa2c-1220-45b8-8aa0-9db51fae9b04" providerId="ADAL" clId="{41CDC566-9CC4-4A24-B5D2-B25F69804198}" dt="2017-09-25T14:59:53.278" v="2065" actId="1076"/>
          <ac:spMkLst>
            <pc:docMk/>
            <pc:sldMk cId="149030735" sldId="1607"/>
            <ac:spMk id="19" creationId="{440E4B74-3CF5-4EE4-B1C2-DBCABFBABF03}"/>
          </ac:spMkLst>
        </pc:spChg>
      </pc:sldChg>
      <pc:sldChg chg="addSp delSp modSp add modNotesTx">
        <pc:chgData name="Nicole Berdy" userId="09faaa2c-1220-45b8-8aa0-9db51fae9b04" providerId="ADAL" clId="{41CDC566-9CC4-4A24-B5D2-B25F69804198}" dt="2017-09-25T15:04:15.685" v="2248" actId="478"/>
        <pc:sldMkLst>
          <pc:docMk/>
          <pc:sldMk cId="2906764066" sldId="1608"/>
        </pc:sldMkLst>
        <pc:spChg chg="mod">
          <ac:chgData name="Nicole Berdy" userId="09faaa2c-1220-45b8-8aa0-9db51fae9b04" providerId="ADAL" clId="{41CDC566-9CC4-4A24-B5D2-B25F69804198}" dt="2017-09-25T15:01:19.149" v="2212" actId="20577"/>
          <ac:spMkLst>
            <pc:docMk/>
            <pc:sldMk cId="2906764066" sldId="1608"/>
            <ac:spMk id="2" creationId="{00000000-0000-0000-0000-000000000000}"/>
          </ac:spMkLst>
        </pc:spChg>
        <pc:spChg chg="mod">
          <ac:chgData name="Nicole Berdy" userId="09faaa2c-1220-45b8-8aa0-9db51fae9b04" providerId="ADAL" clId="{41CDC566-9CC4-4A24-B5D2-B25F69804198}" dt="2017-09-25T15:00:49.713" v="2098" actId="20577"/>
          <ac:spMkLst>
            <pc:docMk/>
            <pc:sldMk cId="2906764066" sldId="1608"/>
            <ac:spMk id="3" creationId="{00000000-0000-0000-0000-000000000000}"/>
          </ac:spMkLst>
        </pc:spChg>
        <pc:spChg chg="mod">
          <ac:chgData name="Nicole Berdy" userId="09faaa2c-1220-45b8-8aa0-9db51fae9b04" providerId="ADAL" clId="{41CDC566-9CC4-4A24-B5D2-B25F69804198}" dt="2017-09-25T15:00:56.734" v="2132" actId="20577"/>
          <ac:spMkLst>
            <pc:docMk/>
            <pc:sldMk cId="2906764066" sldId="1608"/>
            <ac:spMk id="4" creationId="{00000000-0000-0000-0000-000000000000}"/>
          </ac:spMkLst>
        </pc:spChg>
        <pc:spChg chg="mod">
          <ac:chgData name="Nicole Berdy" userId="09faaa2c-1220-45b8-8aa0-9db51fae9b04" providerId="ADAL" clId="{41CDC566-9CC4-4A24-B5D2-B25F69804198}" dt="2017-09-25T15:01:05.079" v="2170" actId="20577"/>
          <ac:spMkLst>
            <pc:docMk/>
            <pc:sldMk cId="2906764066" sldId="1608"/>
            <ac:spMk id="5" creationId="{00000000-0000-0000-0000-000000000000}"/>
          </ac:spMkLst>
        </pc:spChg>
        <pc:spChg chg="mod">
          <ac:chgData name="Nicole Berdy" userId="09faaa2c-1220-45b8-8aa0-9db51fae9b04" providerId="ADAL" clId="{41CDC566-9CC4-4A24-B5D2-B25F69804198}" dt="2017-09-25T15:01:14.175" v="2207" actId="20577"/>
          <ac:spMkLst>
            <pc:docMk/>
            <pc:sldMk cId="2906764066" sldId="1608"/>
            <ac:spMk id="6" creationId="{00000000-0000-0000-0000-000000000000}"/>
          </ac:spMkLst>
        </pc:spChg>
        <pc:picChg chg="add mod ord modCrop">
          <ac:chgData name="Nicole Berdy" userId="09faaa2c-1220-45b8-8aa0-9db51fae9b04" providerId="ADAL" clId="{41CDC566-9CC4-4A24-B5D2-B25F69804198}" dt="2017-09-25T15:04:13.982" v="2247" actId="167"/>
          <ac:picMkLst>
            <pc:docMk/>
            <pc:sldMk cId="2906764066" sldId="1608"/>
            <ac:picMk id="8" creationId="{2EB29713-649E-4B5C-8F57-078949DCBE27}"/>
          </ac:picMkLst>
        </pc:picChg>
        <pc:picChg chg="add del">
          <ac:chgData name="Nicole Berdy" userId="09faaa2c-1220-45b8-8aa0-9db51fae9b04" providerId="ADAL" clId="{41CDC566-9CC4-4A24-B5D2-B25F69804198}" dt="2017-09-25T15:04:15.685" v="2248" actId="478"/>
          <ac:picMkLst>
            <pc:docMk/>
            <pc:sldMk cId="2906764066" sldId="1608"/>
            <ac:picMk id="9" creationId="{00000000-0000-0000-0000-000000000000}"/>
          </ac:picMkLst>
        </pc:picChg>
      </pc:sldChg>
      <pc:sldChg chg="addSp delSp modSp add modNotesTx">
        <pc:chgData name="Nicole Berdy" userId="09faaa2c-1220-45b8-8aa0-9db51fae9b04" providerId="ADAL" clId="{41CDC566-9CC4-4A24-B5D2-B25F69804198}" dt="2017-09-25T15:08:53.854" v="2344" actId="242"/>
        <pc:sldMkLst>
          <pc:docMk/>
          <pc:sldMk cId="68986169" sldId="1609"/>
        </pc:sldMkLst>
        <pc:spChg chg="add del">
          <ac:chgData name="Nicole Berdy" userId="09faaa2c-1220-45b8-8aa0-9db51fae9b04" providerId="ADAL" clId="{41CDC566-9CC4-4A24-B5D2-B25F69804198}" dt="2017-09-25T15:05:05.338" v="2290" actId="242"/>
          <ac:spMkLst>
            <pc:docMk/>
            <pc:sldMk cId="68986169" sldId="1609"/>
            <ac:spMk id="2" creationId="{3EC2B52F-CB64-40B5-8474-9BDDA317F488}"/>
          </ac:spMkLst>
        </pc:spChg>
        <pc:spChg chg="mod">
          <ac:chgData name="Nicole Berdy" userId="09faaa2c-1220-45b8-8aa0-9db51fae9b04" providerId="ADAL" clId="{41CDC566-9CC4-4A24-B5D2-B25F69804198}" dt="2017-09-25T15:04:44.752" v="2266" actId="20577"/>
          <ac:spMkLst>
            <pc:docMk/>
            <pc:sldMk cId="68986169" sldId="1609"/>
            <ac:spMk id="3" creationId="{00000000-0000-0000-0000-000000000000}"/>
          </ac:spMkLst>
        </pc:spChg>
        <pc:spChg chg="del">
          <ac:chgData name="Nicole Berdy" userId="09faaa2c-1220-45b8-8aa0-9db51fae9b04" providerId="ADAL" clId="{41CDC566-9CC4-4A24-B5D2-B25F69804198}" dt="2017-09-25T15:04:54.312" v="2285" actId="478"/>
          <ac:spMkLst>
            <pc:docMk/>
            <pc:sldMk cId="68986169" sldId="1609"/>
            <ac:spMk id="6" creationId="{00000000-0000-0000-0000-000000000000}"/>
          </ac:spMkLst>
        </pc:spChg>
        <pc:spChg chg="mod">
          <ac:chgData name="Nicole Berdy" userId="09faaa2c-1220-45b8-8aa0-9db51fae9b04" providerId="ADAL" clId="{41CDC566-9CC4-4A24-B5D2-B25F69804198}" dt="2017-09-25T15:08:51.983" v="2343" actId="242"/>
          <ac:spMkLst>
            <pc:docMk/>
            <pc:sldMk cId="68986169" sldId="1609"/>
            <ac:spMk id="8" creationId="{00000000-0000-0000-0000-000000000000}"/>
          </ac:spMkLst>
        </pc:spChg>
        <pc:spChg chg="mod">
          <ac:chgData name="Nicole Berdy" userId="09faaa2c-1220-45b8-8aa0-9db51fae9b04" providerId="ADAL" clId="{41CDC566-9CC4-4A24-B5D2-B25F69804198}" dt="2017-09-25T15:08:53.854" v="2344" actId="242"/>
          <ac:spMkLst>
            <pc:docMk/>
            <pc:sldMk cId="68986169" sldId="1609"/>
            <ac:spMk id="9" creationId="{00000000-0000-0000-0000-000000000000}"/>
          </ac:spMkLst>
        </pc:spChg>
        <pc:spChg chg="del">
          <ac:chgData name="Nicole Berdy" userId="09faaa2c-1220-45b8-8aa0-9db51fae9b04" providerId="ADAL" clId="{41CDC566-9CC4-4A24-B5D2-B25F69804198}" dt="2017-09-25T15:04:56.773" v="2287" actId="478"/>
          <ac:spMkLst>
            <pc:docMk/>
            <pc:sldMk cId="68986169" sldId="1609"/>
            <ac:spMk id="10" creationId="{00000000-0000-0000-0000-000000000000}"/>
          </ac:spMkLst>
        </pc:spChg>
        <pc:spChg chg="add mod">
          <ac:chgData name="Nicole Berdy" userId="09faaa2c-1220-45b8-8aa0-9db51fae9b04" providerId="ADAL" clId="{41CDC566-9CC4-4A24-B5D2-B25F69804198}" dt="2017-09-25T15:06:07.989" v="2328" actId="1076"/>
          <ac:spMkLst>
            <pc:docMk/>
            <pc:sldMk cId="68986169" sldId="1609"/>
            <ac:spMk id="13" creationId="{4B50592F-F1B4-4B8D-BD99-171E46582AED}"/>
          </ac:spMkLst>
        </pc:spChg>
        <pc:spChg chg="add mod">
          <ac:chgData name="Nicole Berdy" userId="09faaa2c-1220-45b8-8aa0-9db51fae9b04" providerId="ADAL" clId="{41CDC566-9CC4-4A24-B5D2-B25F69804198}" dt="2017-09-25T15:08:28.838" v="2339" actId="1076"/>
          <ac:spMkLst>
            <pc:docMk/>
            <pc:sldMk cId="68986169" sldId="1609"/>
            <ac:spMk id="14" creationId="{3286DE56-6D99-4711-A25E-46E3F5F18762}"/>
          </ac:spMkLst>
        </pc:spChg>
        <pc:spChg chg="del">
          <ac:chgData name="Nicole Berdy" userId="09faaa2c-1220-45b8-8aa0-9db51fae9b04" providerId="ADAL" clId="{41CDC566-9CC4-4A24-B5D2-B25F69804198}" dt="2017-09-25T15:04:55.539" v="2286" actId="478"/>
          <ac:spMkLst>
            <pc:docMk/>
            <pc:sldMk cId="68986169" sldId="1609"/>
            <ac:spMk id="17" creationId="{41AB5A53-622A-4852-AD8A-C79E6CAAD31E}"/>
          </ac:spMkLst>
        </pc:spChg>
        <pc:spChg chg="del">
          <ac:chgData name="Nicole Berdy" userId="09faaa2c-1220-45b8-8aa0-9db51fae9b04" providerId="ADAL" clId="{41CDC566-9CC4-4A24-B5D2-B25F69804198}" dt="2017-09-25T15:05:35.429" v="2317" actId="478"/>
          <ac:spMkLst>
            <pc:docMk/>
            <pc:sldMk cId="68986169" sldId="1609"/>
            <ac:spMk id="18" creationId="{7FF205CF-713A-48F1-B8C4-3F2BFFFF0E7C}"/>
          </ac:spMkLst>
        </pc:spChg>
        <pc:spChg chg="del">
          <ac:chgData name="Nicole Berdy" userId="09faaa2c-1220-45b8-8aa0-9db51fae9b04" providerId="ADAL" clId="{41CDC566-9CC4-4A24-B5D2-B25F69804198}" dt="2017-09-25T15:05:36.232" v="2318" actId="478"/>
          <ac:spMkLst>
            <pc:docMk/>
            <pc:sldMk cId="68986169" sldId="1609"/>
            <ac:spMk id="19" creationId="{440E4B74-3CF5-4EE4-B1C2-DBCABFBABF03}"/>
          </ac:spMkLst>
        </pc:spChg>
      </pc:sldChg>
      <pc:sldChg chg="add del">
        <pc:chgData name="Nicole Berdy" userId="09faaa2c-1220-45b8-8aa0-9db51fae9b04" providerId="ADAL" clId="{41CDC566-9CC4-4A24-B5D2-B25F69804198}" dt="2017-09-25T15:01:23.920" v="2214" actId="1076"/>
        <pc:sldMkLst>
          <pc:docMk/>
          <pc:sldMk cId="89813515" sldId="1609"/>
        </pc:sldMkLst>
      </pc:sldChg>
      <pc:sldChg chg="addSp delSp modSp add">
        <pc:chgData name="Nicole Berdy" userId="09faaa2c-1220-45b8-8aa0-9db51fae9b04" providerId="ADAL" clId="{41CDC566-9CC4-4A24-B5D2-B25F69804198}" dt="2017-09-25T15:11:51.644" v="2397" actId="1076"/>
        <pc:sldMkLst>
          <pc:docMk/>
          <pc:sldMk cId="4189971847" sldId="1610"/>
        </pc:sldMkLst>
        <pc:spChg chg="mod">
          <ac:chgData name="Nicole Berdy" userId="09faaa2c-1220-45b8-8aa0-9db51fae9b04" providerId="ADAL" clId="{41CDC566-9CC4-4A24-B5D2-B25F69804198}" dt="2017-09-25T15:09:20.340" v="2365" actId="20577"/>
          <ac:spMkLst>
            <pc:docMk/>
            <pc:sldMk cId="4189971847" sldId="1610"/>
            <ac:spMk id="3" creationId="{00000000-0000-0000-0000-000000000000}"/>
          </ac:spMkLst>
        </pc:spChg>
        <pc:spChg chg="mod">
          <ac:chgData name="Nicole Berdy" userId="09faaa2c-1220-45b8-8aa0-9db51fae9b04" providerId="ADAL" clId="{41CDC566-9CC4-4A24-B5D2-B25F69804198}" dt="2017-09-25T15:09:42.091" v="2371" actId="12"/>
          <ac:spMkLst>
            <pc:docMk/>
            <pc:sldMk cId="4189971847" sldId="1610"/>
            <ac:spMk id="8" creationId="{00000000-0000-0000-0000-000000000000}"/>
          </ac:spMkLst>
        </pc:spChg>
        <pc:spChg chg="mod">
          <ac:chgData name="Nicole Berdy" userId="09faaa2c-1220-45b8-8aa0-9db51fae9b04" providerId="ADAL" clId="{41CDC566-9CC4-4A24-B5D2-B25F69804198}" dt="2017-09-25T15:09:54.170" v="2372" actId="1076"/>
          <ac:spMkLst>
            <pc:docMk/>
            <pc:sldMk cId="4189971847" sldId="1610"/>
            <ac:spMk id="9" creationId="{00000000-0000-0000-0000-000000000000}"/>
          </ac:spMkLst>
        </pc:spChg>
        <pc:spChg chg="add del mod">
          <ac:chgData name="Nicole Berdy" userId="09faaa2c-1220-45b8-8aa0-9db51fae9b04" providerId="ADAL" clId="{41CDC566-9CC4-4A24-B5D2-B25F69804198}" dt="2017-09-25T15:11:12.169" v="2377" actId="478"/>
          <ac:spMkLst>
            <pc:docMk/>
            <pc:sldMk cId="4189971847" sldId="1610"/>
            <ac:spMk id="10" creationId="{737CCA71-3830-46CF-96CF-9ADC2C7DBFC6}"/>
          </ac:spMkLst>
        </pc:spChg>
        <pc:spChg chg="add mod">
          <ac:chgData name="Nicole Berdy" userId="09faaa2c-1220-45b8-8aa0-9db51fae9b04" providerId="ADAL" clId="{41CDC566-9CC4-4A24-B5D2-B25F69804198}" dt="2017-09-25T15:11:51.644" v="2397" actId="1076"/>
          <ac:spMkLst>
            <pc:docMk/>
            <pc:sldMk cId="4189971847" sldId="1610"/>
            <ac:spMk id="11" creationId="{D7065290-2723-48E0-B6FB-7C95F5393894}"/>
          </ac:spMkLst>
        </pc:spChg>
        <pc:spChg chg="add mod">
          <ac:chgData name="Nicole Berdy" userId="09faaa2c-1220-45b8-8aa0-9db51fae9b04" providerId="ADAL" clId="{41CDC566-9CC4-4A24-B5D2-B25F69804198}" dt="2017-09-25T15:11:35.631" v="2391" actId="1076"/>
          <ac:spMkLst>
            <pc:docMk/>
            <pc:sldMk cId="4189971847" sldId="1610"/>
            <ac:spMk id="12" creationId="{A754FC80-11FD-4BCF-9126-CE849E18745F}"/>
          </ac:spMkLst>
        </pc:spChg>
        <pc:spChg chg="del">
          <ac:chgData name="Nicole Berdy" userId="09faaa2c-1220-45b8-8aa0-9db51fae9b04" providerId="ADAL" clId="{41CDC566-9CC4-4A24-B5D2-B25F69804198}" dt="2017-09-25T15:11:17.979" v="2380" actId="478"/>
          <ac:spMkLst>
            <pc:docMk/>
            <pc:sldMk cId="4189971847" sldId="1610"/>
            <ac:spMk id="13" creationId="{4B50592F-F1B4-4B8D-BD99-171E46582AED}"/>
          </ac:spMkLst>
        </pc:spChg>
        <pc:spChg chg="del">
          <ac:chgData name="Nicole Berdy" userId="09faaa2c-1220-45b8-8aa0-9db51fae9b04" providerId="ADAL" clId="{41CDC566-9CC4-4A24-B5D2-B25F69804198}" dt="2017-09-25T15:11:19.312" v="2381" actId="478"/>
          <ac:spMkLst>
            <pc:docMk/>
            <pc:sldMk cId="4189971847" sldId="1610"/>
            <ac:spMk id="14" creationId="{3286DE56-6D99-4711-A25E-46E3F5F18762}"/>
          </ac:spMkLst>
        </pc:spChg>
      </pc:sldChg>
      <pc:sldChg chg="addSp delSp modSp add modAnim">
        <pc:chgData name="Nicole Berdy" userId="09faaa2c-1220-45b8-8aa0-9db51fae9b04" providerId="ADAL" clId="{41CDC566-9CC4-4A24-B5D2-B25F69804198}" dt="2017-09-26T02:01:13.726" v="3001" actId="1076"/>
        <pc:sldMkLst>
          <pc:docMk/>
          <pc:sldMk cId="628450149" sldId="1611"/>
        </pc:sldMkLst>
        <pc:spChg chg="mod">
          <ac:chgData name="Nicole Berdy" userId="09faaa2c-1220-45b8-8aa0-9db51fae9b04" providerId="ADAL" clId="{41CDC566-9CC4-4A24-B5D2-B25F69804198}" dt="2017-09-25T15:15:52.518" v="2409" actId="14100"/>
          <ac:spMkLst>
            <pc:docMk/>
            <pc:sldMk cId="628450149" sldId="1611"/>
            <ac:spMk id="2" creationId="{00000000-0000-0000-0000-000000000000}"/>
          </ac:spMkLst>
        </pc:spChg>
        <pc:spChg chg="mod">
          <ac:chgData name="Nicole Berdy" userId="09faaa2c-1220-45b8-8aa0-9db51fae9b04" providerId="ADAL" clId="{41CDC566-9CC4-4A24-B5D2-B25F69804198}" dt="2017-09-25T15:27:14.662" v="2548" actId="14100"/>
          <ac:spMkLst>
            <pc:docMk/>
            <pc:sldMk cId="628450149" sldId="1611"/>
            <ac:spMk id="4" creationId="{00000000-0000-0000-0000-000000000000}"/>
          </ac:spMkLst>
        </pc:spChg>
        <pc:spChg chg="mod">
          <ac:chgData name="Nicole Berdy" userId="09faaa2c-1220-45b8-8aa0-9db51fae9b04" providerId="ADAL" clId="{41CDC566-9CC4-4A24-B5D2-B25F69804198}" dt="2017-09-25T15:19:47.817" v="2453" actId="1076"/>
          <ac:spMkLst>
            <pc:docMk/>
            <pc:sldMk cId="628450149" sldId="1611"/>
            <ac:spMk id="11" creationId="{00000000-0000-0000-0000-000000000000}"/>
          </ac:spMkLst>
        </pc:spChg>
        <pc:spChg chg="mod">
          <ac:chgData name="Nicole Berdy" userId="09faaa2c-1220-45b8-8aa0-9db51fae9b04" providerId="ADAL" clId="{41CDC566-9CC4-4A24-B5D2-B25F69804198}" dt="2017-09-25T15:27:14.662" v="2548" actId="14100"/>
          <ac:spMkLst>
            <pc:docMk/>
            <pc:sldMk cId="628450149" sldId="1611"/>
            <ac:spMk id="12" creationId="{00000000-0000-0000-0000-000000000000}"/>
          </ac:spMkLst>
        </pc:spChg>
        <pc:spChg chg="mod">
          <ac:chgData name="Nicole Berdy" userId="09faaa2c-1220-45b8-8aa0-9db51fae9b04" providerId="ADAL" clId="{41CDC566-9CC4-4A24-B5D2-B25F69804198}" dt="2017-09-25T15:27:14.662" v="2548" actId="14100"/>
          <ac:spMkLst>
            <pc:docMk/>
            <pc:sldMk cId="628450149" sldId="1611"/>
            <ac:spMk id="15" creationId="{00000000-0000-0000-0000-000000000000}"/>
          </ac:spMkLst>
        </pc:spChg>
        <pc:spChg chg="mod">
          <ac:chgData name="Nicole Berdy" userId="09faaa2c-1220-45b8-8aa0-9db51fae9b04" providerId="ADAL" clId="{41CDC566-9CC4-4A24-B5D2-B25F69804198}" dt="2017-09-25T15:27:14.662" v="2548" actId="14100"/>
          <ac:spMkLst>
            <pc:docMk/>
            <pc:sldMk cId="628450149" sldId="1611"/>
            <ac:spMk id="18" creationId="{00000000-0000-0000-0000-000000000000}"/>
          </ac:spMkLst>
        </pc:spChg>
        <pc:spChg chg="add mod">
          <ac:chgData name="Nicole Berdy" userId="09faaa2c-1220-45b8-8aa0-9db51fae9b04" providerId="ADAL" clId="{41CDC566-9CC4-4A24-B5D2-B25F69804198}" dt="2017-09-25T15:19:53.076" v="2454" actId="1076"/>
          <ac:spMkLst>
            <pc:docMk/>
            <pc:sldMk cId="628450149" sldId="1611"/>
            <ac:spMk id="19" creationId="{9D1C6D1E-C293-49E3-8FFC-D8591C40D718}"/>
          </ac:spMkLst>
        </pc:spChg>
        <pc:spChg chg="mod">
          <ac:chgData name="Nicole Berdy" userId="09faaa2c-1220-45b8-8aa0-9db51fae9b04" providerId="ADAL" clId="{41CDC566-9CC4-4A24-B5D2-B25F69804198}" dt="2017-09-25T15:27:14.662" v="2548" actId="14100"/>
          <ac:spMkLst>
            <pc:docMk/>
            <pc:sldMk cId="628450149" sldId="1611"/>
            <ac:spMk id="21" creationId="{00000000-0000-0000-0000-000000000000}"/>
          </ac:spMkLst>
        </pc:spChg>
        <pc:spChg chg="add mod">
          <ac:chgData name="Nicole Berdy" userId="09faaa2c-1220-45b8-8aa0-9db51fae9b04" providerId="ADAL" clId="{41CDC566-9CC4-4A24-B5D2-B25F69804198}" dt="2017-09-25T15:19:43.542" v="2451" actId="1076"/>
          <ac:spMkLst>
            <pc:docMk/>
            <pc:sldMk cId="628450149" sldId="1611"/>
            <ac:spMk id="22" creationId="{4C12725B-9DA7-43DD-B564-85C24D75553F}"/>
          </ac:spMkLst>
        </pc:spChg>
        <pc:spChg chg="del">
          <ac:chgData name="Nicole Berdy" userId="09faaa2c-1220-45b8-8aa0-9db51fae9b04" providerId="ADAL" clId="{41CDC566-9CC4-4A24-B5D2-B25F69804198}" dt="2017-09-25T15:17:26.756" v="2429" actId="478"/>
          <ac:spMkLst>
            <pc:docMk/>
            <pc:sldMk cId="628450149" sldId="1611"/>
            <ac:spMk id="23" creationId="{00000000-0000-0000-0000-000000000000}"/>
          </ac:spMkLst>
        </pc:spChg>
        <pc:spChg chg="del">
          <ac:chgData name="Nicole Berdy" userId="09faaa2c-1220-45b8-8aa0-9db51fae9b04" providerId="ADAL" clId="{41CDC566-9CC4-4A24-B5D2-B25F69804198}" dt="2017-09-25T15:17:26.756" v="2429" actId="478"/>
          <ac:spMkLst>
            <pc:docMk/>
            <pc:sldMk cId="628450149" sldId="1611"/>
            <ac:spMk id="24" creationId="{00000000-0000-0000-0000-000000000000}"/>
          </ac:spMkLst>
        </pc:spChg>
        <pc:spChg chg="del">
          <ac:chgData name="Nicole Berdy" userId="09faaa2c-1220-45b8-8aa0-9db51fae9b04" providerId="ADAL" clId="{41CDC566-9CC4-4A24-B5D2-B25F69804198}" dt="2017-09-25T15:17:26.756" v="2429" actId="478"/>
          <ac:spMkLst>
            <pc:docMk/>
            <pc:sldMk cId="628450149" sldId="1611"/>
            <ac:spMk id="25" creationId="{00000000-0000-0000-0000-000000000000}"/>
          </ac:spMkLst>
        </pc:spChg>
        <pc:spChg chg="del">
          <ac:chgData name="Nicole Berdy" userId="09faaa2c-1220-45b8-8aa0-9db51fae9b04" providerId="ADAL" clId="{41CDC566-9CC4-4A24-B5D2-B25F69804198}" dt="2017-09-25T15:17:26.756" v="2429" actId="478"/>
          <ac:spMkLst>
            <pc:docMk/>
            <pc:sldMk cId="628450149" sldId="1611"/>
            <ac:spMk id="26" creationId="{00000000-0000-0000-0000-000000000000}"/>
          </ac:spMkLst>
        </pc:spChg>
        <pc:spChg chg="del">
          <ac:chgData name="Nicole Berdy" userId="09faaa2c-1220-45b8-8aa0-9db51fae9b04" providerId="ADAL" clId="{41CDC566-9CC4-4A24-B5D2-B25F69804198}" dt="2017-09-25T15:17:26.756" v="2429" actId="478"/>
          <ac:spMkLst>
            <pc:docMk/>
            <pc:sldMk cId="628450149" sldId="1611"/>
            <ac:spMk id="27" creationId="{00000000-0000-0000-0000-000000000000}"/>
          </ac:spMkLst>
        </pc:spChg>
        <pc:spChg chg="add mod">
          <ac:chgData name="Nicole Berdy" userId="09faaa2c-1220-45b8-8aa0-9db51fae9b04" providerId="ADAL" clId="{41CDC566-9CC4-4A24-B5D2-B25F69804198}" dt="2017-09-25T15:19:57.484" v="2455" actId="1076"/>
          <ac:spMkLst>
            <pc:docMk/>
            <pc:sldMk cId="628450149" sldId="1611"/>
            <ac:spMk id="28" creationId="{BFC086F5-A66F-4201-8190-514726E04775}"/>
          </ac:spMkLst>
        </pc:spChg>
        <pc:spChg chg="add mod">
          <ac:chgData name="Nicole Berdy" userId="09faaa2c-1220-45b8-8aa0-9db51fae9b04" providerId="ADAL" clId="{41CDC566-9CC4-4A24-B5D2-B25F69804198}" dt="2017-09-25T15:20:07.843" v="2456" actId="1076"/>
          <ac:spMkLst>
            <pc:docMk/>
            <pc:sldMk cId="628450149" sldId="1611"/>
            <ac:spMk id="29" creationId="{EDD1EC36-E059-479B-A0AF-BC522FDA8DB0}"/>
          </ac:spMkLst>
        </pc:spChg>
        <pc:spChg chg="add mod">
          <ac:chgData name="Nicole Berdy" userId="09faaa2c-1220-45b8-8aa0-9db51fae9b04" providerId="ADAL" clId="{41CDC566-9CC4-4A24-B5D2-B25F69804198}" dt="2017-09-25T15:20:14.107" v="2457" actId="1076"/>
          <ac:spMkLst>
            <pc:docMk/>
            <pc:sldMk cId="628450149" sldId="1611"/>
            <ac:spMk id="30" creationId="{4ABC5B04-43C1-4874-98ED-C64E527E769F}"/>
          </ac:spMkLst>
        </pc:spChg>
      </pc:sldChg>
      <pc:sldChg chg="addSp delSp modSp add modAnim">
        <pc:chgData name="Nicole Berdy" userId="09faaa2c-1220-45b8-8aa0-9db51fae9b04" providerId="ADAL" clId="{41CDC566-9CC4-4A24-B5D2-B25F69804198}" dt="2017-09-25T15:27:35.687" v="2572" actId="1076"/>
        <pc:sldMkLst>
          <pc:docMk/>
          <pc:sldMk cId="2113886635" sldId="1612"/>
        </pc:sldMkLst>
        <pc:spChg chg="mod">
          <ac:chgData name="Nicole Berdy" userId="09faaa2c-1220-45b8-8aa0-9db51fae9b04" providerId="ADAL" clId="{41CDC566-9CC4-4A24-B5D2-B25F69804198}" dt="2017-09-25T15:22:18.464" v="2471" actId="1035"/>
          <ac:spMkLst>
            <pc:docMk/>
            <pc:sldMk cId="2113886635" sldId="1612"/>
            <ac:spMk id="3" creationId="{D87D266F-07F2-41FD-A82A-34EA55A4CB14}"/>
          </ac:spMkLst>
        </pc:spChg>
        <pc:spChg chg="mod">
          <ac:chgData name="Nicole Berdy" userId="09faaa2c-1220-45b8-8aa0-9db51fae9b04" providerId="ADAL" clId="{41CDC566-9CC4-4A24-B5D2-B25F69804198}" dt="2017-09-25T15:22:18.464" v="2471" actId="1035"/>
          <ac:spMkLst>
            <pc:docMk/>
            <pc:sldMk cId="2113886635" sldId="1612"/>
            <ac:spMk id="5" creationId="{9031DF48-8FAB-4F0D-973C-64B498E53B6E}"/>
          </ac:spMkLst>
        </pc:spChg>
        <pc:spChg chg="mod">
          <ac:chgData name="Nicole Berdy" userId="09faaa2c-1220-45b8-8aa0-9db51fae9b04" providerId="ADAL" clId="{41CDC566-9CC4-4A24-B5D2-B25F69804198}" dt="2017-09-25T15:22:18.464" v="2471" actId="1035"/>
          <ac:spMkLst>
            <pc:docMk/>
            <pc:sldMk cId="2113886635" sldId="1612"/>
            <ac:spMk id="6" creationId="{211A1FA9-8EE9-4D4B-8B10-9DF8101D3FD2}"/>
          </ac:spMkLst>
        </pc:spChg>
        <pc:spChg chg="mod">
          <ac:chgData name="Nicole Berdy" userId="09faaa2c-1220-45b8-8aa0-9db51fae9b04" providerId="ADAL" clId="{41CDC566-9CC4-4A24-B5D2-B25F69804198}" dt="2017-09-25T15:22:18.464" v="2471" actId="1035"/>
          <ac:spMkLst>
            <pc:docMk/>
            <pc:sldMk cId="2113886635" sldId="1612"/>
            <ac:spMk id="7" creationId="{66DDB5E0-2FDF-4E2C-9EBB-8D0D24D63778}"/>
          </ac:spMkLst>
        </pc:spChg>
        <pc:spChg chg="mod">
          <ac:chgData name="Nicole Berdy" userId="09faaa2c-1220-45b8-8aa0-9db51fae9b04" providerId="ADAL" clId="{41CDC566-9CC4-4A24-B5D2-B25F69804198}" dt="2017-09-25T15:22:18.464" v="2471" actId="1035"/>
          <ac:spMkLst>
            <pc:docMk/>
            <pc:sldMk cId="2113886635" sldId="1612"/>
            <ac:spMk id="8" creationId="{6AF006A1-9E08-4C9D-8F35-137B958FF144}"/>
          </ac:spMkLst>
        </pc:spChg>
        <pc:spChg chg="mod">
          <ac:chgData name="Nicole Berdy" userId="09faaa2c-1220-45b8-8aa0-9db51fae9b04" providerId="ADAL" clId="{41CDC566-9CC4-4A24-B5D2-B25F69804198}" dt="2017-09-25T15:22:18.464" v="2471" actId="1035"/>
          <ac:spMkLst>
            <pc:docMk/>
            <pc:sldMk cId="2113886635" sldId="1612"/>
            <ac:spMk id="9" creationId="{DD70C7FD-3673-4207-BDEC-AE755990E4BE}"/>
          </ac:spMkLst>
        </pc:spChg>
        <pc:spChg chg="mod">
          <ac:chgData name="Nicole Berdy" userId="09faaa2c-1220-45b8-8aa0-9db51fae9b04" providerId="ADAL" clId="{41CDC566-9CC4-4A24-B5D2-B25F69804198}" dt="2017-09-25T15:22:18.464" v="2471" actId="1035"/>
          <ac:spMkLst>
            <pc:docMk/>
            <pc:sldMk cId="2113886635" sldId="1612"/>
            <ac:spMk id="10" creationId="{1BC6CBCF-6065-4F2D-9307-B18275480319}"/>
          </ac:spMkLst>
        </pc:spChg>
        <pc:spChg chg="mod">
          <ac:chgData name="Nicole Berdy" userId="09faaa2c-1220-45b8-8aa0-9db51fae9b04" providerId="ADAL" clId="{41CDC566-9CC4-4A24-B5D2-B25F69804198}" dt="2017-09-25T15:22:18.464" v="2471" actId="1035"/>
          <ac:spMkLst>
            <pc:docMk/>
            <pc:sldMk cId="2113886635" sldId="1612"/>
            <ac:spMk id="11" creationId="{602A8482-D5F0-41B6-BF32-B13EE2203427}"/>
          </ac:spMkLst>
        </pc:spChg>
        <pc:spChg chg="mod">
          <ac:chgData name="Nicole Berdy" userId="09faaa2c-1220-45b8-8aa0-9db51fae9b04" providerId="ADAL" clId="{41CDC566-9CC4-4A24-B5D2-B25F69804198}" dt="2017-09-25T15:22:18.464" v="2471" actId="1035"/>
          <ac:spMkLst>
            <pc:docMk/>
            <pc:sldMk cId="2113886635" sldId="1612"/>
            <ac:spMk id="12" creationId="{ABBFA3B7-7C3C-4BCA-B2EA-9900ADA9D886}"/>
          </ac:spMkLst>
        </pc:spChg>
        <pc:spChg chg="mod">
          <ac:chgData name="Nicole Berdy" userId="09faaa2c-1220-45b8-8aa0-9db51fae9b04" providerId="ADAL" clId="{41CDC566-9CC4-4A24-B5D2-B25F69804198}" dt="2017-09-25T15:22:18.464" v="2471" actId="1035"/>
          <ac:spMkLst>
            <pc:docMk/>
            <pc:sldMk cId="2113886635" sldId="1612"/>
            <ac:spMk id="13" creationId="{C02CDA99-59F6-473A-B502-78178FC85398}"/>
          </ac:spMkLst>
        </pc:spChg>
        <pc:spChg chg="add">
          <ac:chgData name="Nicole Berdy" userId="09faaa2c-1220-45b8-8aa0-9db51fae9b04" providerId="ADAL" clId="{41CDC566-9CC4-4A24-B5D2-B25F69804198}" dt="2017-09-25T15:22:11.279" v="2467" actId="1076"/>
          <ac:spMkLst>
            <pc:docMk/>
            <pc:sldMk cId="2113886635" sldId="1612"/>
            <ac:spMk id="14" creationId="{2F1F6B7B-DBD1-41B4-B0EB-20C9346B4CDF}"/>
          </ac:spMkLst>
        </pc:spChg>
        <pc:spChg chg="add mod">
          <ac:chgData name="Nicole Berdy" userId="09faaa2c-1220-45b8-8aa0-9db51fae9b04" providerId="ADAL" clId="{41CDC566-9CC4-4A24-B5D2-B25F69804198}" dt="2017-09-25T15:27:32.993" v="2569" actId="14100"/>
          <ac:spMkLst>
            <pc:docMk/>
            <pc:sldMk cId="2113886635" sldId="1612"/>
            <ac:spMk id="15" creationId="{3FBD3DEB-3937-4FDB-9876-707D03E7AE20}"/>
          </ac:spMkLst>
        </pc:spChg>
        <pc:spChg chg="add">
          <ac:chgData name="Nicole Berdy" userId="09faaa2c-1220-45b8-8aa0-9db51fae9b04" providerId="ADAL" clId="{41CDC566-9CC4-4A24-B5D2-B25F69804198}" dt="2017-09-25T15:22:11.279" v="2467" actId="1076"/>
          <ac:spMkLst>
            <pc:docMk/>
            <pc:sldMk cId="2113886635" sldId="1612"/>
            <ac:spMk id="16" creationId="{8A554DDC-B4D9-41F3-8607-9D118EF71D3A}"/>
          </ac:spMkLst>
        </pc:spChg>
        <pc:spChg chg="add mod">
          <ac:chgData name="Nicole Berdy" userId="09faaa2c-1220-45b8-8aa0-9db51fae9b04" providerId="ADAL" clId="{41CDC566-9CC4-4A24-B5D2-B25F69804198}" dt="2017-09-25T15:27:32.834" v="2568" actId="14100"/>
          <ac:spMkLst>
            <pc:docMk/>
            <pc:sldMk cId="2113886635" sldId="1612"/>
            <ac:spMk id="17" creationId="{ACBEE2D5-AFCC-4A44-A40D-D7B95B235292}"/>
          </ac:spMkLst>
        </pc:spChg>
        <pc:spChg chg="add">
          <ac:chgData name="Nicole Berdy" userId="09faaa2c-1220-45b8-8aa0-9db51fae9b04" providerId="ADAL" clId="{41CDC566-9CC4-4A24-B5D2-B25F69804198}" dt="2017-09-25T15:22:11.279" v="2467" actId="1076"/>
          <ac:spMkLst>
            <pc:docMk/>
            <pc:sldMk cId="2113886635" sldId="1612"/>
            <ac:spMk id="18" creationId="{2D28382F-B6AE-48E4-BA63-4C554861C485}"/>
          </ac:spMkLst>
        </pc:spChg>
        <pc:spChg chg="add mod">
          <ac:chgData name="Nicole Berdy" userId="09faaa2c-1220-45b8-8aa0-9db51fae9b04" providerId="ADAL" clId="{41CDC566-9CC4-4A24-B5D2-B25F69804198}" dt="2017-09-25T15:27:32.427" v="2566" actId="14100"/>
          <ac:spMkLst>
            <pc:docMk/>
            <pc:sldMk cId="2113886635" sldId="1612"/>
            <ac:spMk id="19" creationId="{DAD834A1-3C7D-4C17-B35A-EAAA5D8061CF}"/>
          </ac:spMkLst>
        </pc:spChg>
        <pc:spChg chg="add">
          <ac:chgData name="Nicole Berdy" userId="09faaa2c-1220-45b8-8aa0-9db51fae9b04" providerId="ADAL" clId="{41CDC566-9CC4-4A24-B5D2-B25F69804198}" dt="2017-09-25T15:22:11.279" v="2467" actId="1076"/>
          <ac:spMkLst>
            <pc:docMk/>
            <pc:sldMk cId="2113886635" sldId="1612"/>
            <ac:spMk id="20" creationId="{6BC4BD30-C61E-45FD-854F-F3571621525B}"/>
          </ac:spMkLst>
        </pc:spChg>
        <pc:spChg chg="add mod">
          <ac:chgData name="Nicole Berdy" userId="09faaa2c-1220-45b8-8aa0-9db51fae9b04" providerId="ADAL" clId="{41CDC566-9CC4-4A24-B5D2-B25F69804198}" dt="2017-09-25T15:27:32.201" v="2565" actId="14100"/>
          <ac:spMkLst>
            <pc:docMk/>
            <pc:sldMk cId="2113886635" sldId="1612"/>
            <ac:spMk id="21" creationId="{B0AE4D47-3A7A-41C8-BDE0-5EA719387310}"/>
          </ac:spMkLst>
        </pc:spChg>
        <pc:spChg chg="add">
          <ac:chgData name="Nicole Berdy" userId="09faaa2c-1220-45b8-8aa0-9db51fae9b04" providerId="ADAL" clId="{41CDC566-9CC4-4A24-B5D2-B25F69804198}" dt="2017-09-25T15:22:11.279" v="2467" actId="1076"/>
          <ac:spMkLst>
            <pc:docMk/>
            <pc:sldMk cId="2113886635" sldId="1612"/>
            <ac:spMk id="22" creationId="{DF2FFBC0-917B-4D06-801B-C41D27B85508}"/>
          </ac:spMkLst>
        </pc:spChg>
        <pc:spChg chg="add">
          <ac:chgData name="Nicole Berdy" userId="09faaa2c-1220-45b8-8aa0-9db51fae9b04" providerId="ADAL" clId="{41CDC566-9CC4-4A24-B5D2-B25F69804198}" dt="2017-09-25T15:22:11.279" v="2467" actId="1076"/>
          <ac:spMkLst>
            <pc:docMk/>
            <pc:sldMk cId="2113886635" sldId="1612"/>
            <ac:spMk id="23" creationId="{9949D1C8-6AD6-4B70-9500-9E5FC7F0E716}"/>
          </ac:spMkLst>
        </pc:spChg>
        <pc:spChg chg="add">
          <ac:chgData name="Nicole Berdy" userId="09faaa2c-1220-45b8-8aa0-9db51fae9b04" providerId="ADAL" clId="{41CDC566-9CC4-4A24-B5D2-B25F69804198}" dt="2017-09-25T15:22:11.279" v="2467" actId="1076"/>
          <ac:spMkLst>
            <pc:docMk/>
            <pc:sldMk cId="2113886635" sldId="1612"/>
            <ac:spMk id="24" creationId="{127821DA-2B43-4F40-B0FA-72BB30954637}"/>
          </ac:spMkLst>
        </pc:spChg>
        <pc:spChg chg="add">
          <ac:chgData name="Nicole Berdy" userId="09faaa2c-1220-45b8-8aa0-9db51fae9b04" providerId="ADAL" clId="{41CDC566-9CC4-4A24-B5D2-B25F69804198}" dt="2017-09-25T15:22:11.279" v="2467" actId="1076"/>
          <ac:spMkLst>
            <pc:docMk/>
            <pc:sldMk cId="2113886635" sldId="1612"/>
            <ac:spMk id="25" creationId="{E08182AC-6D61-4D05-99CB-41A981EED9D4}"/>
          </ac:spMkLst>
        </pc:spChg>
        <pc:spChg chg="add del mod">
          <ac:chgData name="Nicole Berdy" userId="09faaa2c-1220-45b8-8aa0-9db51fae9b04" providerId="ADAL" clId="{41CDC566-9CC4-4A24-B5D2-B25F69804198}" dt="2017-09-25T15:27:35.687" v="2572" actId="1076"/>
          <ac:spMkLst>
            <pc:docMk/>
            <pc:sldMk cId="2113886635" sldId="1612"/>
            <ac:spMk id="26" creationId="{0A78C0FA-CB6E-4B2C-9E82-314F556558D7}"/>
          </ac:spMkLst>
        </pc:spChg>
      </pc:sldChg>
      <pc:sldChg chg="addSp delSp modSp add modNotesTx">
        <pc:chgData name="Nicole Berdy" userId="09faaa2c-1220-45b8-8aa0-9db51fae9b04" providerId="ADAL" clId="{41CDC566-9CC4-4A24-B5D2-B25F69804198}" dt="2017-09-26T01:58:08.792" v="2893" actId="1076"/>
        <pc:sldMkLst>
          <pc:docMk/>
          <pc:sldMk cId="1496629394" sldId="1613"/>
        </pc:sldMkLst>
        <pc:spChg chg="mod">
          <ac:chgData name="Nicole Berdy" userId="09faaa2c-1220-45b8-8aa0-9db51fae9b04" providerId="ADAL" clId="{41CDC566-9CC4-4A24-B5D2-B25F69804198}" dt="2017-09-25T15:28:23.230" v="2574" actId="1076"/>
          <ac:spMkLst>
            <pc:docMk/>
            <pc:sldMk cId="1496629394" sldId="1613"/>
            <ac:spMk id="3" creationId="{00000000-0000-0000-0000-000000000000}"/>
          </ac:spMkLst>
        </pc:spChg>
        <pc:spChg chg="mod">
          <ac:chgData name="Nicole Berdy" userId="09faaa2c-1220-45b8-8aa0-9db51fae9b04" providerId="ADAL" clId="{41CDC566-9CC4-4A24-B5D2-B25F69804198}" dt="2017-09-26T01:56:49.839" v="2863" actId="1035"/>
          <ac:spMkLst>
            <pc:docMk/>
            <pc:sldMk cId="1496629394" sldId="1613"/>
            <ac:spMk id="4" creationId="{00000000-0000-0000-0000-000000000000}"/>
          </ac:spMkLst>
        </pc:spChg>
        <pc:spChg chg="mod">
          <ac:chgData name="Nicole Berdy" userId="09faaa2c-1220-45b8-8aa0-9db51fae9b04" providerId="ADAL" clId="{41CDC566-9CC4-4A24-B5D2-B25F69804198}" dt="2017-09-26T01:57:54.604" v="2892" actId="1076"/>
          <ac:spMkLst>
            <pc:docMk/>
            <pc:sldMk cId="1496629394" sldId="1613"/>
            <ac:spMk id="5" creationId="{00000000-0000-0000-0000-000000000000}"/>
          </ac:spMkLst>
        </pc:spChg>
        <pc:spChg chg="del">
          <ac:chgData name="Nicole Berdy" userId="09faaa2c-1220-45b8-8aa0-9db51fae9b04" providerId="ADAL" clId="{41CDC566-9CC4-4A24-B5D2-B25F69804198}" dt="2017-09-25T15:28:46.314" v="2584" actId="478"/>
          <ac:spMkLst>
            <pc:docMk/>
            <pc:sldMk cId="1496629394" sldId="1613"/>
            <ac:spMk id="6" creationId="{00000000-0000-0000-0000-000000000000}"/>
          </ac:spMkLst>
        </pc:spChg>
        <pc:spChg chg="mod">
          <ac:chgData name="Nicole Berdy" userId="09faaa2c-1220-45b8-8aa0-9db51fae9b04" providerId="ADAL" clId="{41CDC566-9CC4-4A24-B5D2-B25F69804198}" dt="2017-09-26T01:56:49.839" v="2863" actId="1035"/>
          <ac:spMkLst>
            <pc:docMk/>
            <pc:sldMk cId="1496629394" sldId="1613"/>
            <ac:spMk id="8" creationId="{00000000-0000-0000-0000-000000000000}"/>
          </ac:spMkLst>
        </pc:spChg>
        <pc:spChg chg="mod">
          <ac:chgData name="Nicole Berdy" userId="09faaa2c-1220-45b8-8aa0-9db51fae9b04" providerId="ADAL" clId="{41CDC566-9CC4-4A24-B5D2-B25F69804198}" dt="2017-09-26T01:56:49.839" v="2863" actId="1035"/>
          <ac:spMkLst>
            <pc:docMk/>
            <pc:sldMk cId="1496629394" sldId="1613"/>
            <ac:spMk id="9" creationId="{00000000-0000-0000-0000-000000000000}"/>
          </ac:spMkLst>
        </pc:spChg>
        <pc:spChg chg="del">
          <ac:chgData name="Nicole Berdy" userId="09faaa2c-1220-45b8-8aa0-9db51fae9b04" providerId="ADAL" clId="{41CDC566-9CC4-4A24-B5D2-B25F69804198}" dt="2017-09-25T15:28:48.252" v="2586" actId="478"/>
          <ac:spMkLst>
            <pc:docMk/>
            <pc:sldMk cId="1496629394" sldId="1613"/>
            <ac:spMk id="10" creationId="{00000000-0000-0000-0000-000000000000}"/>
          </ac:spMkLst>
        </pc:spChg>
        <pc:spChg chg="add mod">
          <ac:chgData name="Nicole Berdy" userId="09faaa2c-1220-45b8-8aa0-9db51fae9b04" providerId="ADAL" clId="{41CDC566-9CC4-4A24-B5D2-B25F69804198}" dt="2017-09-26T01:57:03.326" v="2865" actId="1076"/>
          <ac:spMkLst>
            <pc:docMk/>
            <pc:sldMk cId="1496629394" sldId="1613"/>
            <ac:spMk id="10" creationId="{AF53C1B7-5EB9-4589-9684-3FFE15633E66}"/>
          </ac:spMkLst>
        </pc:spChg>
        <pc:spChg chg="add mod">
          <ac:chgData name="Nicole Berdy" userId="09faaa2c-1220-45b8-8aa0-9db51fae9b04" providerId="ADAL" clId="{41CDC566-9CC4-4A24-B5D2-B25F69804198}" dt="2017-09-26T01:57:30.477" v="2876" actId="20577"/>
          <ac:spMkLst>
            <pc:docMk/>
            <pc:sldMk cId="1496629394" sldId="1613"/>
            <ac:spMk id="11" creationId="{C66E2EF0-15D7-4795-8AB9-4CFED7BE0E92}"/>
          </ac:spMkLst>
        </pc:spChg>
        <pc:spChg chg="add mod">
          <ac:chgData name="Nicole Berdy" userId="09faaa2c-1220-45b8-8aa0-9db51fae9b04" providerId="ADAL" clId="{41CDC566-9CC4-4A24-B5D2-B25F69804198}" dt="2017-09-26T01:58:08.792" v="2893" actId="1076"/>
          <ac:spMkLst>
            <pc:docMk/>
            <pc:sldMk cId="1496629394" sldId="1613"/>
            <ac:spMk id="12" creationId="{B874D391-B971-4F51-8CF2-751E0A5FAEF3}"/>
          </ac:spMkLst>
        </pc:spChg>
        <pc:spChg chg="del mod">
          <ac:chgData name="Nicole Berdy" userId="09faaa2c-1220-45b8-8aa0-9db51fae9b04" providerId="ADAL" clId="{41CDC566-9CC4-4A24-B5D2-B25F69804198}" dt="2017-09-25T15:37:58.931" v="2808" actId="478"/>
          <ac:spMkLst>
            <pc:docMk/>
            <pc:sldMk cId="1496629394" sldId="1613"/>
            <ac:spMk id="12" creationId="{00000000-0000-0000-0000-000000000000}"/>
          </ac:spMkLst>
        </pc:spChg>
        <pc:spChg chg="del mod">
          <ac:chgData name="Nicole Berdy" userId="09faaa2c-1220-45b8-8aa0-9db51fae9b04" providerId="ADAL" clId="{41CDC566-9CC4-4A24-B5D2-B25F69804198}" dt="2017-09-25T15:37:22.385" v="2793" actId="478"/>
          <ac:spMkLst>
            <pc:docMk/>
            <pc:sldMk cId="1496629394" sldId="1613"/>
            <ac:spMk id="13" creationId="{00000000-0000-0000-0000-000000000000}"/>
          </ac:spMkLst>
        </pc:spChg>
        <pc:spChg chg="del">
          <ac:chgData name="Nicole Berdy" userId="09faaa2c-1220-45b8-8aa0-9db51fae9b04" providerId="ADAL" clId="{41CDC566-9CC4-4A24-B5D2-B25F69804198}" dt="2017-09-25T15:28:47.069" v="2585" actId="478"/>
          <ac:spMkLst>
            <pc:docMk/>
            <pc:sldMk cId="1496629394" sldId="1613"/>
            <ac:spMk id="14" creationId="{00000000-0000-0000-0000-000000000000}"/>
          </ac:spMkLst>
        </pc:spChg>
        <pc:spChg chg="add mod">
          <ac:chgData name="Nicole Berdy" userId="09faaa2c-1220-45b8-8aa0-9db51fae9b04" providerId="ADAL" clId="{41CDC566-9CC4-4A24-B5D2-B25F69804198}" dt="2017-09-26T01:56:49.839" v="2863" actId="1035"/>
          <ac:spMkLst>
            <pc:docMk/>
            <pc:sldMk cId="1496629394" sldId="1613"/>
            <ac:spMk id="15" creationId="{0DFA5FAA-1026-4224-AC75-6D0353C91029}"/>
          </ac:spMkLst>
        </pc:spChg>
        <pc:spChg chg="add mod">
          <ac:chgData name="Nicole Berdy" userId="09faaa2c-1220-45b8-8aa0-9db51fae9b04" providerId="ADAL" clId="{41CDC566-9CC4-4A24-B5D2-B25F69804198}" dt="2017-09-26T01:56:49.839" v="2863" actId="1035"/>
          <ac:spMkLst>
            <pc:docMk/>
            <pc:sldMk cId="1496629394" sldId="1613"/>
            <ac:spMk id="16" creationId="{3AB9B84C-E67F-43FC-A700-8C1E3E28B14D}"/>
          </ac:spMkLst>
        </pc:spChg>
      </pc:sldChg>
      <pc:sldChg chg="modSp add">
        <pc:chgData name="Nicole Berdy" userId="09faaa2c-1220-45b8-8aa0-9db51fae9b04" providerId="ADAL" clId="{41CDC566-9CC4-4A24-B5D2-B25F69804198}" dt="2017-09-26T01:56:26.477" v="2857" actId="6549"/>
        <pc:sldMkLst>
          <pc:docMk/>
          <pc:sldMk cId="247616473" sldId="1614"/>
        </pc:sldMkLst>
        <pc:spChg chg="mod">
          <ac:chgData name="Nicole Berdy" userId="09faaa2c-1220-45b8-8aa0-9db51fae9b04" providerId="ADAL" clId="{41CDC566-9CC4-4A24-B5D2-B25F69804198}" dt="2017-09-25T15:29:44.048" v="2632" actId="20577"/>
          <ac:spMkLst>
            <pc:docMk/>
            <pc:sldMk cId="247616473" sldId="1614"/>
            <ac:spMk id="2" creationId="{00000000-0000-0000-0000-000000000000}"/>
          </ac:spMkLst>
        </pc:spChg>
        <pc:spChg chg="mod">
          <ac:chgData name="Nicole Berdy" userId="09faaa2c-1220-45b8-8aa0-9db51fae9b04" providerId="ADAL" clId="{41CDC566-9CC4-4A24-B5D2-B25F69804198}" dt="2017-09-25T15:31:54.955" v="2737" actId="2711"/>
          <ac:spMkLst>
            <pc:docMk/>
            <pc:sldMk cId="247616473" sldId="1614"/>
            <ac:spMk id="7" creationId="{00000000-0000-0000-0000-000000000000}"/>
          </ac:spMkLst>
        </pc:spChg>
        <pc:spChg chg="mod">
          <ac:chgData name="Nicole Berdy" userId="09faaa2c-1220-45b8-8aa0-9db51fae9b04" providerId="ADAL" clId="{41CDC566-9CC4-4A24-B5D2-B25F69804198}" dt="2017-09-25T15:31:54.955" v="2737" actId="2711"/>
          <ac:spMkLst>
            <pc:docMk/>
            <pc:sldMk cId="247616473" sldId="1614"/>
            <ac:spMk id="8" creationId="{00000000-0000-0000-0000-000000000000}"/>
          </ac:spMkLst>
        </pc:spChg>
        <pc:spChg chg="mod">
          <ac:chgData name="Nicole Berdy" userId="09faaa2c-1220-45b8-8aa0-9db51fae9b04" providerId="ADAL" clId="{41CDC566-9CC4-4A24-B5D2-B25F69804198}" dt="2017-09-25T15:31:42.324" v="2735" actId="14100"/>
          <ac:spMkLst>
            <pc:docMk/>
            <pc:sldMk cId="247616473" sldId="1614"/>
            <ac:spMk id="9" creationId="{00000000-0000-0000-0000-000000000000}"/>
          </ac:spMkLst>
        </pc:spChg>
        <pc:spChg chg="mod">
          <ac:chgData name="Nicole Berdy" userId="09faaa2c-1220-45b8-8aa0-9db51fae9b04" providerId="ADAL" clId="{41CDC566-9CC4-4A24-B5D2-B25F69804198}" dt="2017-09-26T01:56:26.477" v="2857" actId="6549"/>
          <ac:spMkLst>
            <pc:docMk/>
            <pc:sldMk cId="247616473" sldId="1614"/>
            <ac:spMk id="10" creationId="{00000000-0000-0000-0000-000000000000}"/>
          </ac:spMkLst>
        </pc:spChg>
      </pc:sldChg>
      <pc:sldMasterChg chg="delSldLayout">
        <pc:chgData name="Nicole Berdy" userId="09faaa2c-1220-45b8-8aa0-9db51fae9b04" providerId="ADAL" clId="{41CDC566-9CC4-4A24-B5D2-B25F69804198}" dt="2017-09-24T01:49:56.409" v="900" actId="2696"/>
        <pc:sldMasterMkLst>
          <pc:docMk/>
          <pc:sldMasterMk cId="4059602932" sldId="2147484475"/>
        </pc:sldMasterMkLst>
        <pc:sldLayoutChg chg="del">
          <pc:chgData name="Nicole Berdy" userId="09faaa2c-1220-45b8-8aa0-9db51fae9b04" providerId="ADAL" clId="{41CDC566-9CC4-4A24-B5D2-B25F69804198}" dt="2017-09-19T21:52:28.754" v="17" actId="2696"/>
          <pc:sldLayoutMkLst>
            <pc:docMk/>
            <pc:sldMasterMk cId="4059602932" sldId="2147484475"/>
            <pc:sldLayoutMk cId="1591888543" sldId="2147484515"/>
          </pc:sldLayoutMkLst>
        </pc:sldLayoutChg>
        <pc:sldLayoutChg chg="del">
          <pc:chgData name="Nicole Berdy" userId="09faaa2c-1220-45b8-8aa0-9db51fae9b04" providerId="ADAL" clId="{41CDC566-9CC4-4A24-B5D2-B25F69804198}" dt="2017-09-24T01:49:56.409" v="900" actId="2696"/>
          <pc:sldLayoutMkLst>
            <pc:docMk/>
            <pc:sldMasterMk cId="4059602932" sldId="2147484475"/>
            <pc:sldLayoutMk cId="2349295912" sldId="2147484521"/>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C50F87-BC41-4467-855D-053C7AB6885E}" type="doc">
      <dgm:prSet loTypeId="urn:microsoft.com/office/officeart/2005/8/layout/cycle8" loCatId="cycle" qsTypeId="urn:microsoft.com/office/officeart/2005/8/quickstyle/simple2" qsCatId="simple" csTypeId="urn:microsoft.com/office/officeart/2005/8/colors/accent0_3" csCatId="mainScheme" phldr="1"/>
      <dgm:spPr/>
      <dgm:t>
        <a:bodyPr/>
        <a:lstStyle/>
        <a:p>
          <a:endParaRPr lang="en-US"/>
        </a:p>
      </dgm:t>
    </dgm:pt>
    <dgm:pt modelId="{0B449AD4-B459-4F9F-AD03-D2B7F4703B66}">
      <dgm:prSet phldrT="[Text]" custT="1"/>
      <dgm:spPr/>
      <dgm:t>
        <a:bodyPr/>
        <a:lstStyle/>
        <a:p>
          <a:r>
            <a:rPr lang="en-US" sz="2800" cap="small" baseline="0">
              <a:latin typeface="+mj-lt"/>
            </a:rPr>
            <a:t>Plan</a:t>
          </a:r>
          <a:endParaRPr lang="en-US" sz="2400" cap="small" baseline="0">
            <a:latin typeface="+mj-lt"/>
          </a:endParaRPr>
        </a:p>
      </dgm:t>
    </dgm:pt>
    <dgm:pt modelId="{35F9741D-4B27-4B9B-956F-FD7301350474}" type="parTrans" cxnId="{6663233F-6C32-4A1A-A95E-751A60306C6B}">
      <dgm:prSet/>
      <dgm:spPr/>
      <dgm:t>
        <a:bodyPr/>
        <a:lstStyle/>
        <a:p>
          <a:endParaRPr lang="en-US">
            <a:latin typeface="+mj-lt"/>
          </a:endParaRPr>
        </a:p>
      </dgm:t>
    </dgm:pt>
    <dgm:pt modelId="{2C417B73-2341-4340-88D2-A82610895412}" type="sibTrans" cxnId="{6663233F-6C32-4A1A-A95E-751A60306C6B}">
      <dgm:prSet/>
      <dgm:spPr/>
      <dgm:t>
        <a:bodyPr/>
        <a:lstStyle/>
        <a:p>
          <a:endParaRPr lang="en-US">
            <a:latin typeface="+mj-lt"/>
          </a:endParaRPr>
        </a:p>
      </dgm:t>
    </dgm:pt>
    <dgm:pt modelId="{FEFDDB68-DC8D-4644-A153-ECFCDEA76C80}">
      <dgm:prSet phldrT="[Text]" custT="1"/>
      <dgm:spPr/>
      <dgm:t>
        <a:bodyPr anchor="ctr"/>
        <a:lstStyle/>
        <a:p>
          <a:r>
            <a:rPr lang="en-US" sz="2400" cap="small" baseline="0">
              <a:latin typeface="+mj-lt"/>
            </a:rPr>
            <a:t>Configure</a:t>
          </a:r>
        </a:p>
      </dgm:t>
    </dgm:pt>
    <dgm:pt modelId="{4879F042-BB41-4172-B776-1C8444312F8D}" type="parTrans" cxnId="{ED9021EA-372A-402D-AA51-4D1DAACEFDD1}">
      <dgm:prSet/>
      <dgm:spPr/>
      <dgm:t>
        <a:bodyPr/>
        <a:lstStyle/>
        <a:p>
          <a:endParaRPr lang="en-US">
            <a:latin typeface="+mj-lt"/>
          </a:endParaRPr>
        </a:p>
      </dgm:t>
    </dgm:pt>
    <dgm:pt modelId="{A6A9193E-C659-48F1-BFE3-699F3A38F2F3}" type="sibTrans" cxnId="{ED9021EA-372A-402D-AA51-4D1DAACEFDD1}">
      <dgm:prSet/>
      <dgm:spPr/>
      <dgm:t>
        <a:bodyPr/>
        <a:lstStyle/>
        <a:p>
          <a:endParaRPr lang="en-US">
            <a:latin typeface="+mj-lt"/>
          </a:endParaRPr>
        </a:p>
      </dgm:t>
    </dgm:pt>
    <dgm:pt modelId="{982B87D7-C04D-402F-8D12-E8D904D20F4B}">
      <dgm:prSet phldrT="[Text]" custT="1"/>
      <dgm:spPr/>
      <dgm:t>
        <a:bodyPr/>
        <a:lstStyle/>
        <a:p>
          <a:pPr marL="0" lvl="0" algn="ctr" defTabSz="889000">
            <a:lnSpc>
              <a:spcPct val="90000"/>
            </a:lnSpc>
            <a:spcBef>
              <a:spcPct val="0"/>
            </a:spcBef>
            <a:spcAft>
              <a:spcPct val="35000"/>
            </a:spcAft>
            <a:buNone/>
          </a:pPr>
          <a:r>
            <a:rPr lang="en-US" sz="3200" kern="1200" cap="small" baseline="0" dirty="0">
              <a:latin typeface="+mj-lt"/>
            </a:rPr>
            <a:t>Retire</a:t>
          </a:r>
          <a:endParaRPr lang="en-US" sz="1600" kern="1200" cap="small" baseline="0" dirty="0">
            <a:latin typeface="+mj-lt"/>
          </a:endParaRPr>
        </a:p>
      </dgm:t>
    </dgm:pt>
    <dgm:pt modelId="{0D7AE14C-8782-4A58-AC8A-1DDB64F8F74F}" type="parTrans" cxnId="{FBEBCEFD-CE1E-4090-A47A-FC058E564FE6}">
      <dgm:prSet/>
      <dgm:spPr/>
      <dgm:t>
        <a:bodyPr/>
        <a:lstStyle/>
        <a:p>
          <a:endParaRPr lang="en-US">
            <a:latin typeface="+mj-lt"/>
          </a:endParaRPr>
        </a:p>
      </dgm:t>
    </dgm:pt>
    <dgm:pt modelId="{13B47FA9-13C6-4C2F-B211-403D1CBF19E4}" type="sibTrans" cxnId="{FBEBCEFD-CE1E-4090-A47A-FC058E564FE6}">
      <dgm:prSet/>
      <dgm:spPr/>
      <dgm:t>
        <a:bodyPr/>
        <a:lstStyle/>
        <a:p>
          <a:endParaRPr lang="en-US">
            <a:latin typeface="+mj-lt"/>
          </a:endParaRPr>
        </a:p>
      </dgm:t>
    </dgm:pt>
    <dgm:pt modelId="{3F8577AD-B822-4D91-A80E-5CABA19CDE85}">
      <dgm:prSet phldrT="[Text]" custT="1"/>
      <dgm:spPr/>
      <dgm:t>
        <a:bodyPr/>
        <a:lstStyle/>
        <a:p>
          <a:r>
            <a:rPr lang="en-US" sz="2800" cap="small" baseline="0">
              <a:latin typeface="+mj-lt"/>
            </a:rPr>
            <a:t>Register</a:t>
          </a:r>
          <a:endParaRPr lang="en-US" sz="1400" cap="small" baseline="0">
            <a:latin typeface="+mj-lt"/>
          </a:endParaRPr>
        </a:p>
      </dgm:t>
    </dgm:pt>
    <dgm:pt modelId="{8DA8BA72-7871-441E-84E8-A28247180DF3}" type="sibTrans" cxnId="{338A94DE-6758-4269-9D74-190E64C5D26D}">
      <dgm:prSet/>
      <dgm:spPr/>
      <dgm:t>
        <a:bodyPr/>
        <a:lstStyle/>
        <a:p>
          <a:endParaRPr lang="en-US">
            <a:latin typeface="+mj-lt"/>
          </a:endParaRPr>
        </a:p>
      </dgm:t>
    </dgm:pt>
    <dgm:pt modelId="{9D550E90-05E7-4315-AB81-4A3CE16FD43F}" type="parTrans" cxnId="{338A94DE-6758-4269-9D74-190E64C5D26D}">
      <dgm:prSet/>
      <dgm:spPr/>
      <dgm:t>
        <a:bodyPr/>
        <a:lstStyle/>
        <a:p>
          <a:endParaRPr lang="en-US">
            <a:latin typeface="+mj-lt"/>
          </a:endParaRPr>
        </a:p>
      </dgm:t>
    </dgm:pt>
    <dgm:pt modelId="{19C4FC76-6320-4B4E-B18A-AD77115B7094}">
      <dgm:prSet phldrT="[Text]" custT="1"/>
      <dgm:spPr/>
      <dgm:t>
        <a:bodyPr/>
        <a:lstStyle/>
        <a:p>
          <a:r>
            <a:rPr lang="en-US" sz="2800" cap="small" baseline="0" dirty="0">
              <a:latin typeface="+mj-lt"/>
            </a:rPr>
            <a:t>Monitor</a:t>
          </a:r>
          <a:endParaRPr lang="en-US" sz="1600" cap="small" baseline="0" dirty="0">
            <a:latin typeface="+mj-lt"/>
          </a:endParaRPr>
        </a:p>
      </dgm:t>
    </dgm:pt>
    <dgm:pt modelId="{3BF7CDCA-36F6-4107-9A04-98D2C7FC3632}" type="sibTrans" cxnId="{6F098C18-A3F8-4F2B-B0FA-91447A5B9E7B}">
      <dgm:prSet/>
      <dgm:spPr/>
      <dgm:t>
        <a:bodyPr/>
        <a:lstStyle/>
        <a:p>
          <a:endParaRPr lang="en-US">
            <a:latin typeface="+mj-lt"/>
          </a:endParaRPr>
        </a:p>
      </dgm:t>
    </dgm:pt>
    <dgm:pt modelId="{D0731C91-A724-498A-AEF9-33AB0AC1EEFB}" type="parTrans" cxnId="{6F098C18-A3F8-4F2B-B0FA-91447A5B9E7B}">
      <dgm:prSet/>
      <dgm:spPr/>
      <dgm:t>
        <a:bodyPr/>
        <a:lstStyle/>
        <a:p>
          <a:endParaRPr lang="en-US">
            <a:latin typeface="+mj-lt"/>
          </a:endParaRPr>
        </a:p>
      </dgm:t>
    </dgm:pt>
    <dgm:pt modelId="{EC252FE4-AB28-4E8C-A4CA-9E4D4B3D7CC2}" type="pres">
      <dgm:prSet presAssocID="{92C50F87-BC41-4467-855D-053C7AB6885E}" presName="compositeShape" presStyleCnt="0">
        <dgm:presLayoutVars>
          <dgm:chMax val="7"/>
          <dgm:dir/>
          <dgm:resizeHandles val="exact"/>
        </dgm:presLayoutVars>
      </dgm:prSet>
      <dgm:spPr/>
      <dgm:t>
        <a:bodyPr/>
        <a:lstStyle/>
        <a:p>
          <a:endParaRPr lang="en-US"/>
        </a:p>
      </dgm:t>
    </dgm:pt>
    <dgm:pt modelId="{50149BD9-4234-4CB3-87B1-AF5B05F3DFCE}" type="pres">
      <dgm:prSet presAssocID="{92C50F87-BC41-4467-855D-053C7AB6885E}" presName="wedge1" presStyleLbl="node1" presStyleIdx="0" presStyleCnt="5"/>
      <dgm:spPr/>
      <dgm:t>
        <a:bodyPr/>
        <a:lstStyle/>
        <a:p>
          <a:endParaRPr lang="en-US"/>
        </a:p>
      </dgm:t>
    </dgm:pt>
    <dgm:pt modelId="{99C04F4E-0A74-46B5-B1CD-703463ACC953}" type="pres">
      <dgm:prSet presAssocID="{92C50F87-BC41-4467-855D-053C7AB6885E}" presName="dummy1a" presStyleCnt="0"/>
      <dgm:spPr/>
    </dgm:pt>
    <dgm:pt modelId="{F2A1609E-F4E5-4A50-9FFB-00B5DF4E99F8}" type="pres">
      <dgm:prSet presAssocID="{92C50F87-BC41-4467-855D-053C7AB6885E}" presName="dummy1b" presStyleCnt="0"/>
      <dgm:spPr/>
    </dgm:pt>
    <dgm:pt modelId="{C91C4981-7462-4B48-A1D1-F34A5B9312F2}" type="pres">
      <dgm:prSet presAssocID="{92C50F87-BC41-4467-855D-053C7AB6885E}" presName="wedge1Tx" presStyleLbl="node1" presStyleIdx="0" presStyleCnt="5">
        <dgm:presLayoutVars>
          <dgm:chMax val="0"/>
          <dgm:chPref val="0"/>
          <dgm:bulletEnabled val="1"/>
        </dgm:presLayoutVars>
      </dgm:prSet>
      <dgm:spPr/>
      <dgm:t>
        <a:bodyPr/>
        <a:lstStyle/>
        <a:p>
          <a:endParaRPr lang="en-US"/>
        </a:p>
      </dgm:t>
    </dgm:pt>
    <dgm:pt modelId="{36ABF78E-EB32-435B-AFF6-270F4E748FEC}" type="pres">
      <dgm:prSet presAssocID="{92C50F87-BC41-4467-855D-053C7AB6885E}" presName="wedge2" presStyleLbl="node1" presStyleIdx="1" presStyleCnt="5"/>
      <dgm:spPr/>
      <dgm:t>
        <a:bodyPr/>
        <a:lstStyle/>
        <a:p>
          <a:endParaRPr lang="en-US"/>
        </a:p>
      </dgm:t>
    </dgm:pt>
    <dgm:pt modelId="{181D572F-7F3B-453C-AE1F-5D2DFFA8FEFB}" type="pres">
      <dgm:prSet presAssocID="{92C50F87-BC41-4467-855D-053C7AB6885E}" presName="dummy2a" presStyleCnt="0"/>
      <dgm:spPr/>
    </dgm:pt>
    <dgm:pt modelId="{A329D5CE-C25E-4BF3-8369-50393580399D}" type="pres">
      <dgm:prSet presAssocID="{92C50F87-BC41-4467-855D-053C7AB6885E}" presName="dummy2b" presStyleCnt="0"/>
      <dgm:spPr/>
    </dgm:pt>
    <dgm:pt modelId="{41A32231-2962-4F3D-AAD9-AAB5E73D3BFA}" type="pres">
      <dgm:prSet presAssocID="{92C50F87-BC41-4467-855D-053C7AB6885E}" presName="wedge2Tx" presStyleLbl="node1" presStyleIdx="1" presStyleCnt="5">
        <dgm:presLayoutVars>
          <dgm:chMax val="0"/>
          <dgm:chPref val="0"/>
          <dgm:bulletEnabled val="1"/>
        </dgm:presLayoutVars>
      </dgm:prSet>
      <dgm:spPr/>
      <dgm:t>
        <a:bodyPr/>
        <a:lstStyle/>
        <a:p>
          <a:endParaRPr lang="en-US"/>
        </a:p>
      </dgm:t>
    </dgm:pt>
    <dgm:pt modelId="{76ACAAB3-8B1D-4EBD-98D2-24A726D791E8}" type="pres">
      <dgm:prSet presAssocID="{92C50F87-BC41-4467-855D-053C7AB6885E}" presName="wedge3" presStyleLbl="node1" presStyleIdx="2" presStyleCnt="5"/>
      <dgm:spPr/>
      <dgm:t>
        <a:bodyPr/>
        <a:lstStyle/>
        <a:p>
          <a:endParaRPr lang="en-US"/>
        </a:p>
      </dgm:t>
    </dgm:pt>
    <dgm:pt modelId="{4B13B126-E763-4ADB-97A9-28EA45930852}" type="pres">
      <dgm:prSet presAssocID="{92C50F87-BC41-4467-855D-053C7AB6885E}" presName="dummy3a" presStyleCnt="0"/>
      <dgm:spPr/>
    </dgm:pt>
    <dgm:pt modelId="{EC3D57AD-F428-4AFA-8FCF-56E1DA403916}" type="pres">
      <dgm:prSet presAssocID="{92C50F87-BC41-4467-855D-053C7AB6885E}" presName="dummy3b" presStyleCnt="0"/>
      <dgm:spPr/>
    </dgm:pt>
    <dgm:pt modelId="{1497C0B8-B1BA-4F5F-8C07-7087576CB5BC}" type="pres">
      <dgm:prSet presAssocID="{92C50F87-BC41-4467-855D-053C7AB6885E}" presName="wedge3Tx" presStyleLbl="node1" presStyleIdx="2" presStyleCnt="5">
        <dgm:presLayoutVars>
          <dgm:chMax val="0"/>
          <dgm:chPref val="0"/>
          <dgm:bulletEnabled val="1"/>
        </dgm:presLayoutVars>
      </dgm:prSet>
      <dgm:spPr/>
      <dgm:t>
        <a:bodyPr/>
        <a:lstStyle/>
        <a:p>
          <a:endParaRPr lang="en-US"/>
        </a:p>
      </dgm:t>
    </dgm:pt>
    <dgm:pt modelId="{68AAE598-FF8C-4AF4-9E2C-850EBFC69081}" type="pres">
      <dgm:prSet presAssocID="{92C50F87-BC41-4467-855D-053C7AB6885E}" presName="wedge4" presStyleLbl="node1" presStyleIdx="3" presStyleCnt="5"/>
      <dgm:spPr/>
      <dgm:t>
        <a:bodyPr/>
        <a:lstStyle/>
        <a:p>
          <a:endParaRPr lang="en-US"/>
        </a:p>
      </dgm:t>
    </dgm:pt>
    <dgm:pt modelId="{15F14CC4-BB40-4619-8E00-D79652BCEC38}" type="pres">
      <dgm:prSet presAssocID="{92C50F87-BC41-4467-855D-053C7AB6885E}" presName="dummy4a" presStyleCnt="0"/>
      <dgm:spPr/>
    </dgm:pt>
    <dgm:pt modelId="{033B1A84-691C-43E5-BAB2-116AEEDB4DD0}" type="pres">
      <dgm:prSet presAssocID="{92C50F87-BC41-4467-855D-053C7AB6885E}" presName="dummy4b" presStyleCnt="0"/>
      <dgm:spPr/>
    </dgm:pt>
    <dgm:pt modelId="{5C19AEE3-040D-40A1-BE7B-A04E96AA5A35}" type="pres">
      <dgm:prSet presAssocID="{92C50F87-BC41-4467-855D-053C7AB6885E}" presName="wedge4Tx" presStyleLbl="node1" presStyleIdx="3" presStyleCnt="5">
        <dgm:presLayoutVars>
          <dgm:chMax val="0"/>
          <dgm:chPref val="0"/>
          <dgm:bulletEnabled val="1"/>
        </dgm:presLayoutVars>
      </dgm:prSet>
      <dgm:spPr/>
      <dgm:t>
        <a:bodyPr/>
        <a:lstStyle/>
        <a:p>
          <a:endParaRPr lang="en-US"/>
        </a:p>
      </dgm:t>
    </dgm:pt>
    <dgm:pt modelId="{F474B4F5-F569-4994-B23A-95ABBF4DD40E}" type="pres">
      <dgm:prSet presAssocID="{92C50F87-BC41-4467-855D-053C7AB6885E}" presName="wedge5" presStyleLbl="node1" presStyleIdx="4" presStyleCnt="5"/>
      <dgm:spPr/>
      <dgm:t>
        <a:bodyPr/>
        <a:lstStyle/>
        <a:p>
          <a:endParaRPr lang="en-US"/>
        </a:p>
      </dgm:t>
    </dgm:pt>
    <dgm:pt modelId="{13F98083-8F30-44E1-8981-6C08F1E4F1CD}" type="pres">
      <dgm:prSet presAssocID="{92C50F87-BC41-4467-855D-053C7AB6885E}" presName="dummy5a" presStyleCnt="0"/>
      <dgm:spPr/>
    </dgm:pt>
    <dgm:pt modelId="{8E03071D-6CAF-46FE-A829-78FDB960AA6D}" type="pres">
      <dgm:prSet presAssocID="{92C50F87-BC41-4467-855D-053C7AB6885E}" presName="dummy5b" presStyleCnt="0"/>
      <dgm:spPr/>
    </dgm:pt>
    <dgm:pt modelId="{7F86FAA4-B46E-4690-87D1-A4E7FDB132F6}" type="pres">
      <dgm:prSet presAssocID="{92C50F87-BC41-4467-855D-053C7AB6885E}" presName="wedge5Tx" presStyleLbl="node1" presStyleIdx="4" presStyleCnt="5">
        <dgm:presLayoutVars>
          <dgm:chMax val="0"/>
          <dgm:chPref val="0"/>
          <dgm:bulletEnabled val="1"/>
        </dgm:presLayoutVars>
      </dgm:prSet>
      <dgm:spPr/>
      <dgm:t>
        <a:bodyPr/>
        <a:lstStyle/>
        <a:p>
          <a:endParaRPr lang="en-US"/>
        </a:p>
      </dgm:t>
    </dgm:pt>
    <dgm:pt modelId="{1FCD644E-D781-44DF-BE66-AD46172C7893}" type="pres">
      <dgm:prSet presAssocID="{2C417B73-2341-4340-88D2-A82610895412}" presName="arrowWedge1" presStyleLbl="fgSibTrans2D1" presStyleIdx="0" presStyleCnt="5"/>
      <dgm:spPr/>
    </dgm:pt>
    <dgm:pt modelId="{EC29B905-FAB2-4344-BF08-AF6898829AE7}" type="pres">
      <dgm:prSet presAssocID="{8DA8BA72-7871-441E-84E8-A28247180DF3}" presName="arrowWedge2" presStyleLbl="fgSibTrans2D1" presStyleIdx="1" presStyleCnt="5"/>
      <dgm:spPr/>
    </dgm:pt>
    <dgm:pt modelId="{ECA16BE1-F765-4F6A-8D29-CCEB03F90739}" type="pres">
      <dgm:prSet presAssocID="{A6A9193E-C659-48F1-BFE3-699F3A38F2F3}" presName="arrowWedge3" presStyleLbl="fgSibTrans2D1" presStyleIdx="2" presStyleCnt="5"/>
      <dgm:spPr/>
    </dgm:pt>
    <dgm:pt modelId="{0B9D9D21-2C2E-431D-86F0-419273CDC2EC}" type="pres">
      <dgm:prSet presAssocID="{3BF7CDCA-36F6-4107-9A04-98D2C7FC3632}" presName="arrowWedge4" presStyleLbl="fgSibTrans2D1" presStyleIdx="3" presStyleCnt="5"/>
      <dgm:spPr/>
    </dgm:pt>
    <dgm:pt modelId="{C0E1EE17-F54E-4A11-8EF7-78D2F01B3D78}" type="pres">
      <dgm:prSet presAssocID="{13B47FA9-13C6-4C2F-B211-403D1CBF19E4}" presName="arrowWedge5" presStyleLbl="fgSibTrans2D1" presStyleIdx="4" presStyleCnt="5"/>
      <dgm:spPr/>
    </dgm:pt>
  </dgm:ptLst>
  <dgm:cxnLst>
    <dgm:cxn modelId="{FBEBCEFD-CE1E-4090-A47A-FC058E564FE6}" srcId="{92C50F87-BC41-4467-855D-053C7AB6885E}" destId="{982B87D7-C04D-402F-8D12-E8D904D20F4B}" srcOrd="4" destOrd="0" parTransId="{0D7AE14C-8782-4A58-AC8A-1DDB64F8F74F}" sibTransId="{13B47FA9-13C6-4C2F-B211-403D1CBF19E4}"/>
    <dgm:cxn modelId="{44EA2817-A8E3-9842-93CC-69E08DBF8B6B}" type="presOf" srcId="{982B87D7-C04D-402F-8D12-E8D904D20F4B}" destId="{F474B4F5-F569-4994-B23A-95ABBF4DD40E}" srcOrd="0" destOrd="0" presId="urn:microsoft.com/office/officeart/2005/8/layout/cycle8"/>
    <dgm:cxn modelId="{A56EDBAF-6BE2-9D4C-B8AA-EAF60F299BD6}" type="presOf" srcId="{982B87D7-C04D-402F-8D12-E8D904D20F4B}" destId="{7F86FAA4-B46E-4690-87D1-A4E7FDB132F6}" srcOrd="1" destOrd="0" presId="urn:microsoft.com/office/officeart/2005/8/layout/cycle8"/>
    <dgm:cxn modelId="{B23E7DC5-59F2-8D44-82E0-BAF2205C3095}" type="presOf" srcId="{19C4FC76-6320-4B4E-B18A-AD77115B7094}" destId="{5C19AEE3-040D-40A1-BE7B-A04E96AA5A35}" srcOrd="1" destOrd="0" presId="urn:microsoft.com/office/officeart/2005/8/layout/cycle8"/>
    <dgm:cxn modelId="{8C92B9C9-961E-554C-802B-A1604EFBAFFE}" type="presOf" srcId="{FEFDDB68-DC8D-4644-A153-ECFCDEA76C80}" destId="{76ACAAB3-8B1D-4EBD-98D2-24A726D791E8}" srcOrd="0" destOrd="0" presId="urn:microsoft.com/office/officeart/2005/8/layout/cycle8"/>
    <dgm:cxn modelId="{6F098C18-A3F8-4F2B-B0FA-91447A5B9E7B}" srcId="{92C50F87-BC41-4467-855D-053C7AB6885E}" destId="{19C4FC76-6320-4B4E-B18A-AD77115B7094}" srcOrd="3" destOrd="0" parTransId="{D0731C91-A724-498A-AEF9-33AB0AC1EEFB}" sibTransId="{3BF7CDCA-36F6-4107-9A04-98D2C7FC3632}"/>
    <dgm:cxn modelId="{6663233F-6C32-4A1A-A95E-751A60306C6B}" srcId="{92C50F87-BC41-4467-855D-053C7AB6885E}" destId="{0B449AD4-B459-4F9F-AD03-D2B7F4703B66}" srcOrd="0" destOrd="0" parTransId="{35F9741D-4B27-4B9B-956F-FD7301350474}" sibTransId="{2C417B73-2341-4340-88D2-A82610895412}"/>
    <dgm:cxn modelId="{770A0F6B-FFE5-A247-B1AC-BF876DAE849D}" type="presOf" srcId="{92C50F87-BC41-4467-855D-053C7AB6885E}" destId="{EC252FE4-AB28-4E8C-A4CA-9E4D4B3D7CC2}" srcOrd="0" destOrd="0" presId="urn:microsoft.com/office/officeart/2005/8/layout/cycle8"/>
    <dgm:cxn modelId="{F46E4670-F15F-A54C-9E90-3FEBD361E233}" type="presOf" srcId="{0B449AD4-B459-4F9F-AD03-D2B7F4703B66}" destId="{50149BD9-4234-4CB3-87B1-AF5B05F3DFCE}" srcOrd="0" destOrd="0" presId="urn:microsoft.com/office/officeart/2005/8/layout/cycle8"/>
    <dgm:cxn modelId="{B7B8D1F1-3C10-9C40-97D4-FE0CA05D0132}" type="presOf" srcId="{3F8577AD-B822-4D91-A80E-5CABA19CDE85}" destId="{41A32231-2962-4F3D-AAD9-AAB5E73D3BFA}" srcOrd="1" destOrd="0" presId="urn:microsoft.com/office/officeart/2005/8/layout/cycle8"/>
    <dgm:cxn modelId="{F020EDA6-85D2-BA4D-8CE8-2F5872421D64}" type="presOf" srcId="{3F8577AD-B822-4D91-A80E-5CABA19CDE85}" destId="{36ABF78E-EB32-435B-AFF6-270F4E748FEC}" srcOrd="0" destOrd="0" presId="urn:microsoft.com/office/officeart/2005/8/layout/cycle8"/>
    <dgm:cxn modelId="{12045DC2-27DD-AE41-9B5A-1D9EED9B98B3}" type="presOf" srcId="{0B449AD4-B459-4F9F-AD03-D2B7F4703B66}" destId="{C91C4981-7462-4B48-A1D1-F34A5B9312F2}" srcOrd="1" destOrd="0" presId="urn:microsoft.com/office/officeart/2005/8/layout/cycle8"/>
    <dgm:cxn modelId="{ED9021EA-372A-402D-AA51-4D1DAACEFDD1}" srcId="{92C50F87-BC41-4467-855D-053C7AB6885E}" destId="{FEFDDB68-DC8D-4644-A153-ECFCDEA76C80}" srcOrd="2" destOrd="0" parTransId="{4879F042-BB41-4172-B776-1C8444312F8D}" sibTransId="{A6A9193E-C659-48F1-BFE3-699F3A38F2F3}"/>
    <dgm:cxn modelId="{0F1E29D1-AB2E-4742-84BC-8A4BF749F1B1}" type="presOf" srcId="{19C4FC76-6320-4B4E-B18A-AD77115B7094}" destId="{68AAE598-FF8C-4AF4-9E2C-850EBFC69081}" srcOrd="0" destOrd="0" presId="urn:microsoft.com/office/officeart/2005/8/layout/cycle8"/>
    <dgm:cxn modelId="{6593BD35-54AA-3842-9858-693431538B0E}" type="presOf" srcId="{FEFDDB68-DC8D-4644-A153-ECFCDEA76C80}" destId="{1497C0B8-B1BA-4F5F-8C07-7087576CB5BC}" srcOrd="1" destOrd="0" presId="urn:microsoft.com/office/officeart/2005/8/layout/cycle8"/>
    <dgm:cxn modelId="{338A94DE-6758-4269-9D74-190E64C5D26D}" srcId="{92C50F87-BC41-4467-855D-053C7AB6885E}" destId="{3F8577AD-B822-4D91-A80E-5CABA19CDE85}" srcOrd="1" destOrd="0" parTransId="{9D550E90-05E7-4315-AB81-4A3CE16FD43F}" sibTransId="{8DA8BA72-7871-441E-84E8-A28247180DF3}"/>
    <dgm:cxn modelId="{F7C201B1-E67D-A44D-A0DE-68F50C783130}" type="presParOf" srcId="{EC252FE4-AB28-4E8C-A4CA-9E4D4B3D7CC2}" destId="{50149BD9-4234-4CB3-87B1-AF5B05F3DFCE}" srcOrd="0" destOrd="0" presId="urn:microsoft.com/office/officeart/2005/8/layout/cycle8"/>
    <dgm:cxn modelId="{C04C953E-8A31-C14F-83D6-FA07FA8ED03C}" type="presParOf" srcId="{EC252FE4-AB28-4E8C-A4CA-9E4D4B3D7CC2}" destId="{99C04F4E-0A74-46B5-B1CD-703463ACC953}" srcOrd="1" destOrd="0" presId="urn:microsoft.com/office/officeart/2005/8/layout/cycle8"/>
    <dgm:cxn modelId="{18A406D0-EE3D-B34B-B027-28231EE08285}" type="presParOf" srcId="{EC252FE4-AB28-4E8C-A4CA-9E4D4B3D7CC2}" destId="{F2A1609E-F4E5-4A50-9FFB-00B5DF4E99F8}" srcOrd="2" destOrd="0" presId="urn:microsoft.com/office/officeart/2005/8/layout/cycle8"/>
    <dgm:cxn modelId="{D2BFC138-3FCA-8644-A55A-CA15A7AFA19D}" type="presParOf" srcId="{EC252FE4-AB28-4E8C-A4CA-9E4D4B3D7CC2}" destId="{C91C4981-7462-4B48-A1D1-F34A5B9312F2}" srcOrd="3" destOrd="0" presId="urn:microsoft.com/office/officeart/2005/8/layout/cycle8"/>
    <dgm:cxn modelId="{61658F09-B826-054D-9C36-9127390E33D6}" type="presParOf" srcId="{EC252FE4-AB28-4E8C-A4CA-9E4D4B3D7CC2}" destId="{36ABF78E-EB32-435B-AFF6-270F4E748FEC}" srcOrd="4" destOrd="0" presId="urn:microsoft.com/office/officeart/2005/8/layout/cycle8"/>
    <dgm:cxn modelId="{B8D58751-13EA-0A44-A3A1-2FFF32BD3AED}" type="presParOf" srcId="{EC252FE4-AB28-4E8C-A4CA-9E4D4B3D7CC2}" destId="{181D572F-7F3B-453C-AE1F-5D2DFFA8FEFB}" srcOrd="5" destOrd="0" presId="urn:microsoft.com/office/officeart/2005/8/layout/cycle8"/>
    <dgm:cxn modelId="{14A83F4A-4AA0-724A-A6D3-7F2DE5B4FEEC}" type="presParOf" srcId="{EC252FE4-AB28-4E8C-A4CA-9E4D4B3D7CC2}" destId="{A329D5CE-C25E-4BF3-8369-50393580399D}" srcOrd="6" destOrd="0" presId="urn:microsoft.com/office/officeart/2005/8/layout/cycle8"/>
    <dgm:cxn modelId="{F24AF5EA-BED2-F640-AD9F-F86B6C99FD2F}" type="presParOf" srcId="{EC252FE4-AB28-4E8C-A4CA-9E4D4B3D7CC2}" destId="{41A32231-2962-4F3D-AAD9-AAB5E73D3BFA}" srcOrd="7" destOrd="0" presId="urn:microsoft.com/office/officeart/2005/8/layout/cycle8"/>
    <dgm:cxn modelId="{50D1BEF2-2971-C74F-8A98-04B6258170CC}" type="presParOf" srcId="{EC252FE4-AB28-4E8C-A4CA-9E4D4B3D7CC2}" destId="{76ACAAB3-8B1D-4EBD-98D2-24A726D791E8}" srcOrd="8" destOrd="0" presId="urn:microsoft.com/office/officeart/2005/8/layout/cycle8"/>
    <dgm:cxn modelId="{48D1C079-6456-A24E-9484-6BA57FE54A10}" type="presParOf" srcId="{EC252FE4-AB28-4E8C-A4CA-9E4D4B3D7CC2}" destId="{4B13B126-E763-4ADB-97A9-28EA45930852}" srcOrd="9" destOrd="0" presId="urn:microsoft.com/office/officeart/2005/8/layout/cycle8"/>
    <dgm:cxn modelId="{AE4677A0-E67B-2F4E-B618-E662B80AB529}" type="presParOf" srcId="{EC252FE4-AB28-4E8C-A4CA-9E4D4B3D7CC2}" destId="{EC3D57AD-F428-4AFA-8FCF-56E1DA403916}" srcOrd="10" destOrd="0" presId="urn:microsoft.com/office/officeart/2005/8/layout/cycle8"/>
    <dgm:cxn modelId="{9575627F-7EBD-5245-94BD-0457164B67FC}" type="presParOf" srcId="{EC252FE4-AB28-4E8C-A4CA-9E4D4B3D7CC2}" destId="{1497C0B8-B1BA-4F5F-8C07-7087576CB5BC}" srcOrd="11" destOrd="0" presId="urn:microsoft.com/office/officeart/2005/8/layout/cycle8"/>
    <dgm:cxn modelId="{C5BFBD5B-5BEB-B64C-9BF6-A4E543C3BC70}" type="presParOf" srcId="{EC252FE4-AB28-4E8C-A4CA-9E4D4B3D7CC2}" destId="{68AAE598-FF8C-4AF4-9E2C-850EBFC69081}" srcOrd="12" destOrd="0" presId="urn:microsoft.com/office/officeart/2005/8/layout/cycle8"/>
    <dgm:cxn modelId="{8AF161C5-9A68-1D45-AFA4-8395459726A6}" type="presParOf" srcId="{EC252FE4-AB28-4E8C-A4CA-9E4D4B3D7CC2}" destId="{15F14CC4-BB40-4619-8E00-D79652BCEC38}" srcOrd="13" destOrd="0" presId="urn:microsoft.com/office/officeart/2005/8/layout/cycle8"/>
    <dgm:cxn modelId="{C3E754C7-A256-524B-85E2-6A78A42FC62D}" type="presParOf" srcId="{EC252FE4-AB28-4E8C-A4CA-9E4D4B3D7CC2}" destId="{033B1A84-691C-43E5-BAB2-116AEEDB4DD0}" srcOrd="14" destOrd="0" presId="urn:microsoft.com/office/officeart/2005/8/layout/cycle8"/>
    <dgm:cxn modelId="{C7EFF443-D8E9-D644-B212-7FD147FF5370}" type="presParOf" srcId="{EC252FE4-AB28-4E8C-A4CA-9E4D4B3D7CC2}" destId="{5C19AEE3-040D-40A1-BE7B-A04E96AA5A35}" srcOrd="15" destOrd="0" presId="urn:microsoft.com/office/officeart/2005/8/layout/cycle8"/>
    <dgm:cxn modelId="{BDF2E54A-D0D7-6B49-9E1E-7D0C78AFEF90}" type="presParOf" srcId="{EC252FE4-AB28-4E8C-A4CA-9E4D4B3D7CC2}" destId="{F474B4F5-F569-4994-B23A-95ABBF4DD40E}" srcOrd="16" destOrd="0" presId="urn:microsoft.com/office/officeart/2005/8/layout/cycle8"/>
    <dgm:cxn modelId="{C1CF88C6-94DB-9047-A532-000B6E593651}" type="presParOf" srcId="{EC252FE4-AB28-4E8C-A4CA-9E4D4B3D7CC2}" destId="{13F98083-8F30-44E1-8981-6C08F1E4F1CD}" srcOrd="17" destOrd="0" presId="urn:microsoft.com/office/officeart/2005/8/layout/cycle8"/>
    <dgm:cxn modelId="{8CB645C7-6F98-A249-A2DF-E2C547D4332C}" type="presParOf" srcId="{EC252FE4-AB28-4E8C-A4CA-9E4D4B3D7CC2}" destId="{8E03071D-6CAF-46FE-A829-78FDB960AA6D}" srcOrd="18" destOrd="0" presId="urn:microsoft.com/office/officeart/2005/8/layout/cycle8"/>
    <dgm:cxn modelId="{92A4AEDC-6A88-F444-BB16-BD890C131025}" type="presParOf" srcId="{EC252FE4-AB28-4E8C-A4CA-9E4D4B3D7CC2}" destId="{7F86FAA4-B46E-4690-87D1-A4E7FDB132F6}" srcOrd="19" destOrd="0" presId="urn:microsoft.com/office/officeart/2005/8/layout/cycle8"/>
    <dgm:cxn modelId="{B97D5DEA-340B-B149-B523-D515058B5624}" type="presParOf" srcId="{EC252FE4-AB28-4E8C-A4CA-9E4D4B3D7CC2}" destId="{1FCD644E-D781-44DF-BE66-AD46172C7893}" srcOrd="20" destOrd="0" presId="urn:microsoft.com/office/officeart/2005/8/layout/cycle8"/>
    <dgm:cxn modelId="{43D97C0E-BCF5-3546-9B2A-780DB01C96C7}" type="presParOf" srcId="{EC252FE4-AB28-4E8C-A4CA-9E4D4B3D7CC2}" destId="{EC29B905-FAB2-4344-BF08-AF6898829AE7}" srcOrd="21" destOrd="0" presId="urn:microsoft.com/office/officeart/2005/8/layout/cycle8"/>
    <dgm:cxn modelId="{F8C92014-94A4-B24E-B4D8-642CD7D921C7}" type="presParOf" srcId="{EC252FE4-AB28-4E8C-A4CA-9E4D4B3D7CC2}" destId="{ECA16BE1-F765-4F6A-8D29-CCEB03F90739}" srcOrd="22" destOrd="0" presId="urn:microsoft.com/office/officeart/2005/8/layout/cycle8"/>
    <dgm:cxn modelId="{5550AA95-1029-9C48-943B-39FB2E8618E2}" type="presParOf" srcId="{EC252FE4-AB28-4E8C-A4CA-9E4D4B3D7CC2}" destId="{0B9D9D21-2C2E-431D-86F0-419273CDC2EC}" srcOrd="23" destOrd="0" presId="urn:microsoft.com/office/officeart/2005/8/layout/cycle8"/>
    <dgm:cxn modelId="{24235381-BFB3-5842-8B73-577C5C1F4680}" type="presParOf" srcId="{EC252FE4-AB28-4E8C-A4CA-9E4D4B3D7CC2}" destId="{C0E1EE17-F54E-4A11-8EF7-78D2F01B3D78}" srcOrd="2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2C50F87-BC41-4467-855D-053C7AB6885E}" type="doc">
      <dgm:prSet loTypeId="urn:microsoft.com/office/officeart/2005/8/layout/cycle8" loCatId="cycle" qsTypeId="urn:microsoft.com/office/officeart/2005/8/quickstyle/simple2" qsCatId="simple" csTypeId="urn:microsoft.com/office/officeart/2005/8/colors/accent0_3" csCatId="mainScheme" phldr="1"/>
      <dgm:spPr/>
      <dgm:t>
        <a:bodyPr/>
        <a:lstStyle/>
        <a:p>
          <a:endParaRPr lang="en-US"/>
        </a:p>
      </dgm:t>
    </dgm:pt>
    <dgm:pt modelId="{0B449AD4-B459-4F9F-AD03-D2B7F4703B66}">
      <dgm:prSet phldrT="[Text]" custT="1"/>
      <dgm:spPr/>
      <dgm:t>
        <a:bodyPr/>
        <a:lstStyle/>
        <a:p>
          <a:r>
            <a:rPr lang="en-US" sz="2800" cap="small" baseline="0">
              <a:latin typeface="+mj-lt"/>
            </a:rPr>
            <a:t>Plan</a:t>
          </a:r>
          <a:endParaRPr lang="en-US" sz="2400" cap="small" baseline="0">
            <a:latin typeface="+mj-lt"/>
          </a:endParaRPr>
        </a:p>
      </dgm:t>
    </dgm:pt>
    <dgm:pt modelId="{35F9741D-4B27-4B9B-956F-FD7301350474}" type="parTrans" cxnId="{6663233F-6C32-4A1A-A95E-751A60306C6B}">
      <dgm:prSet/>
      <dgm:spPr/>
      <dgm:t>
        <a:bodyPr/>
        <a:lstStyle/>
        <a:p>
          <a:endParaRPr lang="en-US">
            <a:latin typeface="+mj-lt"/>
          </a:endParaRPr>
        </a:p>
      </dgm:t>
    </dgm:pt>
    <dgm:pt modelId="{2C417B73-2341-4340-88D2-A82610895412}" type="sibTrans" cxnId="{6663233F-6C32-4A1A-A95E-751A60306C6B}">
      <dgm:prSet/>
      <dgm:spPr/>
      <dgm:t>
        <a:bodyPr/>
        <a:lstStyle/>
        <a:p>
          <a:endParaRPr lang="en-US">
            <a:latin typeface="+mj-lt"/>
          </a:endParaRPr>
        </a:p>
      </dgm:t>
    </dgm:pt>
    <dgm:pt modelId="{FEFDDB68-DC8D-4644-A153-ECFCDEA76C80}">
      <dgm:prSet phldrT="[Text]" custT="1"/>
      <dgm:spPr/>
      <dgm:t>
        <a:bodyPr anchor="ctr"/>
        <a:lstStyle/>
        <a:p>
          <a:r>
            <a:rPr lang="en-US" sz="2400" cap="small" baseline="0">
              <a:latin typeface="+mj-lt"/>
            </a:rPr>
            <a:t>Configure</a:t>
          </a:r>
        </a:p>
      </dgm:t>
    </dgm:pt>
    <dgm:pt modelId="{4879F042-BB41-4172-B776-1C8444312F8D}" type="parTrans" cxnId="{ED9021EA-372A-402D-AA51-4D1DAACEFDD1}">
      <dgm:prSet/>
      <dgm:spPr/>
      <dgm:t>
        <a:bodyPr/>
        <a:lstStyle/>
        <a:p>
          <a:endParaRPr lang="en-US">
            <a:latin typeface="+mj-lt"/>
          </a:endParaRPr>
        </a:p>
      </dgm:t>
    </dgm:pt>
    <dgm:pt modelId="{A6A9193E-C659-48F1-BFE3-699F3A38F2F3}" type="sibTrans" cxnId="{ED9021EA-372A-402D-AA51-4D1DAACEFDD1}">
      <dgm:prSet/>
      <dgm:spPr/>
      <dgm:t>
        <a:bodyPr/>
        <a:lstStyle/>
        <a:p>
          <a:endParaRPr lang="en-US">
            <a:latin typeface="+mj-lt"/>
          </a:endParaRPr>
        </a:p>
      </dgm:t>
    </dgm:pt>
    <dgm:pt modelId="{982B87D7-C04D-402F-8D12-E8D904D20F4B}">
      <dgm:prSet phldrT="[Text]" custT="1"/>
      <dgm:spPr/>
      <dgm:t>
        <a:bodyPr/>
        <a:lstStyle/>
        <a:p>
          <a:pPr marL="0" lvl="0" algn="ctr" defTabSz="889000">
            <a:lnSpc>
              <a:spcPct val="90000"/>
            </a:lnSpc>
            <a:spcBef>
              <a:spcPct val="0"/>
            </a:spcBef>
            <a:spcAft>
              <a:spcPct val="35000"/>
            </a:spcAft>
            <a:buNone/>
          </a:pPr>
          <a:r>
            <a:rPr lang="en-US" sz="3200" kern="1200" cap="small" baseline="0">
              <a:latin typeface="+mj-lt"/>
            </a:rPr>
            <a:t>Retire</a:t>
          </a:r>
          <a:endParaRPr lang="en-US" sz="1600" kern="1200" cap="small" baseline="0">
            <a:latin typeface="+mj-lt"/>
          </a:endParaRPr>
        </a:p>
      </dgm:t>
    </dgm:pt>
    <dgm:pt modelId="{0D7AE14C-8782-4A58-AC8A-1DDB64F8F74F}" type="parTrans" cxnId="{FBEBCEFD-CE1E-4090-A47A-FC058E564FE6}">
      <dgm:prSet/>
      <dgm:spPr/>
      <dgm:t>
        <a:bodyPr/>
        <a:lstStyle/>
        <a:p>
          <a:endParaRPr lang="en-US">
            <a:latin typeface="+mj-lt"/>
          </a:endParaRPr>
        </a:p>
      </dgm:t>
    </dgm:pt>
    <dgm:pt modelId="{13B47FA9-13C6-4C2F-B211-403D1CBF19E4}" type="sibTrans" cxnId="{FBEBCEFD-CE1E-4090-A47A-FC058E564FE6}">
      <dgm:prSet/>
      <dgm:spPr/>
      <dgm:t>
        <a:bodyPr/>
        <a:lstStyle/>
        <a:p>
          <a:endParaRPr lang="en-US">
            <a:latin typeface="+mj-lt"/>
          </a:endParaRPr>
        </a:p>
      </dgm:t>
    </dgm:pt>
    <dgm:pt modelId="{3F8577AD-B822-4D91-A80E-5CABA19CDE85}">
      <dgm:prSet phldrT="[Text]" custT="1"/>
      <dgm:spPr/>
      <dgm:t>
        <a:bodyPr/>
        <a:lstStyle/>
        <a:p>
          <a:r>
            <a:rPr lang="en-US" sz="2800" cap="small" baseline="0">
              <a:latin typeface="+mj-lt"/>
            </a:rPr>
            <a:t>Register</a:t>
          </a:r>
          <a:endParaRPr lang="en-US" sz="1600" cap="small" baseline="0">
            <a:latin typeface="+mj-lt"/>
          </a:endParaRPr>
        </a:p>
      </dgm:t>
    </dgm:pt>
    <dgm:pt modelId="{8DA8BA72-7871-441E-84E8-A28247180DF3}" type="sibTrans" cxnId="{338A94DE-6758-4269-9D74-190E64C5D26D}">
      <dgm:prSet/>
      <dgm:spPr/>
      <dgm:t>
        <a:bodyPr/>
        <a:lstStyle/>
        <a:p>
          <a:endParaRPr lang="en-US">
            <a:latin typeface="+mj-lt"/>
          </a:endParaRPr>
        </a:p>
      </dgm:t>
    </dgm:pt>
    <dgm:pt modelId="{9D550E90-05E7-4315-AB81-4A3CE16FD43F}" type="parTrans" cxnId="{338A94DE-6758-4269-9D74-190E64C5D26D}">
      <dgm:prSet/>
      <dgm:spPr/>
      <dgm:t>
        <a:bodyPr/>
        <a:lstStyle/>
        <a:p>
          <a:endParaRPr lang="en-US">
            <a:latin typeface="+mj-lt"/>
          </a:endParaRPr>
        </a:p>
      </dgm:t>
    </dgm:pt>
    <dgm:pt modelId="{19C4FC76-6320-4B4E-B18A-AD77115B7094}">
      <dgm:prSet phldrT="[Text]" custT="1"/>
      <dgm:spPr/>
      <dgm:t>
        <a:bodyPr/>
        <a:lstStyle/>
        <a:p>
          <a:r>
            <a:rPr lang="en-US" sz="2800" cap="small" baseline="0">
              <a:latin typeface="+mj-lt"/>
            </a:rPr>
            <a:t>Monitor</a:t>
          </a:r>
          <a:endParaRPr lang="en-US" sz="1600" cap="small" baseline="0">
            <a:latin typeface="+mj-lt"/>
          </a:endParaRPr>
        </a:p>
      </dgm:t>
    </dgm:pt>
    <dgm:pt modelId="{3BF7CDCA-36F6-4107-9A04-98D2C7FC3632}" type="sibTrans" cxnId="{6F098C18-A3F8-4F2B-B0FA-91447A5B9E7B}">
      <dgm:prSet/>
      <dgm:spPr/>
      <dgm:t>
        <a:bodyPr/>
        <a:lstStyle/>
        <a:p>
          <a:endParaRPr lang="en-US">
            <a:latin typeface="+mj-lt"/>
          </a:endParaRPr>
        </a:p>
      </dgm:t>
    </dgm:pt>
    <dgm:pt modelId="{D0731C91-A724-498A-AEF9-33AB0AC1EEFB}" type="parTrans" cxnId="{6F098C18-A3F8-4F2B-B0FA-91447A5B9E7B}">
      <dgm:prSet/>
      <dgm:spPr/>
      <dgm:t>
        <a:bodyPr/>
        <a:lstStyle/>
        <a:p>
          <a:endParaRPr lang="en-US">
            <a:latin typeface="+mj-lt"/>
          </a:endParaRPr>
        </a:p>
      </dgm:t>
    </dgm:pt>
    <dgm:pt modelId="{EC252FE4-AB28-4E8C-A4CA-9E4D4B3D7CC2}" type="pres">
      <dgm:prSet presAssocID="{92C50F87-BC41-4467-855D-053C7AB6885E}" presName="compositeShape" presStyleCnt="0">
        <dgm:presLayoutVars>
          <dgm:chMax val="7"/>
          <dgm:dir/>
          <dgm:resizeHandles val="exact"/>
        </dgm:presLayoutVars>
      </dgm:prSet>
      <dgm:spPr/>
      <dgm:t>
        <a:bodyPr/>
        <a:lstStyle/>
        <a:p>
          <a:endParaRPr lang="en-US"/>
        </a:p>
      </dgm:t>
    </dgm:pt>
    <dgm:pt modelId="{50149BD9-4234-4CB3-87B1-AF5B05F3DFCE}" type="pres">
      <dgm:prSet presAssocID="{92C50F87-BC41-4467-855D-053C7AB6885E}" presName="wedge1" presStyleLbl="node1" presStyleIdx="0" presStyleCnt="5"/>
      <dgm:spPr/>
      <dgm:t>
        <a:bodyPr/>
        <a:lstStyle/>
        <a:p>
          <a:endParaRPr lang="en-US"/>
        </a:p>
      </dgm:t>
    </dgm:pt>
    <dgm:pt modelId="{99C04F4E-0A74-46B5-B1CD-703463ACC953}" type="pres">
      <dgm:prSet presAssocID="{92C50F87-BC41-4467-855D-053C7AB6885E}" presName="dummy1a" presStyleCnt="0"/>
      <dgm:spPr/>
    </dgm:pt>
    <dgm:pt modelId="{F2A1609E-F4E5-4A50-9FFB-00B5DF4E99F8}" type="pres">
      <dgm:prSet presAssocID="{92C50F87-BC41-4467-855D-053C7AB6885E}" presName="dummy1b" presStyleCnt="0"/>
      <dgm:spPr/>
    </dgm:pt>
    <dgm:pt modelId="{C91C4981-7462-4B48-A1D1-F34A5B9312F2}" type="pres">
      <dgm:prSet presAssocID="{92C50F87-BC41-4467-855D-053C7AB6885E}" presName="wedge1Tx" presStyleLbl="node1" presStyleIdx="0" presStyleCnt="5">
        <dgm:presLayoutVars>
          <dgm:chMax val="0"/>
          <dgm:chPref val="0"/>
          <dgm:bulletEnabled val="1"/>
        </dgm:presLayoutVars>
      </dgm:prSet>
      <dgm:spPr/>
      <dgm:t>
        <a:bodyPr/>
        <a:lstStyle/>
        <a:p>
          <a:endParaRPr lang="en-US"/>
        </a:p>
      </dgm:t>
    </dgm:pt>
    <dgm:pt modelId="{36ABF78E-EB32-435B-AFF6-270F4E748FEC}" type="pres">
      <dgm:prSet presAssocID="{92C50F87-BC41-4467-855D-053C7AB6885E}" presName="wedge2" presStyleLbl="node1" presStyleIdx="1" presStyleCnt="5"/>
      <dgm:spPr/>
      <dgm:t>
        <a:bodyPr/>
        <a:lstStyle/>
        <a:p>
          <a:endParaRPr lang="en-US"/>
        </a:p>
      </dgm:t>
    </dgm:pt>
    <dgm:pt modelId="{181D572F-7F3B-453C-AE1F-5D2DFFA8FEFB}" type="pres">
      <dgm:prSet presAssocID="{92C50F87-BC41-4467-855D-053C7AB6885E}" presName="dummy2a" presStyleCnt="0"/>
      <dgm:spPr/>
    </dgm:pt>
    <dgm:pt modelId="{A329D5CE-C25E-4BF3-8369-50393580399D}" type="pres">
      <dgm:prSet presAssocID="{92C50F87-BC41-4467-855D-053C7AB6885E}" presName="dummy2b" presStyleCnt="0"/>
      <dgm:spPr/>
    </dgm:pt>
    <dgm:pt modelId="{41A32231-2962-4F3D-AAD9-AAB5E73D3BFA}" type="pres">
      <dgm:prSet presAssocID="{92C50F87-BC41-4467-855D-053C7AB6885E}" presName="wedge2Tx" presStyleLbl="node1" presStyleIdx="1" presStyleCnt="5">
        <dgm:presLayoutVars>
          <dgm:chMax val="0"/>
          <dgm:chPref val="0"/>
          <dgm:bulletEnabled val="1"/>
        </dgm:presLayoutVars>
      </dgm:prSet>
      <dgm:spPr/>
      <dgm:t>
        <a:bodyPr/>
        <a:lstStyle/>
        <a:p>
          <a:endParaRPr lang="en-US"/>
        </a:p>
      </dgm:t>
    </dgm:pt>
    <dgm:pt modelId="{76ACAAB3-8B1D-4EBD-98D2-24A726D791E8}" type="pres">
      <dgm:prSet presAssocID="{92C50F87-BC41-4467-855D-053C7AB6885E}" presName="wedge3" presStyleLbl="node1" presStyleIdx="2" presStyleCnt="5"/>
      <dgm:spPr/>
      <dgm:t>
        <a:bodyPr/>
        <a:lstStyle/>
        <a:p>
          <a:endParaRPr lang="en-US"/>
        </a:p>
      </dgm:t>
    </dgm:pt>
    <dgm:pt modelId="{4B13B126-E763-4ADB-97A9-28EA45930852}" type="pres">
      <dgm:prSet presAssocID="{92C50F87-BC41-4467-855D-053C7AB6885E}" presName="dummy3a" presStyleCnt="0"/>
      <dgm:spPr/>
    </dgm:pt>
    <dgm:pt modelId="{EC3D57AD-F428-4AFA-8FCF-56E1DA403916}" type="pres">
      <dgm:prSet presAssocID="{92C50F87-BC41-4467-855D-053C7AB6885E}" presName="dummy3b" presStyleCnt="0"/>
      <dgm:spPr/>
    </dgm:pt>
    <dgm:pt modelId="{1497C0B8-B1BA-4F5F-8C07-7087576CB5BC}" type="pres">
      <dgm:prSet presAssocID="{92C50F87-BC41-4467-855D-053C7AB6885E}" presName="wedge3Tx" presStyleLbl="node1" presStyleIdx="2" presStyleCnt="5">
        <dgm:presLayoutVars>
          <dgm:chMax val="0"/>
          <dgm:chPref val="0"/>
          <dgm:bulletEnabled val="1"/>
        </dgm:presLayoutVars>
      </dgm:prSet>
      <dgm:spPr/>
      <dgm:t>
        <a:bodyPr/>
        <a:lstStyle/>
        <a:p>
          <a:endParaRPr lang="en-US"/>
        </a:p>
      </dgm:t>
    </dgm:pt>
    <dgm:pt modelId="{68AAE598-FF8C-4AF4-9E2C-850EBFC69081}" type="pres">
      <dgm:prSet presAssocID="{92C50F87-BC41-4467-855D-053C7AB6885E}" presName="wedge4" presStyleLbl="node1" presStyleIdx="3" presStyleCnt="5"/>
      <dgm:spPr/>
      <dgm:t>
        <a:bodyPr/>
        <a:lstStyle/>
        <a:p>
          <a:endParaRPr lang="en-US"/>
        </a:p>
      </dgm:t>
    </dgm:pt>
    <dgm:pt modelId="{15F14CC4-BB40-4619-8E00-D79652BCEC38}" type="pres">
      <dgm:prSet presAssocID="{92C50F87-BC41-4467-855D-053C7AB6885E}" presName="dummy4a" presStyleCnt="0"/>
      <dgm:spPr/>
    </dgm:pt>
    <dgm:pt modelId="{033B1A84-691C-43E5-BAB2-116AEEDB4DD0}" type="pres">
      <dgm:prSet presAssocID="{92C50F87-BC41-4467-855D-053C7AB6885E}" presName="dummy4b" presStyleCnt="0"/>
      <dgm:spPr/>
    </dgm:pt>
    <dgm:pt modelId="{5C19AEE3-040D-40A1-BE7B-A04E96AA5A35}" type="pres">
      <dgm:prSet presAssocID="{92C50F87-BC41-4467-855D-053C7AB6885E}" presName="wedge4Tx" presStyleLbl="node1" presStyleIdx="3" presStyleCnt="5">
        <dgm:presLayoutVars>
          <dgm:chMax val="0"/>
          <dgm:chPref val="0"/>
          <dgm:bulletEnabled val="1"/>
        </dgm:presLayoutVars>
      </dgm:prSet>
      <dgm:spPr/>
      <dgm:t>
        <a:bodyPr/>
        <a:lstStyle/>
        <a:p>
          <a:endParaRPr lang="en-US"/>
        </a:p>
      </dgm:t>
    </dgm:pt>
    <dgm:pt modelId="{F474B4F5-F569-4994-B23A-95ABBF4DD40E}" type="pres">
      <dgm:prSet presAssocID="{92C50F87-BC41-4467-855D-053C7AB6885E}" presName="wedge5" presStyleLbl="node1" presStyleIdx="4" presStyleCnt="5"/>
      <dgm:spPr/>
      <dgm:t>
        <a:bodyPr/>
        <a:lstStyle/>
        <a:p>
          <a:endParaRPr lang="en-US"/>
        </a:p>
      </dgm:t>
    </dgm:pt>
    <dgm:pt modelId="{13F98083-8F30-44E1-8981-6C08F1E4F1CD}" type="pres">
      <dgm:prSet presAssocID="{92C50F87-BC41-4467-855D-053C7AB6885E}" presName="dummy5a" presStyleCnt="0"/>
      <dgm:spPr/>
    </dgm:pt>
    <dgm:pt modelId="{8E03071D-6CAF-46FE-A829-78FDB960AA6D}" type="pres">
      <dgm:prSet presAssocID="{92C50F87-BC41-4467-855D-053C7AB6885E}" presName="dummy5b" presStyleCnt="0"/>
      <dgm:spPr/>
    </dgm:pt>
    <dgm:pt modelId="{7F86FAA4-B46E-4690-87D1-A4E7FDB132F6}" type="pres">
      <dgm:prSet presAssocID="{92C50F87-BC41-4467-855D-053C7AB6885E}" presName="wedge5Tx" presStyleLbl="node1" presStyleIdx="4" presStyleCnt="5">
        <dgm:presLayoutVars>
          <dgm:chMax val="0"/>
          <dgm:chPref val="0"/>
          <dgm:bulletEnabled val="1"/>
        </dgm:presLayoutVars>
      </dgm:prSet>
      <dgm:spPr/>
      <dgm:t>
        <a:bodyPr/>
        <a:lstStyle/>
        <a:p>
          <a:endParaRPr lang="en-US"/>
        </a:p>
      </dgm:t>
    </dgm:pt>
    <dgm:pt modelId="{1FCD644E-D781-44DF-BE66-AD46172C7893}" type="pres">
      <dgm:prSet presAssocID="{2C417B73-2341-4340-88D2-A82610895412}" presName="arrowWedge1" presStyleLbl="fgSibTrans2D1" presStyleIdx="0" presStyleCnt="5"/>
      <dgm:spPr/>
    </dgm:pt>
    <dgm:pt modelId="{EC29B905-FAB2-4344-BF08-AF6898829AE7}" type="pres">
      <dgm:prSet presAssocID="{8DA8BA72-7871-441E-84E8-A28247180DF3}" presName="arrowWedge2" presStyleLbl="fgSibTrans2D1" presStyleIdx="1" presStyleCnt="5"/>
      <dgm:spPr/>
    </dgm:pt>
    <dgm:pt modelId="{ECA16BE1-F765-4F6A-8D29-CCEB03F90739}" type="pres">
      <dgm:prSet presAssocID="{A6A9193E-C659-48F1-BFE3-699F3A38F2F3}" presName="arrowWedge3" presStyleLbl="fgSibTrans2D1" presStyleIdx="2" presStyleCnt="5"/>
      <dgm:spPr/>
    </dgm:pt>
    <dgm:pt modelId="{0B9D9D21-2C2E-431D-86F0-419273CDC2EC}" type="pres">
      <dgm:prSet presAssocID="{3BF7CDCA-36F6-4107-9A04-98D2C7FC3632}" presName="arrowWedge4" presStyleLbl="fgSibTrans2D1" presStyleIdx="3" presStyleCnt="5"/>
      <dgm:spPr/>
    </dgm:pt>
    <dgm:pt modelId="{C0E1EE17-F54E-4A11-8EF7-78D2F01B3D78}" type="pres">
      <dgm:prSet presAssocID="{13B47FA9-13C6-4C2F-B211-403D1CBF19E4}" presName="arrowWedge5" presStyleLbl="fgSibTrans2D1" presStyleIdx="4" presStyleCnt="5"/>
      <dgm:spPr/>
    </dgm:pt>
  </dgm:ptLst>
  <dgm:cxnLst>
    <dgm:cxn modelId="{FBEBCEFD-CE1E-4090-A47A-FC058E564FE6}" srcId="{92C50F87-BC41-4467-855D-053C7AB6885E}" destId="{982B87D7-C04D-402F-8D12-E8D904D20F4B}" srcOrd="4" destOrd="0" parTransId="{0D7AE14C-8782-4A58-AC8A-1DDB64F8F74F}" sibTransId="{13B47FA9-13C6-4C2F-B211-403D1CBF19E4}"/>
    <dgm:cxn modelId="{44EA2817-A8E3-9842-93CC-69E08DBF8B6B}" type="presOf" srcId="{982B87D7-C04D-402F-8D12-E8D904D20F4B}" destId="{F474B4F5-F569-4994-B23A-95ABBF4DD40E}" srcOrd="0" destOrd="0" presId="urn:microsoft.com/office/officeart/2005/8/layout/cycle8"/>
    <dgm:cxn modelId="{A56EDBAF-6BE2-9D4C-B8AA-EAF60F299BD6}" type="presOf" srcId="{982B87D7-C04D-402F-8D12-E8D904D20F4B}" destId="{7F86FAA4-B46E-4690-87D1-A4E7FDB132F6}" srcOrd="1" destOrd="0" presId="urn:microsoft.com/office/officeart/2005/8/layout/cycle8"/>
    <dgm:cxn modelId="{B23E7DC5-59F2-8D44-82E0-BAF2205C3095}" type="presOf" srcId="{19C4FC76-6320-4B4E-B18A-AD77115B7094}" destId="{5C19AEE3-040D-40A1-BE7B-A04E96AA5A35}" srcOrd="1" destOrd="0" presId="urn:microsoft.com/office/officeart/2005/8/layout/cycle8"/>
    <dgm:cxn modelId="{8C92B9C9-961E-554C-802B-A1604EFBAFFE}" type="presOf" srcId="{FEFDDB68-DC8D-4644-A153-ECFCDEA76C80}" destId="{76ACAAB3-8B1D-4EBD-98D2-24A726D791E8}" srcOrd="0" destOrd="0" presId="urn:microsoft.com/office/officeart/2005/8/layout/cycle8"/>
    <dgm:cxn modelId="{6F098C18-A3F8-4F2B-B0FA-91447A5B9E7B}" srcId="{92C50F87-BC41-4467-855D-053C7AB6885E}" destId="{19C4FC76-6320-4B4E-B18A-AD77115B7094}" srcOrd="3" destOrd="0" parTransId="{D0731C91-A724-498A-AEF9-33AB0AC1EEFB}" sibTransId="{3BF7CDCA-36F6-4107-9A04-98D2C7FC3632}"/>
    <dgm:cxn modelId="{6663233F-6C32-4A1A-A95E-751A60306C6B}" srcId="{92C50F87-BC41-4467-855D-053C7AB6885E}" destId="{0B449AD4-B459-4F9F-AD03-D2B7F4703B66}" srcOrd="0" destOrd="0" parTransId="{35F9741D-4B27-4B9B-956F-FD7301350474}" sibTransId="{2C417B73-2341-4340-88D2-A82610895412}"/>
    <dgm:cxn modelId="{770A0F6B-FFE5-A247-B1AC-BF876DAE849D}" type="presOf" srcId="{92C50F87-BC41-4467-855D-053C7AB6885E}" destId="{EC252FE4-AB28-4E8C-A4CA-9E4D4B3D7CC2}" srcOrd="0" destOrd="0" presId="urn:microsoft.com/office/officeart/2005/8/layout/cycle8"/>
    <dgm:cxn modelId="{F46E4670-F15F-A54C-9E90-3FEBD361E233}" type="presOf" srcId="{0B449AD4-B459-4F9F-AD03-D2B7F4703B66}" destId="{50149BD9-4234-4CB3-87B1-AF5B05F3DFCE}" srcOrd="0" destOrd="0" presId="urn:microsoft.com/office/officeart/2005/8/layout/cycle8"/>
    <dgm:cxn modelId="{B7B8D1F1-3C10-9C40-97D4-FE0CA05D0132}" type="presOf" srcId="{3F8577AD-B822-4D91-A80E-5CABA19CDE85}" destId="{41A32231-2962-4F3D-AAD9-AAB5E73D3BFA}" srcOrd="1" destOrd="0" presId="urn:microsoft.com/office/officeart/2005/8/layout/cycle8"/>
    <dgm:cxn modelId="{F020EDA6-85D2-BA4D-8CE8-2F5872421D64}" type="presOf" srcId="{3F8577AD-B822-4D91-A80E-5CABA19CDE85}" destId="{36ABF78E-EB32-435B-AFF6-270F4E748FEC}" srcOrd="0" destOrd="0" presId="urn:microsoft.com/office/officeart/2005/8/layout/cycle8"/>
    <dgm:cxn modelId="{12045DC2-27DD-AE41-9B5A-1D9EED9B98B3}" type="presOf" srcId="{0B449AD4-B459-4F9F-AD03-D2B7F4703B66}" destId="{C91C4981-7462-4B48-A1D1-F34A5B9312F2}" srcOrd="1" destOrd="0" presId="urn:microsoft.com/office/officeart/2005/8/layout/cycle8"/>
    <dgm:cxn modelId="{ED9021EA-372A-402D-AA51-4D1DAACEFDD1}" srcId="{92C50F87-BC41-4467-855D-053C7AB6885E}" destId="{FEFDDB68-DC8D-4644-A153-ECFCDEA76C80}" srcOrd="2" destOrd="0" parTransId="{4879F042-BB41-4172-B776-1C8444312F8D}" sibTransId="{A6A9193E-C659-48F1-BFE3-699F3A38F2F3}"/>
    <dgm:cxn modelId="{0F1E29D1-AB2E-4742-84BC-8A4BF749F1B1}" type="presOf" srcId="{19C4FC76-6320-4B4E-B18A-AD77115B7094}" destId="{68AAE598-FF8C-4AF4-9E2C-850EBFC69081}" srcOrd="0" destOrd="0" presId="urn:microsoft.com/office/officeart/2005/8/layout/cycle8"/>
    <dgm:cxn modelId="{6593BD35-54AA-3842-9858-693431538B0E}" type="presOf" srcId="{FEFDDB68-DC8D-4644-A153-ECFCDEA76C80}" destId="{1497C0B8-B1BA-4F5F-8C07-7087576CB5BC}" srcOrd="1" destOrd="0" presId="urn:microsoft.com/office/officeart/2005/8/layout/cycle8"/>
    <dgm:cxn modelId="{338A94DE-6758-4269-9D74-190E64C5D26D}" srcId="{92C50F87-BC41-4467-855D-053C7AB6885E}" destId="{3F8577AD-B822-4D91-A80E-5CABA19CDE85}" srcOrd="1" destOrd="0" parTransId="{9D550E90-05E7-4315-AB81-4A3CE16FD43F}" sibTransId="{8DA8BA72-7871-441E-84E8-A28247180DF3}"/>
    <dgm:cxn modelId="{F7C201B1-E67D-A44D-A0DE-68F50C783130}" type="presParOf" srcId="{EC252FE4-AB28-4E8C-A4CA-9E4D4B3D7CC2}" destId="{50149BD9-4234-4CB3-87B1-AF5B05F3DFCE}" srcOrd="0" destOrd="0" presId="urn:microsoft.com/office/officeart/2005/8/layout/cycle8"/>
    <dgm:cxn modelId="{C04C953E-8A31-C14F-83D6-FA07FA8ED03C}" type="presParOf" srcId="{EC252FE4-AB28-4E8C-A4CA-9E4D4B3D7CC2}" destId="{99C04F4E-0A74-46B5-B1CD-703463ACC953}" srcOrd="1" destOrd="0" presId="urn:microsoft.com/office/officeart/2005/8/layout/cycle8"/>
    <dgm:cxn modelId="{18A406D0-EE3D-B34B-B027-28231EE08285}" type="presParOf" srcId="{EC252FE4-AB28-4E8C-A4CA-9E4D4B3D7CC2}" destId="{F2A1609E-F4E5-4A50-9FFB-00B5DF4E99F8}" srcOrd="2" destOrd="0" presId="urn:microsoft.com/office/officeart/2005/8/layout/cycle8"/>
    <dgm:cxn modelId="{D2BFC138-3FCA-8644-A55A-CA15A7AFA19D}" type="presParOf" srcId="{EC252FE4-AB28-4E8C-A4CA-9E4D4B3D7CC2}" destId="{C91C4981-7462-4B48-A1D1-F34A5B9312F2}" srcOrd="3" destOrd="0" presId="urn:microsoft.com/office/officeart/2005/8/layout/cycle8"/>
    <dgm:cxn modelId="{61658F09-B826-054D-9C36-9127390E33D6}" type="presParOf" srcId="{EC252FE4-AB28-4E8C-A4CA-9E4D4B3D7CC2}" destId="{36ABF78E-EB32-435B-AFF6-270F4E748FEC}" srcOrd="4" destOrd="0" presId="urn:microsoft.com/office/officeart/2005/8/layout/cycle8"/>
    <dgm:cxn modelId="{B8D58751-13EA-0A44-A3A1-2FFF32BD3AED}" type="presParOf" srcId="{EC252FE4-AB28-4E8C-A4CA-9E4D4B3D7CC2}" destId="{181D572F-7F3B-453C-AE1F-5D2DFFA8FEFB}" srcOrd="5" destOrd="0" presId="urn:microsoft.com/office/officeart/2005/8/layout/cycle8"/>
    <dgm:cxn modelId="{14A83F4A-4AA0-724A-A6D3-7F2DE5B4FEEC}" type="presParOf" srcId="{EC252FE4-AB28-4E8C-A4CA-9E4D4B3D7CC2}" destId="{A329D5CE-C25E-4BF3-8369-50393580399D}" srcOrd="6" destOrd="0" presId="urn:microsoft.com/office/officeart/2005/8/layout/cycle8"/>
    <dgm:cxn modelId="{F24AF5EA-BED2-F640-AD9F-F86B6C99FD2F}" type="presParOf" srcId="{EC252FE4-AB28-4E8C-A4CA-9E4D4B3D7CC2}" destId="{41A32231-2962-4F3D-AAD9-AAB5E73D3BFA}" srcOrd="7" destOrd="0" presId="urn:microsoft.com/office/officeart/2005/8/layout/cycle8"/>
    <dgm:cxn modelId="{50D1BEF2-2971-C74F-8A98-04B6258170CC}" type="presParOf" srcId="{EC252FE4-AB28-4E8C-A4CA-9E4D4B3D7CC2}" destId="{76ACAAB3-8B1D-4EBD-98D2-24A726D791E8}" srcOrd="8" destOrd="0" presId="urn:microsoft.com/office/officeart/2005/8/layout/cycle8"/>
    <dgm:cxn modelId="{48D1C079-6456-A24E-9484-6BA57FE54A10}" type="presParOf" srcId="{EC252FE4-AB28-4E8C-A4CA-9E4D4B3D7CC2}" destId="{4B13B126-E763-4ADB-97A9-28EA45930852}" srcOrd="9" destOrd="0" presId="urn:microsoft.com/office/officeart/2005/8/layout/cycle8"/>
    <dgm:cxn modelId="{AE4677A0-E67B-2F4E-B618-E662B80AB529}" type="presParOf" srcId="{EC252FE4-AB28-4E8C-A4CA-9E4D4B3D7CC2}" destId="{EC3D57AD-F428-4AFA-8FCF-56E1DA403916}" srcOrd="10" destOrd="0" presId="urn:microsoft.com/office/officeart/2005/8/layout/cycle8"/>
    <dgm:cxn modelId="{9575627F-7EBD-5245-94BD-0457164B67FC}" type="presParOf" srcId="{EC252FE4-AB28-4E8C-A4CA-9E4D4B3D7CC2}" destId="{1497C0B8-B1BA-4F5F-8C07-7087576CB5BC}" srcOrd="11" destOrd="0" presId="urn:microsoft.com/office/officeart/2005/8/layout/cycle8"/>
    <dgm:cxn modelId="{C5BFBD5B-5BEB-B64C-9BF6-A4E543C3BC70}" type="presParOf" srcId="{EC252FE4-AB28-4E8C-A4CA-9E4D4B3D7CC2}" destId="{68AAE598-FF8C-4AF4-9E2C-850EBFC69081}" srcOrd="12" destOrd="0" presId="urn:microsoft.com/office/officeart/2005/8/layout/cycle8"/>
    <dgm:cxn modelId="{8AF161C5-9A68-1D45-AFA4-8395459726A6}" type="presParOf" srcId="{EC252FE4-AB28-4E8C-A4CA-9E4D4B3D7CC2}" destId="{15F14CC4-BB40-4619-8E00-D79652BCEC38}" srcOrd="13" destOrd="0" presId="urn:microsoft.com/office/officeart/2005/8/layout/cycle8"/>
    <dgm:cxn modelId="{C3E754C7-A256-524B-85E2-6A78A42FC62D}" type="presParOf" srcId="{EC252FE4-AB28-4E8C-A4CA-9E4D4B3D7CC2}" destId="{033B1A84-691C-43E5-BAB2-116AEEDB4DD0}" srcOrd="14" destOrd="0" presId="urn:microsoft.com/office/officeart/2005/8/layout/cycle8"/>
    <dgm:cxn modelId="{C7EFF443-D8E9-D644-B212-7FD147FF5370}" type="presParOf" srcId="{EC252FE4-AB28-4E8C-A4CA-9E4D4B3D7CC2}" destId="{5C19AEE3-040D-40A1-BE7B-A04E96AA5A35}" srcOrd="15" destOrd="0" presId="urn:microsoft.com/office/officeart/2005/8/layout/cycle8"/>
    <dgm:cxn modelId="{BDF2E54A-D0D7-6B49-9E1E-7D0C78AFEF90}" type="presParOf" srcId="{EC252FE4-AB28-4E8C-A4CA-9E4D4B3D7CC2}" destId="{F474B4F5-F569-4994-B23A-95ABBF4DD40E}" srcOrd="16" destOrd="0" presId="urn:microsoft.com/office/officeart/2005/8/layout/cycle8"/>
    <dgm:cxn modelId="{C1CF88C6-94DB-9047-A532-000B6E593651}" type="presParOf" srcId="{EC252FE4-AB28-4E8C-A4CA-9E4D4B3D7CC2}" destId="{13F98083-8F30-44E1-8981-6C08F1E4F1CD}" srcOrd="17" destOrd="0" presId="urn:microsoft.com/office/officeart/2005/8/layout/cycle8"/>
    <dgm:cxn modelId="{8CB645C7-6F98-A249-A2DF-E2C547D4332C}" type="presParOf" srcId="{EC252FE4-AB28-4E8C-A4CA-9E4D4B3D7CC2}" destId="{8E03071D-6CAF-46FE-A829-78FDB960AA6D}" srcOrd="18" destOrd="0" presId="urn:microsoft.com/office/officeart/2005/8/layout/cycle8"/>
    <dgm:cxn modelId="{92A4AEDC-6A88-F444-BB16-BD890C131025}" type="presParOf" srcId="{EC252FE4-AB28-4E8C-A4CA-9E4D4B3D7CC2}" destId="{7F86FAA4-B46E-4690-87D1-A4E7FDB132F6}" srcOrd="19" destOrd="0" presId="urn:microsoft.com/office/officeart/2005/8/layout/cycle8"/>
    <dgm:cxn modelId="{B97D5DEA-340B-B149-B523-D515058B5624}" type="presParOf" srcId="{EC252FE4-AB28-4E8C-A4CA-9E4D4B3D7CC2}" destId="{1FCD644E-D781-44DF-BE66-AD46172C7893}" srcOrd="20" destOrd="0" presId="urn:microsoft.com/office/officeart/2005/8/layout/cycle8"/>
    <dgm:cxn modelId="{43D97C0E-BCF5-3546-9B2A-780DB01C96C7}" type="presParOf" srcId="{EC252FE4-AB28-4E8C-A4CA-9E4D4B3D7CC2}" destId="{EC29B905-FAB2-4344-BF08-AF6898829AE7}" srcOrd="21" destOrd="0" presId="urn:microsoft.com/office/officeart/2005/8/layout/cycle8"/>
    <dgm:cxn modelId="{F8C92014-94A4-B24E-B4D8-642CD7D921C7}" type="presParOf" srcId="{EC252FE4-AB28-4E8C-A4CA-9E4D4B3D7CC2}" destId="{ECA16BE1-F765-4F6A-8D29-CCEB03F90739}" srcOrd="22" destOrd="0" presId="urn:microsoft.com/office/officeart/2005/8/layout/cycle8"/>
    <dgm:cxn modelId="{5550AA95-1029-9C48-943B-39FB2E8618E2}" type="presParOf" srcId="{EC252FE4-AB28-4E8C-A4CA-9E4D4B3D7CC2}" destId="{0B9D9D21-2C2E-431D-86F0-419273CDC2EC}" srcOrd="23" destOrd="0" presId="urn:microsoft.com/office/officeart/2005/8/layout/cycle8"/>
    <dgm:cxn modelId="{24235381-BFB3-5842-8B73-577C5C1F4680}" type="presParOf" srcId="{EC252FE4-AB28-4E8C-A4CA-9E4D4B3D7CC2}" destId="{C0E1EE17-F54E-4A11-8EF7-78D2F01B3D78}" srcOrd="2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CB85BA30-B069-4C3C-B9EA-AD696B8F5E3E}" type="doc">
      <dgm:prSet loTypeId="urn:microsoft.com/office/officeart/2005/8/layout/equation1" loCatId="relationship" qsTypeId="urn:microsoft.com/office/officeart/2005/8/quickstyle/simple1" qsCatId="simple" csTypeId="urn:microsoft.com/office/officeart/2005/8/colors/accent1_2" csCatId="accent1" phldr="1"/>
      <dgm:spPr/>
    </dgm:pt>
    <dgm:pt modelId="{3AD616BD-6BF0-43DC-A0A5-DE25A1964721}">
      <dgm:prSet phldrT="[Text]"/>
      <dgm:spPr/>
      <dgm:t>
        <a:bodyPr/>
        <a:lstStyle/>
        <a:p>
          <a:r>
            <a:rPr lang="en-US">
              <a:latin typeface="Segoe UI Light" panose="020B0502040204020203" pitchFamily="34" charset="0"/>
              <a:cs typeface="Segoe UI Light" panose="020B0502040204020203" pitchFamily="34" charset="0"/>
            </a:rPr>
            <a:t>Registration</a:t>
          </a:r>
        </a:p>
      </dgm:t>
    </dgm:pt>
    <dgm:pt modelId="{135AC096-DA40-450F-8C4C-0AB86142B98B}" type="parTrans" cxnId="{C788B12C-2E5B-4118-A3B8-F38DD7605BFA}">
      <dgm:prSet/>
      <dgm:spPr/>
      <dgm:t>
        <a:bodyPr/>
        <a:lstStyle/>
        <a:p>
          <a:endParaRPr lang="en-US">
            <a:latin typeface="Segoe UI" panose="020B0502040204020203" pitchFamily="34" charset="0"/>
            <a:cs typeface="Segoe UI" panose="020B0502040204020203" pitchFamily="34" charset="0"/>
          </a:endParaRPr>
        </a:p>
      </dgm:t>
    </dgm:pt>
    <dgm:pt modelId="{BC34A0EA-9311-4DAD-A5D7-23DFC8240140}" type="sibTrans" cxnId="{C788B12C-2E5B-4118-A3B8-F38DD7605BFA}">
      <dgm:prSet/>
      <dgm:spPr/>
      <dgm:t>
        <a:bodyPr/>
        <a:lstStyle/>
        <a:p>
          <a:endParaRPr lang="en-US">
            <a:latin typeface="Segoe UI Light" panose="020B0502040204020203" pitchFamily="34" charset="0"/>
            <a:cs typeface="Segoe UI Light" panose="020B0502040204020203" pitchFamily="34" charset="0"/>
          </a:endParaRPr>
        </a:p>
      </dgm:t>
    </dgm:pt>
    <dgm:pt modelId="{EEC13F2E-189D-4053-A63D-D69AEE45AE93}">
      <dgm:prSet phldrT="[Text]"/>
      <dgm:spPr/>
      <dgm:t>
        <a:bodyPr/>
        <a:lstStyle/>
        <a:p>
          <a:r>
            <a:rPr lang="en-US">
              <a:latin typeface="Segoe UI Light" panose="020B0502040204020203" pitchFamily="34" charset="0"/>
              <a:cs typeface="Segoe UI Light" panose="020B0502040204020203" pitchFamily="34" charset="0"/>
            </a:rPr>
            <a:t>Configuration</a:t>
          </a:r>
        </a:p>
      </dgm:t>
    </dgm:pt>
    <dgm:pt modelId="{FD273FF6-9712-4DB5-BAE9-B68A780F6649}" type="parTrans" cxnId="{B0E32261-FE08-47E5-80D0-927B9E2BE9DB}">
      <dgm:prSet/>
      <dgm:spPr/>
      <dgm:t>
        <a:bodyPr/>
        <a:lstStyle/>
        <a:p>
          <a:endParaRPr lang="en-US">
            <a:latin typeface="Segoe UI" panose="020B0502040204020203" pitchFamily="34" charset="0"/>
            <a:cs typeface="Segoe UI" panose="020B0502040204020203" pitchFamily="34" charset="0"/>
          </a:endParaRPr>
        </a:p>
      </dgm:t>
    </dgm:pt>
    <dgm:pt modelId="{4445E5A3-FD0E-41BF-AB58-05C9808C9CBF}" type="sibTrans" cxnId="{B0E32261-FE08-47E5-80D0-927B9E2BE9DB}">
      <dgm:prSet/>
      <dgm:spPr/>
      <dgm:t>
        <a:bodyPr/>
        <a:lstStyle/>
        <a:p>
          <a:endParaRPr lang="en-US">
            <a:latin typeface="Segoe UI Light" panose="020B0502040204020203" pitchFamily="34" charset="0"/>
            <a:cs typeface="Segoe UI Light" panose="020B0502040204020203" pitchFamily="34" charset="0"/>
          </a:endParaRPr>
        </a:p>
      </dgm:t>
    </dgm:pt>
    <dgm:pt modelId="{DB6C10DC-3A25-4C0F-A6AD-304D0D0447CC}">
      <dgm:prSet phldrT="[Text]"/>
      <dgm:spPr/>
      <dgm:t>
        <a:bodyPr/>
        <a:lstStyle/>
        <a:p>
          <a:r>
            <a:rPr lang="en-US">
              <a:latin typeface="Segoe UI Light" panose="020B0502040204020203" pitchFamily="34" charset="0"/>
              <a:cs typeface="Segoe UI Light" panose="020B0502040204020203" pitchFamily="34" charset="0"/>
            </a:rPr>
            <a:t>Provisioning</a:t>
          </a:r>
        </a:p>
      </dgm:t>
    </dgm:pt>
    <dgm:pt modelId="{1348E158-ABAA-4D34-8BC6-722F3205D926}" type="parTrans" cxnId="{429A2833-2657-4F33-875A-E5A5D1A1816A}">
      <dgm:prSet/>
      <dgm:spPr/>
      <dgm:t>
        <a:bodyPr/>
        <a:lstStyle/>
        <a:p>
          <a:endParaRPr lang="en-US">
            <a:latin typeface="Segoe UI" panose="020B0502040204020203" pitchFamily="34" charset="0"/>
            <a:cs typeface="Segoe UI" panose="020B0502040204020203" pitchFamily="34" charset="0"/>
          </a:endParaRPr>
        </a:p>
      </dgm:t>
    </dgm:pt>
    <dgm:pt modelId="{A5867DF0-07A6-45F3-978F-27ADC9F98E1F}" type="sibTrans" cxnId="{429A2833-2657-4F33-875A-E5A5D1A1816A}">
      <dgm:prSet/>
      <dgm:spPr/>
      <dgm:t>
        <a:bodyPr/>
        <a:lstStyle/>
        <a:p>
          <a:endParaRPr lang="en-US">
            <a:latin typeface="Segoe UI" panose="020B0502040204020203" pitchFamily="34" charset="0"/>
            <a:cs typeface="Segoe UI" panose="020B0502040204020203" pitchFamily="34" charset="0"/>
          </a:endParaRPr>
        </a:p>
      </dgm:t>
    </dgm:pt>
    <dgm:pt modelId="{A12B7129-9982-48F9-8917-EF1325ECCFF8}" type="pres">
      <dgm:prSet presAssocID="{CB85BA30-B069-4C3C-B9EA-AD696B8F5E3E}" presName="linearFlow" presStyleCnt="0">
        <dgm:presLayoutVars>
          <dgm:dir/>
          <dgm:resizeHandles val="exact"/>
        </dgm:presLayoutVars>
      </dgm:prSet>
      <dgm:spPr/>
    </dgm:pt>
    <dgm:pt modelId="{0F7297F5-39A4-45EC-A5AB-2CE1D2279884}" type="pres">
      <dgm:prSet presAssocID="{3AD616BD-6BF0-43DC-A0A5-DE25A1964721}" presName="node" presStyleLbl="node1" presStyleIdx="0" presStyleCnt="3">
        <dgm:presLayoutVars>
          <dgm:bulletEnabled val="1"/>
        </dgm:presLayoutVars>
      </dgm:prSet>
      <dgm:spPr>
        <a:prstGeom prst="flowChartAlternateProcess">
          <a:avLst/>
        </a:prstGeom>
      </dgm:spPr>
      <dgm:t>
        <a:bodyPr/>
        <a:lstStyle/>
        <a:p>
          <a:endParaRPr lang="en-US"/>
        </a:p>
      </dgm:t>
    </dgm:pt>
    <dgm:pt modelId="{7A224E0E-D15A-4B71-AACE-BB904FE78755}" type="pres">
      <dgm:prSet presAssocID="{BC34A0EA-9311-4DAD-A5D7-23DFC8240140}" presName="spacerL" presStyleCnt="0"/>
      <dgm:spPr/>
    </dgm:pt>
    <dgm:pt modelId="{38F1EC6C-6868-479B-94A2-EB9A7BFCFAB2}" type="pres">
      <dgm:prSet presAssocID="{BC34A0EA-9311-4DAD-A5D7-23DFC8240140}" presName="sibTrans" presStyleLbl="sibTrans2D1" presStyleIdx="0" presStyleCnt="2"/>
      <dgm:spPr/>
      <dgm:t>
        <a:bodyPr/>
        <a:lstStyle/>
        <a:p>
          <a:endParaRPr lang="en-US"/>
        </a:p>
      </dgm:t>
    </dgm:pt>
    <dgm:pt modelId="{1A859F9E-AE4F-43EF-8774-45224CC09CA8}" type="pres">
      <dgm:prSet presAssocID="{BC34A0EA-9311-4DAD-A5D7-23DFC8240140}" presName="spacerR" presStyleCnt="0"/>
      <dgm:spPr/>
    </dgm:pt>
    <dgm:pt modelId="{E339E415-08D8-4987-9674-7853E1DE7E6D}" type="pres">
      <dgm:prSet presAssocID="{EEC13F2E-189D-4053-A63D-D69AEE45AE93}" presName="node" presStyleLbl="node1" presStyleIdx="1" presStyleCnt="3">
        <dgm:presLayoutVars>
          <dgm:bulletEnabled val="1"/>
        </dgm:presLayoutVars>
      </dgm:prSet>
      <dgm:spPr>
        <a:prstGeom prst="flowChartAlternateProcess">
          <a:avLst/>
        </a:prstGeom>
      </dgm:spPr>
      <dgm:t>
        <a:bodyPr/>
        <a:lstStyle/>
        <a:p>
          <a:endParaRPr lang="en-US"/>
        </a:p>
      </dgm:t>
    </dgm:pt>
    <dgm:pt modelId="{33C461BC-FEE0-4600-B959-2D1EB5CB7A15}" type="pres">
      <dgm:prSet presAssocID="{4445E5A3-FD0E-41BF-AB58-05C9808C9CBF}" presName="spacerL" presStyleCnt="0"/>
      <dgm:spPr/>
    </dgm:pt>
    <dgm:pt modelId="{2D4418E5-DD1E-4033-A65A-6AF653973D49}" type="pres">
      <dgm:prSet presAssocID="{4445E5A3-FD0E-41BF-AB58-05C9808C9CBF}" presName="sibTrans" presStyleLbl="sibTrans2D1" presStyleIdx="1" presStyleCnt="2"/>
      <dgm:spPr/>
      <dgm:t>
        <a:bodyPr/>
        <a:lstStyle/>
        <a:p>
          <a:endParaRPr lang="en-US"/>
        </a:p>
      </dgm:t>
    </dgm:pt>
    <dgm:pt modelId="{EE96C36C-ACC4-4CA3-AE21-90276102F74B}" type="pres">
      <dgm:prSet presAssocID="{4445E5A3-FD0E-41BF-AB58-05C9808C9CBF}" presName="spacerR" presStyleCnt="0"/>
      <dgm:spPr/>
    </dgm:pt>
    <dgm:pt modelId="{176CC8B0-4D0A-4B3F-B486-D25C2242D68E}" type="pres">
      <dgm:prSet presAssocID="{DB6C10DC-3A25-4C0F-A6AD-304D0D0447CC}" presName="node" presStyleLbl="node1" presStyleIdx="2" presStyleCnt="3">
        <dgm:presLayoutVars>
          <dgm:bulletEnabled val="1"/>
        </dgm:presLayoutVars>
      </dgm:prSet>
      <dgm:spPr>
        <a:prstGeom prst="flowChartAlternateProcess">
          <a:avLst/>
        </a:prstGeom>
      </dgm:spPr>
      <dgm:t>
        <a:bodyPr/>
        <a:lstStyle/>
        <a:p>
          <a:endParaRPr lang="en-US"/>
        </a:p>
      </dgm:t>
    </dgm:pt>
  </dgm:ptLst>
  <dgm:cxnLst>
    <dgm:cxn modelId="{34FFB1C6-99BD-446E-99D2-4379DAC0E94B}" type="presOf" srcId="{4445E5A3-FD0E-41BF-AB58-05C9808C9CBF}" destId="{2D4418E5-DD1E-4033-A65A-6AF653973D49}" srcOrd="0" destOrd="0" presId="urn:microsoft.com/office/officeart/2005/8/layout/equation1"/>
    <dgm:cxn modelId="{B1D85E1C-F806-44C7-AFBE-1B5DC8B1533C}" type="presOf" srcId="{EEC13F2E-189D-4053-A63D-D69AEE45AE93}" destId="{E339E415-08D8-4987-9674-7853E1DE7E6D}" srcOrd="0" destOrd="0" presId="urn:microsoft.com/office/officeart/2005/8/layout/equation1"/>
    <dgm:cxn modelId="{774E157F-26EC-4C82-AF7A-2BDBB9FDF209}" type="presOf" srcId="{3AD616BD-6BF0-43DC-A0A5-DE25A1964721}" destId="{0F7297F5-39A4-45EC-A5AB-2CE1D2279884}" srcOrd="0" destOrd="0" presId="urn:microsoft.com/office/officeart/2005/8/layout/equation1"/>
    <dgm:cxn modelId="{429A2833-2657-4F33-875A-E5A5D1A1816A}" srcId="{CB85BA30-B069-4C3C-B9EA-AD696B8F5E3E}" destId="{DB6C10DC-3A25-4C0F-A6AD-304D0D0447CC}" srcOrd="2" destOrd="0" parTransId="{1348E158-ABAA-4D34-8BC6-722F3205D926}" sibTransId="{A5867DF0-07A6-45F3-978F-27ADC9F98E1F}"/>
    <dgm:cxn modelId="{E7CDC3E2-A892-4FE2-AA09-6C2CDAD380C7}" type="presOf" srcId="{BC34A0EA-9311-4DAD-A5D7-23DFC8240140}" destId="{38F1EC6C-6868-479B-94A2-EB9A7BFCFAB2}" srcOrd="0" destOrd="0" presId="urn:microsoft.com/office/officeart/2005/8/layout/equation1"/>
    <dgm:cxn modelId="{C788B12C-2E5B-4118-A3B8-F38DD7605BFA}" srcId="{CB85BA30-B069-4C3C-B9EA-AD696B8F5E3E}" destId="{3AD616BD-6BF0-43DC-A0A5-DE25A1964721}" srcOrd="0" destOrd="0" parTransId="{135AC096-DA40-450F-8C4C-0AB86142B98B}" sibTransId="{BC34A0EA-9311-4DAD-A5D7-23DFC8240140}"/>
    <dgm:cxn modelId="{D40AD084-5F97-4447-AE3B-4F92B381B7EF}" type="presOf" srcId="{DB6C10DC-3A25-4C0F-A6AD-304D0D0447CC}" destId="{176CC8B0-4D0A-4B3F-B486-D25C2242D68E}" srcOrd="0" destOrd="0" presId="urn:microsoft.com/office/officeart/2005/8/layout/equation1"/>
    <dgm:cxn modelId="{B0E32261-FE08-47E5-80D0-927B9E2BE9DB}" srcId="{CB85BA30-B069-4C3C-B9EA-AD696B8F5E3E}" destId="{EEC13F2E-189D-4053-A63D-D69AEE45AE93}" srcOrd="1" destOrd="0" parTransId="{FD273FF6-9712-4DB5-BAE9-B68A780F6649}" sibTransId="{4445E5A3-FD0E-41BF-AB58-05C9808C9CBF}"/>
    <dgm:cxn modelId="{D2E17EC1-F401-4CC1-A0BD-5D4DD6DEA2D0}" type="presOf" srcId="{CB85BA30-B069-4C3C-B9EA-AD696B8F5E3E}" destId="{A12B7129-9982-48F9-8917-EF1325ECCFF8}" srcOrd="0" destOrd="0" presId="urn:microsoft.com/office/officeart/2005/8/layout/equation1"/>
    <dgm:cxn modelId="{963A3B8F-76D0-4334-913B-C9DD368A0533}" type="presParOf" srcId="{A12B7129-9982-48F9-8917-EF1325ECCFF8}" destId="{0F7297F5-39A4-45EC-A5AB-2CE1D2279884}" srcOrd="0" destOrd="0" presId="urn:microsoft.com/office/officeart/2005/8/layout/equation1"/>
    <dgm:cxn modelId="{F8BC9C46-B3D2-44E1-9481-562BE4A5DC68}" type="presParOf" srcId="{A12B7129-9982-48F9-8917-EF1325ECCFF8}" destId="{7A224E0E-D15A-4B71-AACE-BB904FE78755}" srcOrd="1" destOrd="0" presId="urn:microsoft.com/office/officeart/2005/8/layout/equation1"/>
    <dgm:cxn modelId="{2865D2C8-C5E2-476D-A3B1-EF252CDFBD12}" type="presParOf" srcId="{A12B7129-9982-48F9-8917-EF1325ECCFF8}" destId="{38F1EC6C-6868-479B-94A2-EB9A7BFCFAB2}" srcOrd="2" destOrd="0" presId="urn:microsoft.com/office/officeart/2005/8/layout/equation1"/>
    <dgm:cxn modelId="{133C0FC5-03CA-4536-BB79-3BEDCE3AFC22}" type="presParOf" srcId="{A12B7129-9982-48F9-8917-EF1325ECCFF8}" destId="{1A859F9E-AE4F-43EF-8774-45224CC09CA8}" srcOrd="3" destOrd="0" presId="urn:microsoft.com/office/officeart/2005/8/layout/equation1"/>
    <dgm:cxn modelId="{F26DED07-7423-4935-B302-DA25787E8700}" type="presParOf" srcId="{A12B7129-9982-48F9-8917-EF1325ECCFF8}" destId="{E339E415-08D8-4987-9674-7853E1DE7E6D}" srcOrd="4" destOrd="0" presId="urn:microsoft.com/office/officeart/2005/8/layout/equation1"/>
    <dgm:cxn modelId="{062F1966-2D52-4F8F-AC29-3FEFA6011107}" type="presParOf" srcId="{A12B7129-9982-48F9-8917-EF1325ECCFF8}" destId="{33C461BC-FEE0-4600-B959-2D1EB5CB7A15}" srcOrd="5" destOrd="0" presId="urn:microsoft.com/office/officeart/2005/8/layout/equation1"/>
    <dgm:cxn modelId="{9A4D779E-FB70-49C7-8856-DF65014B26BA}" type="presParOf" srcId="{A12B7129-9982-48F9-8917-EF1325ECCFF8}" destId="{2D4418E5-DD1E-4033-A65A-6AF653973D49}" srcOrd="6" destOrd="0" presId="urn:microsoft.com/office/officeart/2005/8/layout/equation1"/>
    <dgm:cxn modelId="{4448AB8B-24D0-49E9-93B6-78A1C9094888}" type="presParOf" srcId="{A12B7129-9982-48F9-8917-EF1325ECCFF8}" destId="{EE96C36C-ACC4-4CA3-AE21-90276102F74B}" srcOrd="7" destOrd="0" presId="urn:microsoft.com/office/officeart/2005/8/layout/equation1"/>
    <dgm:cxn modelId="{1B7657AD-948F-4692-9345-8DA7E3DA89A0}" type="presParOf" srcId="{A12B7129-9982-48F9-8917-EF1325ECCFF8}" destId="{176CC8B0-4D0A-4B3F-B486-D25C2242D68E}" srcOrd="8" destOrd="0" presId="urn:microsoft.com/office/officeart/2005/8/layout/equati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149BD9-4234-4CB3-87B1-AF5B05F3DFCE}">
      <dsp:nvSpPr>
        <dsp:cNvPr id="0" name=""/>
        <dsp:cNvSpPr/>
      </dsp:nvSpPr>
      <dsp:spPr>
        <a:xfrm>
          <a:off x="3222284" y="348992"/>
          <a:ext cx="4735920" cy="4735920"/>
        </a:xfrm>
        <a:prstGeom prst="pie">
          <a:avLst>
            <a:gd name="adj1" fmla="val 16200000"/>
            <a:gd name="adj2" fmla="val 20520000"/>
          </a:avLst>
        </a:prstGeom>
        <a:solidFill>
          <a:schemeClr val="dk2">
            <a:hueOff val="0"/>
            <a:satOff val="0"/>
            <a:lumOff val="0"/>
            <a:alphaOff val="0"/>
          </a:schemeClr>
        </a:solidFill>
        <a:ln w="17145" cap="flat" cmpd="sng" algn="ctr">
          <a:solidFill>
            <a:schemeClr val="lt2">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35560" tIns="35560" rIns="35560" bIns="35560" numCol="1" spcCol="1270" anchor="ctr" anchorCtr="0">
          <a:noAutofit/>
        </a:bodyPr>
        <a:lstStyle/>
        <a:p>
          <a:pPr lvl="0" algn="ctr" defTabSz="1244600">
            <a:lnSpc>
              <a:spcPct val="90000"/>
            </a:lnSpc>
            <a:spcBef>
              <a:spcPct val="0"/>
            </a:spcBef>
            <a:spcAft>
              <a:spcPct val="35000"/>
            </a:spcAft>
          </a:pPr>
          <a:r>
            <a:rPr lang="en-US" sz="2800" kern="1200" cap="small" baseline="0">
              <a:latin typeface="+mj-lt"/>
            </a:rPr>
            <a:t>Plan</a:t>
          </a:r>
          <a:endParaRPr lang="en-US" sz="2400" kern="1200" cap="small" baseline="0">
            <a:latin typeface="+mj-lt"/>
          </a:endParaRPr>
        </a:p>
      </dsp:txBody>
      <dsp:txXfrm>
        <a:off x="5692856" y="1145077"/>
        <a:ext cx="1522260" cy="1014840"/>
      </dsp:txXfrm>
    </dsp:sp>
    <dsp:sp modelId="{36ABF78E-EB32-435B-AFF6-270F4E748FEC}">
      <dsp:nvSpPr>
        <dsp:cNvPr id="0" name=""/>
        <dsp:cNvSpPr/>
      </dsp:nvSpPr>
      <dsp:spPr>
        <a:xfrm>
          <a:off x="3262878" y="475283"/>
          <a:ext cx="4735920" cy="4735920"/>
        </a:xfrm>
        <a:prstGeom prst="pie">
          <a:avLst>
            <a:gd name="adj1" fmla="val 20520000"/>
            <a:gd name="adj2" fmla="val 3240000"/>
          </a:avLst>
        </a:prstGeom>
        <a:solidFill>
          <a:schemeClr val="dk2">
            <a:hueOff val="0"/>
            <a:satOff val="0"/>
            <a:lumOff val="0"/>
            <a:alphaOff val="0"/>
          </a:schemeClr>
        </a:solidFill>
        <a:ln w="17145" cap="flat" cmpd="sng" algn="ctr">
          <a:solidFill>
            <a:schemeClr val="lt2">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35560" tIns="35560" rIns="35560" bIns="35560" numCol="1" spcCol="1270" anchor="ctr" anchorCtr="0">
          <a:noAutofit/>
        </a:bodyPr>
        <a:lstStyle/>
        <a:p>
          <a:pPr lvl="0" algn="ctr" defTabSz="1244600">
            <a:lnSpc>
              <a:spcPct val="90000"/>
            </a:lnSpc>
            <a:spcBef>
              <a:spcPct val="0"/>
            </a:spcBef>
            <a:spcAft>
              <a:spcPct val="35000"/>
            </a:spcAft>
          </a:pPr>
          <a:r>
            <a:rPr lang="en-US" sz="2800" kern="1200" cap="small" baseline="0">
              <a:latin typeface="+mj-lt"/>
            </a:rPr>
            <a:t>Register</a:t>
          </a:r>
          <a:endParaRPr lang="en-US" sz="1400" kern="1200" cap="small" baseline="0">
            <a:latin typeface="+mj-lt"/>
          </a:endParaRPr>
        </a:p>
      </dsp:txBody>
      <dsp:txXfrm>
        <a:off x="6313036" y="2639147"/>
        <a:ext cx="1409500" cy="1127600"/>
      </dsp:txXfrm>
    </dsp:sp>
    <dsp:sp modelId="{76ACAAB3-8B1D-4EBD-98D2-24A726D791E8}">
      <dsp:nvSpPr>
        <dsp:cNvPr id="0" name=""/>
        <dsp:cNvSpPr/>
      </dsp:nvSpPr>
      <dsp:spPr>
        <a:xfrm>
          <a:off x="3155756" y="553087"/>
          <a:ext cx="4735920" cy="4735920"/>
        </a:xfrm>
        <a:prstGeom prst="pie">
          <a:avLst>
            <a:gd name="adj1" fmla="val 3240000"/>
            <a:gd name="adj2" fmla="val 7560000"/>
          </a:avLst>
        </a:prstGeom>
        <a:solidFill>
          <a:schemeClr val="dk2">
            <a:hueOff val="0"/>
            <a:satOff val="0"/>
            <a:lumOff val="0"/>
            <a:alphaOff val="0"/>
          </a:schemeClr>
        </a:solidFill>
        <a:ln w="17145" cap="flat" cmpd="sng" algn="ctr">
          <a:solidFill>
            <a:schemeClr val="lt2">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en-US" sz="2400" kern="1200" cap="small" baseline="0">
              <a:latin typeface="+mj-lt"/>
            </a:rPr>
            <a:t>Configure</a:t>
          </a:r>
        </a:p>
      </dsp:txBody>
      <dsp:txXfrm>
        <a:off x="4847156" y="3879507"/>
        <a:ext cx="1353120" cy="1240360"/>
      </dsp:txXfrm>
    </dsp:sp>
    <dsp:sp modelId="{68AAE598-FF8C-4AF4-9E2C-850EBFC69081}">
      <dsp:nvSpPr>
        <dsp:cNvPr id="0" name=""/>
        <dsp:cNvSpPr/>
      </dsp:nvSpPr>
      <dsp:spPr>
        <a:xfrm>
          <a:off x="3048634" y="475283"/>
          <a:ext cx="4735920" cy="4735920"/>
        </a:xfrm>
        <a:prstGeom prst="pie">
          <a:avLst>
            <a:gd name="adj1" fmla="val 7560000"/>
            <a:gd name="adj2" fmla="val 11880000"/>
          </a:avLst>
        </a:prstGeom>
        <a:solidFill>
          <a:schemeClr val="dk2">
            <a:hueOff val="0"/>
            <a:satOff val="0"/>
            <a:lumOff val="0"/>
            <a:alphaOff val="0"/>
          </a:schemeClr>
        </a:solidFill>
        <a:ln w="17145" cap="flat" cmpd="sng" algn="ctr">
          <a:solidFill>
            <a:schemeClr val="lt2">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35560" tIns="35560" rIns="35560" bIns="35560" numCol="1" spcCol="1270" anchor="ctr" anchorCtr="0">
          <a:noAutofit/>
        </a:bodyPr>
        <a:lstStyle/>
        <a:p>
          <a:pPr lvl="0" algn="ctr" defTabSz="1244600">
            <a:lnSpc>
              <a:spcPct val="90000"/>
            </a:lnSpc>
            <a:spcBef>
              <a:spcPct val="0"/>
            </a:spcBef>
            <a:spcAft>
              <a:spcPct val="35000"/>
            </a:spcAft>
          </a:pPr>
          <a:r>
            <a:rPr lang="en-US" sz="2800" kern="1200" cap="small" baseline="0" dirty="0">
              <a:latin typeface="+mj-lt"/>
            </a:rPr>
            <a:t>Monitor</a:t>
          </a:r>
          <a:endParaRPr lang="en-US" sz="1600" kern="1200" cap="small" baseline="0" dirty="0">
            <a:latin typeface="+mj-lt"/>
          </a:endParaRPr>
        </a:p>
      </dsp:txBody>
      <dsp:txXfrm>
        <a:off x="3324896" y="2639147"/>
        <a:ext cx="1409500" cy="1127600"/>
      </dsp:txXfrm>
    </dsp:sp>
    <dsp:sp modelId="{F474B4F5-F569-4994-B23A-95ABBF4DD40E}">
      <dsp:nvSpPr>
        <dsp:cNvPr id="0" name=""/>
        <dsp:cNvSpPr/>
      </dsp:nvSpPr>
      <dsp:spPr>
        <a:xfrm>
          <a:off x="3089228" y="348992"/>
          <a:ext cx="4735920" cy="4735920"/>
        </a:xfrm>
        <a:prstGeom prst="pie">
          <a:avLst>
            <a:gd name="adj1" fmla="val 11880000"/>
            <a:gd name="adj2" fmla="val 16200000"/>
          </a:avLst>
        </a:prstGeom>
        <a:solidFill>
          <a:schemeClr val="dk2">
            <a:hueOff val="0"/>
            <a:satOff val="0"/>
            <a:lumOff val="0"/>
            <a:alphaOff val="0"/>
          </a:schemeClr>
        </a:solidFill>
        <a:ln w="17145" cap="flat" cmpd="sng" algn="ctr">
          <a:solidFill>
            <a:schemeClr val="lt2">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40640" tIns="40640" rIns="40640" bIns="40640" numCol="1" spcCol="1270" anchor="ctr" anchorCtr="0">
          <a:noAutofit/>
        </a:bodyPr>
        <a:lstStyle/>
        <a:p>
          <a:pPr marL="0" lvl="0" algn="ctr" defTabSz="889000">
            <a:lnSpc>
              <a:spcPct val="90000"/>
            </a:lnSpc>
            <a:spcBef>
              <a:spcPct val="0"/>
            </a:spcBef>
            <a:spcAft>
              <a:spcPct val="35000"/>
            </a:spcAft>
            <a:buNone/>
          </a:pPr>
          <a:r>
            <a:rPr lang="en-US" sz="3200" kern="1200" cap="small" baseline="0" dirty="0">
              <a:latin typeface="+mj-lt"/>
            </a:rPr>
            <a:t>Retire</a:t>
          </a:r>
          <a:endParaRPr lang="en-US" sz="1600" kern="1200" cap="small" baseline="0" dirty="0">
            <a:latin typeface="+mj-lt"/>
          </a:endParaRPr>
        </a:p>
      </dsp:txBody>
      <dsp:txXfrm>
        <a:off x="3832316" y="1145077"/>
        <a:ext cx="1522260" cy="1014840"/>
      </dsp:txXfrm>
    </dsp:sp>
    <dsp:sp modelId="{1FCD644E-D781-44DF-BE66-AD46172C7893}">
      <dsp:nvSpPr>
        <dsp:cNvPr id="0" name=""/>
        <dsp:cNvSpPr/>
      </dsp:nvSpPr>
      <dsp:spPr>
        <a:xfrm>
          <a:off x="2928885" y="55816"/>
          <a:ext cx="5322272" cy="5322272"/>
        </a:xfrm>
        <a:prstGeom prst="circularArrow">
          <a:avLst>
            <a:gd name="adj1" fmla="val 5085"/>
            <a:gd name="adj2" fmla="val 327528"/>
            <a:gd name="adj3" fmla="val 20192361"/>
            <a:gd name="adj4" fmla="val 16200324"/>
            <a:gd name="adj5" fmla="val 5932"/>
          </a:avLst>
        </a:prstGeom>
        <a:solidFill>
          <a:schemeClr val="dk2">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sp>
    <dsp:sp modelId="{EC29B905-FAB2-4344-BF08-AF6898829AE7}">
      <dsp:nvSpPr>
        <dsp:cNvPr id="0" name=""/>
        <dsp:cNvSpPr/>
      </dsp:nvSpPr>
      <dsp:spPr>
        <a:xfrm>
          <a:off x="2970029" y="182065"/>
          <a:ext cx="5322272" cy="5322272"/>
        </a:xfrm>
        <a:prstGeom prst="circularArrow">
          <a:avLst>
            <a:gd name="adj1" fmla="val 5085"/>
            <a:gd name="adj2" fmla="val 327528"/>
            <a:gd name="adj3" fmla="val 2912753"/>
            <a:gd name="adj4" fmla="val 20519953"/>
            <a:gd name="adj5" fmla="val 5932"/>
          </a:avLst>
        </a:prstGeom>
        <a:solidFill>
          <a:schemeClr val="dk2">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sp>
    <dsp:sp modelId="{ECA16BE1-F765-4F6A-8D29-CCEB03F90739}">
      <dsp:nvSpPr>
        <dsp:cNvPr id="0" name=""/>
        <dsp:cNvSpPr/>
      </dsp:nvSpPr>
      <dsp:spPr>
        <a:xfrm>
          <a:off x="2862580" y="260108"/>
          <a:ext cx="5322272" cy="5322272"/>
        </a:xfrm>
        <a:prstGeom prst="circularArrow">
          <a:avLst>
            <a:gd name="adj1" fmla="val 5085"/>
            <a:gd name="adj2" fmla="val 327528"/>
            <a:gd name="adj3" fmla="val 7232777"/>
            <a:gd name="adj4" fmla="val 3239695"/>
            <a:gd name="adj5" fmla="val 5932"/>
          </a:avLst>
        </a:prstGeom>
        <a:solidFill>
          <a:schemeClr val="dk2">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sp>
    <dsp:sp modelId="{0B9D9D21-2C2E-431D-86F0-419273CDC2EC}">
      <dsp:nvSpPr>
        <dsp:cNvPr id="0" name=""/>
        <dsp:cNvSpPr/>
      </dsp:nvSpPr>
      <dsp:spPr>
        <a:xfrm>
          <a:off x="2755131" y="182065"/>
          <a:ext cx="5322272" cy="5322272"/>
        </a:xfrm>
        <a:prstGeom prst="circularArrow">
          <a:avLst>
            <a:gd name="adj1" fmla="val 5085"/>
            <a:gd name="adj2" fmla="val 327528"/>
            <a:gd name="adj3" fmla="val 11552519"/>
            <a:gd name="adj4" fmla="val 7559718"/>
            <a:gd name="adj5" fmla="val 5932"/>
          </a:avLst>
        </a:prstGeom>
        <a:solidFill>
          <a:schemeClr val="dk2">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sp>
    <dsp:sp modelId="{C0E1EE17-F54E-4A11-8EF7-78D2F01B3D78}">
      <dsp:nvSpPr>
        <dsp:cNvPr id="0" name=""/>
        <dsp:cNvSpPr/>
      </dsp:nvSpPr>
      <dsp:spPr>
        <a:xfrm>
          <a:off x="2796275" y="55816"/>
          <a:ext cx="5322272" cy="5322272"/>
        </a:xfrm>
        <a:prstGeom prst="circularArrow">
          <a:avLst>
            <a:gd name="adj1" fmla="val 5085"/>
            <a:gd name="adj2" fmla="val 327528"/>
            <a:gd name="adj3" fmla="val 15872148"/>
            <a:gd name="adj4" fmla="val 11880111"/>
            <a:gd name="adj5" fmla="val 5932"/>
          </a:avLst>
        </a:prstGeom>
        <a:solidFill>
          <a:schemeClr val="dk2">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149BD9-4234-4CB3-87B1-AF5B05F3DFCE}">
      <dsp:nvSpPr>
        <dsp:cNvPr id="0" name=""/>
        <dsp:cNvSpPr/>
      </dsp:nvSpPr>
      <dsp:spPr>
        <a:xfrm>
          <a:off x="3222284" y="348992"/>
          <a:ext cx="4735920" cy="4735920"/>
        </a:xfrm>
        <a:prstGeom prst="pie">
          <a:avLst>
            <a:gd name="adj1" fmla="val 16200000"/>
            <a:gd name="adj2" fmla="val 20520000"/>
          </a:avLst>
        </a:prstGeom>
        <a:solidFill>
          <a:schemeClr val="dk2">
            <a:hueOff val="0"/>
            <a:satOff val="0"/>
            <a:lumOff val="0"/>
            <a:alphaOff val="0"/>
          </a:schemeClr>
        </a:solidFill>
        <a:ln w="17145" cap="flat" cmpd="sng" algn="ctr">
          <a:solidFill>
            <a:schemeClr val="lt2">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35560" tIns="35560" rIns="35560" bIns="35560" numCol="1" spcCol="1270" anchor="ctr" anchorCtr="0">
          <a:noAutofit/>
        </a:bodyPr>
        <a:lstStyle/>
        <a:p>
          <a:pPr lvl="0" algn="ctr" defTabSz="1244600">
            <a:lnSpc>
              <a:spcPct val="90000"/>
            </a:lnSpc>
            <a:spcBef>
              <a:spcPct val="0"/>
            </a:spcBef>
            <a:spcAft>
              <a:spcPct val="35000"/>
            </a:spcAft>
          </a:pPr>
          <a:r>
            <a:rPr lang="en-US" sz="2800" kern="1200" cap="small" baseline="0">
              <a:latin typeface="+mj-lt"/>
            </a:rPr>
            <a:t>Plan</a:t>
          </a:r>
          <a:endParaRPr lang="en-US" sz="2400" kern="1200" cap="small" baseline="0">
            <a:latin typeface="+mj-lt"/>
          </a:endParaRPr>
        </a:p>
      </dsp:txBody>
      <dsp:txXfrm>
        <a:off x="5692856" y="1145077"/>
        <a:ext cx="1522260" cy="1014840"/>
      </dsp:txXfrm>
    </dsp:sp>
    <dsp:sp modelId="{36ABF78E-EB32-435B-AFF6-270F4E748FEC}">
      <dsp:nvSpPr>
        <dsp:cNvPr id="0" name=""/>
        <dsp:cNvSpPr/>
      </dsp:nvSpPr>
      <dsp:spPr>
        <a:xfrm>
          <a:off x="3262878" y="475283"/>
          <a:ext cx="4735920" cy="4735920"/>
        </a:xfrm>
        <a:prstGeom prst="pie">
          <a:avLst>
            <a:gd name="adj1" fmla="val 20520000"/>
            <a:gd name="adj2" fmla="val 3240000"/>
          </a:avLst>
        </a:prstGeom>
        <a:solidFill>
          <a:schemeClr val="dk2">
            <a:hueOff val="0"/>
            <a:satOff val="0"/>
            <a:lumOff val="0"/>
            <a:alphaOff val="0"/>
          </a:schemeClr>
        </a:solidFill>
        <a:ln w="17145" cap="flat" cmpd="sng" algn="ctr">
          <a:solidFill>
            <a:schemeClr val="lt2">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35560" tIns="35560" rIns="35560" bIns="35560" numCol="1" spcCol="1270" anchor="ctr" anchorCtr="0">
          <a:noAutofit/>
        </a:bodyPr>
        <a:lstStyle/>
        <a:p>
          <a:pPr lvl="0" algn="ctr" defTabSz="1244600">
            <a:lnSpc>
              <a:spcPct val="90000"/>
            </a:lnSpc>
            <a:spcBef>
              <a:spcPct val="0"/>
            </a:spcBef>
            <a:spcAft>
              <a:spcPct val="35000"/>
            </a:spcAft>
          </a:pPr>
          <a:r>
            <a:rPr lang="en-US" sz="2800" kern="1200" cap="small" baseline="0">
              <a:latin typeface="+mj-lt"/>
            </a:rPr>
            <a:t>Register</a:t>
          </a:r>
          <a:endParaRPr lang="en-US" sz="1600" kern="1200" cap="small" baseline="0">
            <a:latin typeface="+mj-lt"/>
          </a:endParaRPr>
        </a:p>
      </dsp:txBody>
      <dsp:txXfrm>
        <a:off x="6313036" y="2639147"/>
        <a:ext cx="1409500" cy="1127600"/>
      </dsp:txXfrm>
    </dsp:sp>
    <dsp:sp modelId="{76ACAAB3-8B1D-4EBD-98D2-24A726D791E8}">
      <dsp:nvSpPr>
        <dsp:cNvPr id="0" name=""/>
        <dsp:cNvSpPr/>
      </dsp:nvSpPr>
      <dsp:spPr>
        <a:xfrm>
          <a:off x="3155756" y="553087"/>
          <a:ext cx="4735920" cy="4735920"/>
        </a:xfrm>
        <a:prstGeom prst="pie">
          <a:avLst>
            <a:gd name="adj1" fmla="val 3240000"/>
            <a:gd name="adj2" fmla="val 7560000"/>
          </a:avLst>
        </a:prstGeom>
        <a:solidFill>
          <a:schemeClr val="dk2">
            <a:hueOff val="0"/>
            <a:satOff val="0"/>
            <a:lumOff val="0"/>
            <a:alphaOff val="0"/>
          </a:schemeClr>
        </a:solidFill>
        <a:ln w="17145" cap="flat" cmpd="sng" algn="ctr">
          <a:solidFill>
            <a:schemeClr val="lt2">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en-US" sz="2400" kern="1200" cap="small" baseline="0">
              <a:latin typeface="+mj-lt"/>
            </a:rPr>
            <a:t>Configure</a:t>
          </a:r>
        </a:p>
      </dsp:txBody>
      <dsp:txXfrm>
        <a:off x="4847156" y="3879507"/>
        <a:ext cx="1353120" cy="1240360"/>
      </dsp:txXfrm>
    </dsp:sp>
    <dsp:sp modelId="{68AAE598-FF8C-4AF4-9E2C-850EBFC69081}">
      <dsp:nvSpPr>
        <dsp:cNvPr id="0" name=""/>
        <dsp:cNvSpPr/>
      </dsp:nvSpPr>
      <dsp:spPr>
        <a:xfrm>
          <a:off x="3048634" y="475283"/>
          <a:ext cx="4735920" cy="4735920"/>
        </a:xfrm>
        <a:prstGeom prst="pie">
          <a:avLst>
            <a:gd name="adj1" fmla="val 7560000"/>
            <a:gd name="adj2" fmla="val 11880000"/>
          </a:avLst>
        </a:prstGeom>
        <a:solidFill>
          <a:schemeClr val="dk2">
            <a:hueOff val="0"/>
            <a:satOff val="0"/>
            <a:lumOff val="0"/>
            <a:alphaOff val="0"/>
          </a:schemeClr>
        </a:solidFill>
        <a:ln w="17145" cap="flat" cmpd="sng" algn="ctr">
          <a:solidFill>
            <a:schemeClr val="lt2">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35560" tIns="35560" rIns="35560" bIns="35560" numCol="1" spcCol="1270" anchor="ctr" anchorCtr="0">
          <a:noAutofit/>
        </a:bodyPr>
        <a:lstStyle/>
        <a:p>
          <a:pPr lvl="0" algn="ctr" defTabSz="1244600">
            <a:lnSpc>
              <a:spcPct val="90000"/>
            </a:lnSpc>
            <a:spcBef>
              <a:spcPct val="0"/>
            </a:spcBef>
            <a:spcAft>
              <a:spcPct val="35000"/>
            </a:spcAft>
          </a:pPr>
          <a:r>
            <a:rPr lang="en-US" sz="2800" kern="1200" cap="small" baseline="0">
              <a:latin typeface="+mj-lt"/>
            </a:rPr>
            <a:t>Monitor</a:t>
          </a:r>
          <a:endParaRPr lang="en-US" sz="1600" kern="1200" cap="small" baseline="0">
            <a:latin typeface="+mj-lt"/>
          </a:endParaRPr>
        </a:p>
      </dsp:txBody>
      <dsp:txXfrm>
        <a:off x="3324896" y="2639147"/>
        <a:ext cx="1409500" cy="1127600"/>
      </dsp:txXfrm>
    </dsp:sp>
    <dsp:sp modelId="{F474B4F5-F569-4994-B23A-95ABBF4DD40E}">
      <dsp:nvSpPr>
        <dsp:cNvPr id="0" name=""/>
        <dsp:cNvSpPr/>
      </dsp:nvSpPr>
      <dsp:spPr>
        <a:xfrm>
          <a:off x="3089228" y="348992"/>
          <a:ext cx="4735920" cy="4735920"/>
        </a:xfrm>
        <a:prstGeom prst="pie">
          <a:avLst>
            <a:gd name="adj1" fmla="val 11880000"/>
            <a:gd name="adj2" fmla="val 16200000"/>
          </a:avLst>
        </a:prstGeom>
        <a:solidFill>
          <a:schemeClr val="dk2">
            <a:hueOff val="0"/>
            <a:satOff val="0"/>
            <a:lumOff val="0"/>
            <a:alphaOff val="0"/>
          </a:schemeClr>
        </a:solidFill>
        <a:ln w="17145" cap="flat" cmpd="sng" algn="ctr">
          <a:solidFill>
            <a:schemeClr val="lt2">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40640" tIns="40640" rIns="40640" bIns="40640" numCol="1" spcCol="1270" anchor="ctr" anchorCtr="0">
          <a:noAutofit/>
        </a:bodyPr>
        <a:lstStyle/>
        <a:p>
          <a:pPr marL="0" lvl="0" algn="ctr" defTabSz="889000">
            <a:lnSpc>
              <a:spcPct val="90000"/>
            </a:lnSpc>
            <a:spcBef>
              <a:spcPct val="0"/>
            </a:spcBef>
            <a:spcAft>
              <a:spcPct val="35000"/>
            </a:spcAft>
            <a:buNone/>
          </a:pPr>
          <a:r>
            <a:rPr lang="en-US" sz="3200" kern="1200" cap="small" baseline="0">
              <a:latin typeface="+mj-lt"/>
            </a:rPr>
            <a:t>Retire</a:t>
          </a:r>
          <a:endParaRPr lang="en-US" sz="1600" kern="1200" cap="small" baseline="0">
            <a:latin typeface="+mj-lt"/>
          </a:endParaRPr>
        </a:p>
      </dsp:txBody>
      <dsp:txXfrm>
        <a:off x="3832316" y="1145077"/>
        <a:ext cx="1522260" cy="1014840"/>
      </dsp:txXfrm>
    </dsp:sp>
    <dsp:sp modelId="{1FCD644E-D781-44DF-BE66-AD46172C7893}">
      <dsp:nvSpPr>
        <dsp:cNvPr id="0" name=""/>
        <dsp:cNvSpPr/>
      </dsp:nvSpPr>
      <dsp:spPr>
        <a:xfrm>
          <a:off x="2928885" y="55816"/>
          <a:ext cx="5322272" cy="5322272"/>
        </a:xfrm>
        <a:prstGeom prst="circularArrow">
          <a:avLst>
            <a:gd name="adj1" fmla="val 5085"/>
            <a:gd name="adj2" fmla="val 327528"/>
            <a:gd name="adj3" fmla="val 20192361"/>
            <a:gd name="adj4" fmla="val 16200324"/>
            <a:gd name="adj5" fmla="val 5932"/>
          </a:avLst>
        </a:prstGeom>
        <a:solidFill>
          <a:schemeClr val="dk2">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sp>
    <dsp:sp modelId="{EC29B905-FAB2-4344-BF08-AF6898829AE7}">
      <dsp:nvSpPr>
        <dsp:cNvPr id="0" name=""/>
        <dsp:cNvSpPr/>
      </dsp:nvSpPr>
      <dsp:spPr>
        <a:xfrm>
          <a:off x="2970029" y="182065"/>
          <a:ext cx="5322272" cy="5322272"/>
        </a:xfrm>
        <a:prstGeom prst="circularArrow">
          <a:avLst>
            <a:gd name="adj1" fmla="val 5085"/>
            <a:gd name="adj2" fmla="val 327528"/>
            <a:gd name="adj3" fmla="val 2912753"/>
            <a:gd name="adj4" fmla="val 20519953"/>
            <a:gd name="adj5" fmla="val 5932"/>
          </a:avLst>
        </a:prstGeom>
        <a:solidFill>
          <a:schemeClr val="dk2">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sp>
    <dsp:sp modelId="{ECA16BE1-F765-4F6A-8D29-CCEB03F90739}">
      <dsp:nvSpPr>
        <dsp:cNvPr id="0" name=""/>
        <dsp:cNvSpPr/>
      </dsp:nvSpPr>
      <dsp:spPr>
        <a:xfrm>
          <a:off x="2862580" y="260108"/>
          <a:ext cx="5322272" cy="5322272"/>
        </a:xfrm>
        <a:prstGeom prst="circularArrow">
          <a:avLst>
            <a:gd name="adj1" fmla="val 5085"/>
            <a:gd name="adj2" fmla="val 327528"/>
            <a:gd name="adj3" fmla="val 7232777"/>
            <a:gd name="adj4" fmla="val 3239695"/>
            <a:gd name="adj5" fmla="val 5932"/>
          </a:avLst>
        </a:prstGeom>
        <a:solidFill>
          <a:schemeClr val="dk2">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sp>
    <dsp:sp modelId="{0B9D9D21-2C2E-431D-86F0-419273CDC2EC}">
      <dsp:nvSpPr>
        <dsp:cNvPr id="0" name=""/>
        <dsp:cNvSpPr/>
      </dsp:nvSpPr>
      <dsp:spPr>
        <a:xfrm>
          <a:off x="2755131" y="182065"/>
          <a:ext cx="5322272" cy="5322272"/>
        </a:xfrm>
        <a:prstGeom prst="circularArrow">
          <a:avLst>
            <a:gd name="adj1" fmla="val 5085"/>
            <a:gd name="adj2" fmla="val 327528"/>
            <a:gd name="adj3" fmla="val 11552519"/>
            <a:gd name="adj4" fmla="val 7559718"/>
            <a:gd name="adj5" fmla="val 5932"/>
          </a:avLst>
        </a:prstGeom>
        <a:solidFill>
          <a:schemeClr val="dk2">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sp>
    <dsp:sp modelId="{C0E1EE17-F54E-4A11-8EF7-78D2F01B3D78}">
      <dsp:nvSpPr>
        <dsp:cNvPr id="0" name=""/>
        <dsp:cNvSpPr/>
      </dsp:nvSpPr>
      <dsp:spPr>
        <a:xfrm>
          <a:off x="2796275" y="55816"/>
          <a:ext cx="5322272" cy="5322272"/>
        </a:xfrm>
        <a:prstGeom prst="circularArrow">
          <a:avLst>
            <a:gd name="adj1" fmla="val 5085"/>
            <a:gd name="adj2" fmla="val 327528"/>
            <a:gd name="adj3" fmla="val 15872148"/>
            <a:gd name="adj4" fmla="val 11880111"/>
            <a:gd name="adj5" fmla="val 5932"/>
          </a:avLst>
        </a:prstGeom>
        <a:solidFill>
          <a:schemeClr val="dk2">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7297F5-39A4-45EC-A5AB-2CE1D2279884}">
      <dsp:nvSpPr>
        <dsp:cNvPr id="0" name=""/>
        <dsp:cNvSpPr/>
      </dsp:nvSpPr>
      <dsp:spPr>
        <a:xfrm>
          <a:off x="1541" y="1810612"/>
          <a:ext cx="2042847" cy="2042847"/>
        </a:xfrm>
        <a:prstGeom prst="flowChartAlternateProcess">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en-US" sz="2400" kern="1200">
              <a:latin typeface="Segoe UI Light" panose="020B0502040204020203" pitchFamily="34" charset="0"/>
              <a:cs typeface="Segoe UI Light" panose="020B0502040204020203" pitchFamily="34" charset="0"/>
            </a:rPr>
            <a:t>Registration</a:t>
          </a:r>
        </a:p>
      </dsp:txBody>
      <dsp:txXfrm>
        <a:off x="101263" y="1910334"/>
        <a:ext cx="1843403" cy="1843403"/>
      </dsp:txXfrm>
    </dsp:sp>
    <dsp:sp modelId="{38F1EC6C-6868-479B-94A2-EB9A7BFCFAB2}">
      <dsp:nvSpPr>
        <dsp:cNvPr id="0" name=""/>
        <dsp:cNvSpPr/>
      </dsp:nvSpPr>
      <dsp:spPr>
        <a:xfrm>
          <a:off x="2210267" y="2239610"/>
          <a:ext cx="1184851" cy="1184851"/>
        </a:xfrm>
        <a:prstGeom prst="mathPlus">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en-US" sz="1800" kern="1200">
            <a:latin typeface="Segoe UI Light" panose="020B0502040204020203" pitchFamily="34" charset="0"/>
            <a:cs typeface="Segoe UI Light" panose="020B0502040204020203" pitchFamily="34" charset="0"/>
          </a:endParaRPr>
        </a:p>
      </dsp:txBody>
      <dsp:txXfrm>
        <a:off x="2367319" y="2692697"/>
        <a:ext cx="870747" cy="278677"/>
      </dsp:txXfrm>
    </dsp:sp>
    <dsp:sp modelId="{E339E415-08D8-4987-9674-7853E1DE7E6D}">
      <dsp:nvSpPr>
        <dsp:cNvPr id="0" name=""/>
        <dsp:cNvSpPr/>
      </dsp:nvSpPr>
      <dsp:spPr>
        <a:xfrm>
          <a:off x="3560997" y="1810612"/>
          <a:ext cx="2042847" cy="2042847"/>
        </a:xfrm>
        <a:prstGeom prst="flowChartAlternateProcess">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en-US" sz="2400" kern="1200">
              <a:latin typeface="Segoe UI Light" panose="020B0502040204020203" pitchFamily="34" charset="0"/>
              <a:cs typeface="Segoe UI Light" panose="020B0502040204020203" pitchFamily="34" charset="0"/>
            </a:rPr>
            <a:t>Configuration</a:t>
          </a:r>
        </a:p>
      </dsp:txBody>
      <dsp:txXfrm>
        <a:off x="3660719" y="1910334"/>
        <a:ext cx="1843403" cy="1843403"/>
      </dsp:txXfrm>
    </dsp:sp>
    <dsp:sp modelId="{2D4418E5-DD1E-4033-A65A-6AF653973D49}">
      <dsp:nvSpPr>
        <dsp:cNvPr id="0" name=""/>
        <dsp:cNvSpPr/>
      </dsp:nvSpPr>
      <dsp:spPr>
        <a:xfrm>
          <a:off x="5769724" y="2239610"/>
          <a:ext cx="1184851" cy="1184851"/>
        </a:xfrm>
        <a:prstGeom prst="mathEqual">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022350">
            <a:lnSpc>
              <a:spcPct val="90000"/>
            </a:lnSpc>
            <a:spcBef>
              <a:spcPct val="0"/>
            </a:spcBef>
            <a:spcAft>
              <a:spcPct val="35000"/>
            </a:spcAft>
          </a:pPr>
          <a:endParaRPr lang="en-US" sz="2300" kern="1200">
            <a:latin typeface="Segoe UI Light" panose="020B0502040204020203" pitchFamily="34" charset="0"/>
            <a:cs typeface="Segoe UI Light" panose="020B0502040204020203" pitchFamily="34" charset="0"/>
          </a:endParaRPr>
        </a:p>
      </dsp:txBody>
      <dsp:txXfrm>
        <a:off x="5926776" y="2483689"/>
        <a:ext cx="870747" cy="696693"/>
      </dsp:txXfrm>
    </dsp:sp>
    <dsp:sp modelId="{176CC8B0-4D0A-4B3F-B486-D25C2242D68E}">
      <dsp:nvSpPr>
        <dsp:cNvPr id="0" name=""/>
        <dsp:cNvSpPr/>
      </dsp:nvSpPr>
      <dsp:spPr>
        <a:xfrm>
          <a:off x="7120454" y="1810612"/>
          <a:ext cx="2042847" cy="2042847"/>
        </a:xfrm>
        <a:prstGeom prst="flowChartAlternateProcess">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en-US" sz="2400" kern="1200">
              <a:latin typeface="Segoe UI Light" panose="020B0502040204020203" pitchFamily="34" charset="0"/>
              <a:cs typeface="Segoe UI Light" panose="020B0502040204020203" pitchFamily="34" charset="0"/>
            </a:rPr>
            <a:t>Provisioning</a:t>
          </a:r>
        </a:p>
      </dsp:txBody>
      <dsp:txXfrm>
        <a:off x="7220176" y="1910334"/>
        <a:ext cx="1843403" cy="1843403"/>
      </dsp:txXfrm>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1D0CB2F-F0BF-435A-A27A-2EC15087F634}" type="datetime8">
              <a:rPr lang="en-US" smtClean="0">
                <a:latin typeface="Segoe UI" pitchFamily="34" charset="0"/>
              </a:rPr>
              <a:t>6/22/2019 12:56 AM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18B56EA-E28F-4F92-9F16-7A6F2501B303}" type="datetime8">
              <a:rPr lang="en-US" smtClean="0"/>
              <a:t>6/22/2019 12:56 AM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3313C66B-7AF5-40BA-8933-D16874FF94CC}" type="datetime8">
              <a:rPr lang="en-US" smtClean="0"/>
              <a:t>6/22/2019 12:56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26222412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975795E-3CDA-46E2-AC41-D74FD33909B5}" type="datetime8">
              <a:rPr lang="en-US" smtClean="0"/>
              <a:t>6/22/2019 12:56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a:t>
            </a:fld>
            <a:endParaRPr lang="en-US"/>
          </a:p>
        </p:txBody>
      </p:sp>
    </p:spTree>
    <p:extLst>
      <p:ext uri="{BB962C8B-B14F-4D97-AF65-F5344CB8AC3E}">
        <p14:creationId xmlns:p14="http://schemas.microsoft.com/office/powerpoint/2010/main" val="20401932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975795E-3CDA-46E2-AC41-D74FD33909B5}" type="datetime8">
              <a:rPr lang="en-US" smtClean="0"/>
              <a:t>6/22/2019 12:56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a:t>
            </a:fld>
            <a:endParaRPr lang="en-US"/>
          </a:p>
        </p:txBody>
      </p:sp>
    </p:spTree>
    <p:extLst>
      <p:ext uri="{BB962C8B-B14F-4D97-AF65-F5344CB8AC3E}">
        <p14:creationId xmlns:p14="http://schemas.microsoft.com/office/powerpoint/2010/main" val="1865241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D2FE5E3C-C611-40B0-BCFF-B1C4AC6055C0}" type="slidenum">
              <a:rPr lang="en-US" smtClean="0"/>
              <a:t>4</a:t>
            </a:fld>
            <a:endParaRPr lang="en-US"/>
          </a:p>
        </p:txBody>
      </p:sp>
    </p:spTree>
    <p:extLst>
      <p:ext uri="{BB962C8B-B14F-4D97-AF65-F5344CB8AC3E}">
        <p14:creationId xmlns:p14="http://schemas.microsoft.com/office/powerpoint/2010/main" val="1555155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D2FE5E3C-C611-40B0-BCFF-B1C4AC6055C0}" type="slidenum">
              <a:rPr lang="en-US" smtClean="0"/>
              <a:t>5</a:t>
            </a:fld>
            <a:endParaRPr lang="en-US"/>
          </a:p>
        </p:txBody>
      </p:sp>
    </p:spTree>
    <p:extLst>
      <p:ext uri="{BB962C8B-B14F-4D97-AF65-F5344CB8AC3E}">
        <p14:creationId xmlns:p14="http://schemas.microsoft.com/office/powerpoint/2010/main" val="38809658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6/22/2019 12:56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5239182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D2FE5E3C-C611-40B0-BCFF-B1C4AC6055C0}" type="slidenum">
              <a:rPr lang="en-US" smtClean="0"/>
              <a:t>7</a:t>
            </a:fld>
            <a:endParaRPr lang="en-US"/>
          </a:p>
        </p:txBody>
      </p:sp>
    </p:spTree>
    <p:extLst>
      <p:ext uri="{BB962C8B-B14F-4D97-AF65-F5344CB8AC3E}">
        <p14:creationId xmlns:p14="http://schemas.microsoft.com/office/powerpoint/2010/main" val="19657202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6/22/2019 12:56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4596725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6/22/2019 12:56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9</a:t>
            </a:fld>
            <a:endParaRPr lang="en-US" dirty="0"/>
          </a:p>
        </p:txBody>
      </p:sp>
    </p:spTree>
    <p:extLst>
      <p:ext uri="{BB962C8B-B14F-4D97-AF65-F5344CB8AC3E}">
        <p14:creationId xmlns:p14="http://schemas.microsoft.com/office/powerpoint/2010/main" val="31049855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C76FD910-E3AC-4095-8A0E-B90F93851E86}" type="datetime8">
              <a:rPr lang="en-US" smtClean="0"/>
              <a:t>6/22/2019 12:56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t>10</a:t>
            </a:fld>
            <a:endParaRPr lang="en-US" dirty="0"/>
          </a:p>
        </p:txBody>
      </p:sp>
    </p:spTree>
    <p:extLst>
      <p:ext uri="{BB962C8B-B14F-4D97-AF65-F5344CB8AC3E}">
        <p14:creationId xmlns:p14="http://schemas.microsoft.com/office/powerpoint/2010/main" val="13133883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6/22/2019 12:56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11</a:t>
            </a:fld>
            <a:endParaRPr lang="en-US" dirty="0"/>
          </a:p>
        </p:txBody>
      </p:sp>
    </p:spTree>
    <p:extLst>
      <p:ext uri="{BB962C8B-B14F-4D97-AF65-F5344CB8AC3E}">
        <p14:creationId xmlns:p14="http://schemas.microsoft.com/office/powerpoint/2010/main" val="40772609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2FE5E3C-C611-40B0-BCFF-B1C4AC6055C0}" type="slidenum">
              <a:rPr lang="en-US" smtClean="0"/>
              <a:t>12</a:t>
            </a:fld>
            <a:endParaRPr lang="en-US"/>
          </a:p>
        </p:txBody>
      </p:sp>
    </p:spTree>
    <p:extLst>
      <p:ext uri="{BB962C8B-B14F-4D97-AF65-F5344CB8AC3E}">
        <p14:creationId xmlns:p14="http://schemas.microsoft.com/office/powerpoint/2010/main" val="23779316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6/22/2019 12:56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13</a:t>
            </a:fld>
            <a:endParaRPr lang="en-US" dirty="0"/>
          </a:p>
        </p:txBody>
      </p:sp>
    </p:spTree>
    <p:extLst>
      <p:ext uri="{BB962C8B-B14F-4D97-AF65-F5344CB8AC3E}">
        <p14:creationId xmlns:p14="http://schemas.microsoft.com/office/powerpoint/2010/main" val="8993139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6/22/2019 12:56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14</a:t>
            </a:fld>
            <a:endParaRPr lang="en-US" dirty="0"/>
          </a:p>
        </p:txBody>
      </p:sp>
    </p:spTree>
    <p:extLst>
      <p:ext uri="{BB962C8B-B14F-4D97-AF65-F5344CB8AC3E}">
        <p14:creationId xmlns:p14="http://schemas.microsoft.com/office/powerpoint/2010/main" val="32475906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6/22/2019 12:56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15</a:t>
            </a:fld>
            <a:endParaRPr lang="en-US" dirty="0"/>
          </a:p>
        </p:txBody>
      </p:sp>
    </p:spTree>
    <p:extLst>
      <p:ext uri="{BB962C8B-B14F-4D97-AF65-F5344CB8AC3E}">
        <p14:creationId xmlns:p14="http://schemas.microsoft.com/office/powerpoint/2010/main" val="25169789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6/22/2019 12:56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16</a:t>
            </a:fld>
            <a:endParaRPr lang="en-US" dirty="0"/>
          </a:p>
        </p:txBody>
      </p:sp>
    </p:spTree>
    <p:extLst>
      <p:ext uri="{BB962C8B-B14F-4D97-AF65-F5344CB8AC3E}">
        <p14:creationId xmlns:p14="http://schemas.microsoft.com/office/powerpoint/2010/main" val="2929380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D2FE5E3C-C611-40B0-BCFF-B1C4AC6055C0}" type="slidenum">
              <a:rPr lang="en-US" smtClean="0"/>
              <a:t>17</a:t>
            </a:fld>
            <a:endParaRPr lang="en-US"/>
          </a:p>
        </p:txBody>
      </p:sp>
    </p:spTree>
    <p:extLst>
      <p:ext uri="{BB962C8B-B14F-4D97-AF65-F5344CB8AC3E}">
        <p14:creationId xmlns:p14="http://schemas.microsoft.com/office/powerpoint/2010/main" val="17519270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D2FE5E3C-C611-40B0-BCFF-B1C4AC6055C0}" type="slidenum">
              <a:rPr lang="en-US" smtClean="0"/>
              <a:t>18</a:t>
            </a:fld>
            <a:endParaRPr lang="en-US"/>
          </a:p>
        </p:txBody>
      </p:sp>
    </p:spTree>
    <p:extLst>
      <p:ext uri="{BB962C8B-B14F-4D97-AF65-F5344CB8AC3E}">
        <p14:creationId xmlns:p14="http://schemas.microsoft.com/office/powerpoint/2010/main" val="20809679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D2FE5E3C-C611-40B0-BCFF-B1C4AC6055C0}" type="slidenum">
              <a:rPr lang="en-US" smtClean="0"/>
              <a:t>19</a:t>
            </a:fld>
            <a:endParaRPr lang="en-US"/>
          </a:p>
        </p:txBody>
      </p:sp>
    </p:spTree>
    <p:extLst>
      <p:ext uri="{BB962C8B-B14F-4D97-AF65-F5344CB8AC3E}">
        <p14:creationId xmlns:p14="http://schemas.microsoft.com/office/powerpoint/2010/main" val="11075990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marL="0" marR="0" lvl="0" indent="0" algn="r" defTabSz="950464" rtl="0" eaLnBrk="1" fontAlgn="auto" latinLnBrk="0" hangingPunct="1">
              <a:lnSpc>
                <a:spcPct val="100000"/>
              </a:lnSpc>
              <a:spcBef>
                <a:spcPts val="0"/>
              </a:spcBef>
              <a:spcAft>
                <a:spcPts val="0"/>
              </a:spcAft>
              <a:buClrTx/>
              <a:buSzTx/>
              <a:buFontTx/>
              <a:buNone/>
              <a:tabLst/>
              <a:defRPr/>
            </a:pPr>
            <a:fld id="{45482D94-7A46-41C6-A35D-B992A50F21FB}" type="slidenum">
              <a:rPr kumimoji="0" lang="en-US" sz="1200" b="0" i="0" u="none" strike="noStrike" kern="1200" cap="none" spc="0" normalizeH="0" baseline="0" noProof="0">
                <a:ln>
                  <a:noFill/>
                </a:ln>
                <a:solidFill>
                  <a:prstClr val="black"/>
                </a:solidFill>
                <a:effectLst/>
                <a:uLnTx/>
                <a:uFillTx/>
                <a:latin typeface="Segoe UI" pitchFamily="34" charset="0"/>
                <a:ea typeface="+mn-ea"/>
                <a:cs typeface="+mn-cs"/>
              </a:rPr>
              <a:pPr marL="0" marR="0" lvl="0" indent="0" algn="r" defTabSz="950464"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1729077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D2FE5E3C-C611-40B0-BCFF-B1C4AC6055C0}" type="slidenum">
              <a:rPr lang="en-US" smtClean="0"/>
              <a:t>21</a:t>
            </a:fld>
            <a:endParaRPr lang="en-US"/>
          </a:p>
        </p:txBody>
      </p:sp>
    </p:spTree>
    <p:extLst>
      <p:ext uri="{BB962C8B-B14F-4D97-AF65-F5344CB8AC3E}">
        <p14:creationId xmlns:p14="http://schemas.microsoft.com/office/powerpoint/2010/main" val="29201154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6/22/2019 12:56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22</a:t>
            </a:fld>
            <a:endParaRPr lang="en-US" dirty="0"/>
          </a:p>
        </p:txBody>
      </p:sp>
    </p:spTree>
    <p:extLst>
      <p:ext uri="{BB962C8B-B14F-4D97-AF65-F5344CB8AC3E}">
        <p14:creationId xmlns:p14="http://schemas.microsoft.com/office/powerpoint/2010/main" val="39732765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2FE5E3C-C611-40B0-BCFF-B1C4AC6055C0}" type="slidenum">
              <a:rPr lang="en-US" smtClean="0"/>
              <a:t>23</a:t>
            </a:fld>
            <a:endParaRPr lang="en-US"/>
          </a:p>
        </p:txBody>
      </p:sp>
    </p:spTree>
    <p:extLst>
      <p:ext uri="{BB962C8B-B14F-4D97-AF65-F5344CB8AC3E}">
        <p14:creationId xmlns:p14="http://schemas.microsoft.com/office/powerpoint/2010/main" val="18817296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6/22/2019 12:56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24</a:t>
            </a:fld>
            <a:endParaRPr lang="en-US" dirty="0"/>
          </a:p>
        </p:txBody>
      </p:sp>
    </p:spTree>
    <p:extLst>
      <p:ext uri="{BB962C8B-B14F-4D97-AF65-F5344CB8AC3E}">
        <p14:creationId xmlns:p14="http://schemas.microsoft.com/office/powerpoint/2010/main" val="32731892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D2FE5E3C-C611-40B0-BCFF-B1C4AC6055C0}" type="slidenum">
              <a:rPr lang="en-US" smtClean="0"/>
              <a:t>25</a:t>
            </a:fld>
            <a:endParaRPr lang="en-US"/>
          </a:p>
        </p:txBody>
      </p:sp>
    </p:spTree>
    <p:extLst>
      <p:ext uri="{BB962C8B-B14F-4D97-AF65-F5344CB8AC3E}">
        <p14:creationId xmlns:p14="http://schemas.microsoft.com/office/powerpoint/2010/main" val="41915066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61C9C52-DBEB-4CD7-AFA3-F49E5CC9FA2F}" type="slidenum">
              <a:rPr lang="en-US" smtClean="0"/>
              <a:t>26</a:t>
            </a:fld>
            <a:endParaRPr lang="en-US"/>
          </a:p>
        </p:txBody>
      </p:sp>
    </p:spTree>
    <p:extLst>
      <p:ext uri="{BB962C8B-B14F-4D97-AF65-F5344CB8AC3E}">
        <p14:creationId xmlns:p14="http://schemas.microsoft.com/office/powerpoint/2010/main" val="15586772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C61C9C52-DBEB-4CD7-AFA3-F49E5CC9FA2F}" type="slidenum">
              <a:rPr lang="en-US" smtClean="0"/>
              <a:t>27</a:t>
            </a:fld>
            <a:endParaRPr lang="en-US"/>
          </a:p>
        </p:txBody>
      </p:sp>
    </p:spTree>
    <p:extLst>
      <p:ext uri="{BB962C8B-B14F-4D97-AF65-F5344CB8AC3E}">
        <p14:creationId xmlns:p14="http://schemas.microsoft.com/office/powerpoint/2010/main" val="30706056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C61C9C52-DBEB-4CD7-AFA3-F49E5CC9FA2F}" type="slidenum">
              <a:rPr lang="en-US" smtClean="0"/>
              <a:t>28</a:t>
            </a:fld>
            <a:endParaRPr lang="en-US"/>
          </a:p>
        </p:txBody>
      </p:sp>
    </p:spTree>
    <p:extLst>
      <p:ext uri="{BB962C8B-B14F-4D97-AF65-F5344CB8AC3E}">
        <p14:creationId xmlns:p14="http://schemas.microsoft.com/office/powerpoint/2010/main" val="30295427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C61C9C52-DBEB-4CD7-AFA3-F49E5CC9FA2F}" type="slidenum">
              <a:rPr lang="en-US" smtClean="0"/>
              <a:t>29</a:t>
            </a:fld>
            <a:endParaRPr lang="en-US"/>
          </a:p>
        </p:txBody>
      </p:sp>
    </p:spTree>
    <p:extLst>
      <p:ext uri="{BB962C8B-B14F-4D97-AF65-F5344CB8AC3E}">
        <p14:creationId xmlns:p14="http://schemas.microsoft.com/office/powerpoint/2010/main" val="42672532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7A00922B-1719-4931-9625-64F12E732846}" type="slidenum">
              <a:rPr lang="en-US" smtClean="0"/>
              <a:t>30</a:t>
            </a:fld>
            <a:endParaRPr lang="en-US"/>
          </a:p>
        </p:txBody>
      </p:sp>
    </p:spTree>
    <p:extLst>
      <p:ext uri="{BB962C8B-B14F-4D97-AF65-F5344CB8AC3E}">
        <p14:creationId xmlns:p14="http://schemas.microsoft.com/office/powerpoint/2010/main" val="5920376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6/22/2019 12:56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31</a:t>
            </a:fld>
            <a:endParaRPr lang="en-US" dirty="0"/>
          </a:p>
        </p:txBody>
      </p:sp>
    </p:spTree>
    <p:extLst>
      <p:ext uri="{BB962C8B-B14F-4D97-AF65-F5344CB8AC3E}">
        <p14:creationId xmlns:p14="http://schemas.microsoft.com/office/powerpoint/2010/main" val="16825706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211263"/>
            <a:ext cx="9143936" cy="1828786"/>
          </a:xfrm>
          <a:noFill/>
        </p:spPr>
        <p:txBody>
          <a:bodyPr lIns="146304" tIns="91440" rIns="146304" bIns="91440" anchor="t" anchorCtr="0"/>
          <a:lstStyle>
            <a:lvl1pPr>
              <a:defRPr sz="5400" spc="-100" baseline="0">
                <a:gradFill>
                  <a:gsLst>
                    <a:gs pos="62564">
                      <a:schemeClr val="tx1"/>
                    </a:gs>
                    <a:gs pos="55000">
                      <a:schemeClr val="tx1"/>
                    </a:gs>
                  </a:gsLst>
                  <a:lin ang="5400000" scaled="0"/>
                </a:gradFill>
              </a:defRPr>
            </a:lvl1pPr>
          </a:lstStyle>
          <a:p>
            <a:r>
              <a:rPr lang="en-US" dirty="0"/>
              <a:t>Presentation title</a:t>
            </a:r>
          </a:p>
        </p:txBody>
      </p:sp>
      <p:sp>
        <p:nvSpPr>
          <p:cNvPr id="5" name="Text Placeholder 4"/>
          <p:cNvSpPr>
            <a:spLocks noGrp="1"/>
          </p:cNvSpPr>
          <p:nvPr>
            <p:ph type="body" sz="quarter" idx="12" hasCustomPrompt="1"/>
          </p:nvPr>
        </p:nvSpPr>
        <p:spPr>
          <a:xfrm>
            <a:off x="274701" y="3041371"/>
            <a:ext cx="7315137" cy="1828007"/>
          </a:xfrm>
          <a:noFill/>
        </p:spPr>
        <p:txBody>
          <a:bodyPr lIns="164592" tIns="109728" rIns="164592" bIns="109728">
            <a:noAutofit/>
          </a:bodyPr>
          <a:lstStyle>
            <a:lvl1pPr marL="0" indent="0">
              <a:spcBef>
                <a:spcPts val="0"/>
              </a:spcBef>
              <a:buNone/>
              <a:defRPr sz="3200" spc="0" baseline="0">
                <a:gradFill>
                  <a:gsLst>
                    <a:gs pos="91000">
                      <a:schemeClr val="tx1"/>
                    </a:gs>
                    <a:gs pos="0">
                      <a:schemeClr val="tx1"/>
                    </a:gs>
                  </a:gsLst>
                  <a:lin ang="5400000" scaled="0"/>
                </a:gradFill>
                <a:latin typeface="+mn-lt"/>
              </a:defRPr>
            </a:lvl1pPr>
          </a:lstStyle>
          <a:p>
            <a:pPr lvl="0"/>
            <a:r>
              <a:rPr lang="en-US" dirty="0"/>
              <a:t>Speaker name</a:t>
            </a:r>
          </a:p>
        </p:txBody>
      </p:sp>
      <p:sp>
        <p:nvSpPr>
          <p:cNvPr id="7" name="Rectangle 6"/>
          <p:cNvSpPr/>
          <p:nvPr userDrawn="1"/>
        </p:nvSpPr>
        <p:spPr bwMode="gray">
          <a:xfrm>
            <a:off x="0" y="5758901"/>
            <a:ext cx="12435840" cy="1235624"/>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398"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8678132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8" y="1212850"/>
            <a:ext cx="11888787" cy="2308324"/>
          </a:xfrm>
        </p:spPr>
        <p:txBody>
          <a:bodyPr>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01319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274702" y="1211287"/>
            <a:ext cx="11888787" cy="54848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85784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0" indent="0">
              <a:spcBef>
                <a:spcPts val="1224"/>
              </a:spcBef>
              <a:buClr>
                <a:schemeClr val="tx1"/>
              </a:buClr>
              <a:buFont typeface="Wingdings" panose="05000000000000000000" pitchFamily="2" charset="2"/>
              <a:buNone/>
              <a:defRPr sz="3000" b="0">
                <a:latin typeface="+mn-lt"/>
              </a:defRPr>
            </a:lvl1pPr>
            <a:lvl2pPr marL="255588" indent="0">
              <a:buFont typeface="Wingdings" panose="05000000000000000000" pitchFamily="2" charset="2"/>
              <a:buNone/>
              <a:defRPr sz="2400" b="0"/>
            </a:lvl2pPr>
            <a:lvl3pPr marL="450850" indent="0">
              <a:buFont typeface="Wingdings" panose="05000000000000000000" pitchFamily="2" charset="2"/>
              <a:buNone/>
              <a:tabLst/>
              <a:defRPr sz="2200" b="0"/>
            </a:lvl3pPr>
            <a:lvl4pPr marL="652462" indent="0">
              <a:buFont typeface="Wingdings" panose="05000000000000000000" pitchFamily="2" charset="2"/>
              <a:buNone/>
              <a:defRPr sz="2200" b="0"/>
            </a:lvl4pPr>
            <a:lvl5pPr marL="854075" indent="0">
              <a:buFont typeface="Wingdings" panose="05000000000000000000" pitchFamily="2" charset="2"/>
              <a:buNone/>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0" indent="0">
              <a:spcBef>
                <a:spcPts val="1224"/>
              </a:spcBef>
              <a:buClr>
                <a:schemeClr val="tx1"/>
              </a:buClr>
              <a:buFont typeface="Arial" panose="020B0604020202020204" pitchFamily="34" charset="0"/>
              <a:buNone/>
              <a:defRPr lang="en-US" sz="3000" b="0" kern="1200" spc="0" baseline="0" dirty="0">
                <a:gradFill>
                  <a:gsLst>
                    <a:gs pos="1250">
                      <a:schemeClr val="tx1"/>
                    </a:gs>
                    <a:gs pos="100000">
                      <a:schemeClr val="tx1"/>
                    </a:gs>
                  </a:gsLst>
                  <a:lin ang="5400000" scaled="0"/>
                </a:gradFill>
                <a:latin typeface="+mn-lt"/>
                <a:ea typeface="+mn-ea"/>
                <a:cs typeface="+mn-cs"/>
              </a:defRPr>
            </a:lvl1pPr>
            <a:lvl2pPr marL="255588" indent="0">
              <a:buFont typeface="Arial" panose="020B0604020202020204" pitchFamily="34" charset="0"/>
              <a:buNone/>
              <a:defRPr lang="en-US" sz="2400" b="0" kern="1200" spc="0" baseline="0" dirty="0">
                <a:gradFill>
                  <a:gsLst>
                    <a:gs pos="1250">
                      <a:schemeClr val="tx1"/>
                    </a:gs>
                    <a:gs pos="100000">
                      <a:schemeClr val="tx1"/>
                    </a:gs>
                  </a:gsLst>
                  <a:lin ang="5400000" scaled="0"/>
                </a:gradFill>
                <a:latin typeface="+mn-lt"/>
                <a:ea typeface="+mn-ea"/>
                <a:cs typeface="+mn-cs"/>
              </a:defRPr>
            </a:lvl2pPr>
            <a:lvl3pPr marL="450850"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3pPr>
            <a:lvl4pPr marL="652462" indent="0">
              <a:buFont typeface="Arial" panose="020B0604020202020204" pitchFamily="34" charset="0"/>
              <a:buNone/>
              <a:defRPr lang="en-US" sz="2200" b="0" kern="1200" spc="0" baseline="0" dirty="0">
                <a:gradFill>
                  <a:gsLst>
                    <a:gs pos="1250">
                      <a:schemeClr val="tx1"/>
                    </a:gs>
                    <a:gs pos="100000">
                      <a:schemeClr val="tx1"/>
                    </a:gs>
                  </a:gsLst>
                  <a:lin ang="5400000" scaled="0"/>
                </a:gradFill>
                <a:latin typeface="+mn-lt"/>
                <a:ea typeface="+mn-ea"/>
                <a:cs typeface="+mn-cs"/>
              </a:defRPr>
            </a:lvl4pPr>
            <a:lvl5pPr marL="854075"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514350" marR="0" lvl="0" indent="-514350" algn="l" defTabSz="932742" rtl="0" eaLnBrk="1" fontAlgn="auto" latinLnBrk="0" hangingPunct="1">
              <a:lnSpc>
                <a:spcPct val="90000"/>
              </a:lnSpc>
              <a:spcBef>
                <a:spcPts val="1224"/>
              </a:spcBef>
              <a:spcAft>
                <a:spcPts val="0"/>
              </a:spcAft>
              <a:buClr>
                <a:schemeClr val="tx1"/>
              </a:buClr>
              <a:buSzPct val="90000"/>
              <a:tabLst/>
            </a:pPr>
            <a:r>
              <a:rPr lang="en-US"/>
              <a:t>Edit Master text styles</a:t>
            </a:r>
          </a:p>
          <a:p>
            <a:pPr marL="514350" marR="0" lvl="1" indent="-514350" algn="l" defTabSz="932742" rtl="0" eaLnBrk="1" fontAlgn="auto" latinLnBrk="0" hangingPunct="1">
              <a:lnSpc>
                <a:spcPct val="90000"/>
              </a:lnSpc>
              <a:spcBef>
                <a:spcPts val="1224"/>
              </a:spcBef>
              <a:spcAft>
                <a:spcPts val="0"/>
              </a:spcAft>
              <a:buClr>
                <a:schemeClr val="tx1"/>
              </a:buClr>
              <a:buSzPct val="90000"/>
              <a:tabLst/>
            </a:pPr>
            <a:r>
              <a:rPr lang="en-US"/>
              <a:t>Second level</a:t>
            </a:r>
          </a:p>
          <a:p>
            <a:pPr marL="514350" marR="0" lvl="2" indent="-514350" algn="l" defTabSz="932742" rtl="0" eaLnBrk="1" fontAlgn="auto" latinLnBrk="0" hangingPunct="1">
              <a:lnSpc>
                <a:spcPct val="90000"/>
              </a:lnSpc>
              <a:spcBef>
                <a:spcPts val="1224"/>
              </a:spcBef>
              <a:spcAft>
                <a:spcPts val="0"/>
              </a:spcAft>
              <a:buClr>
                <a:schemeClr val="tx1"/>
              </a:buClr>
              <a:buSzPct val="90000"/>
              <a:tabLst/>
            </a:pPr>
            <a:r>
              <a:rPr lang="en-US"/>
              <a:t>Third level</a:t>
            </a:r>
          </a:p>
          <a:p>
            <a:pPr marL="514350" marR="0" lvl="3" indent="-514350" algn="l" defTabSz="932742" rtl="0" eaLnBrk="1" fontAlgn="auto" latinLnBrk="0" hangingPunct="1">
              <a:lnSpc>
                <a:spcPct val="90000"/>
              </a:lnSpc>
              <a:spcBef>
                <a:spcPts val="1224"/>
              </a:spcBef>
              <a:spcAft>
                <a:spcPts val="0"/>
              </a:spcAft>
              <a:buClr>
                <a:schemeClr val="tx1"/>
              </a:buClr>
              <a:buSzPct val="90000"/>
              <a:tabLst/>
            </a:pPr>
            <a:r>
              <a:rPr lang="en-US"/>
              <a:t>Fourth level</a:t>
            </a:r>
          </a:p>
          <a:p>
            <a:pPr marL="514350" marR="0" lvl="4" indent="-514350" algn="l" defTabSz="932742" rtl="0" eaLnBrk="1" fontAlgn="auto" latinLnBrk="0" hangingPunct="1">
              <a:lnSpc>
                <a:spcPct val="90000"/>
              </a:lnSpc>
              <a:spcBef>
                <a:spcPts val="1224"/>
              </a:spcBef>
              <a:spcAft>
                <a:spcPts val="0"/>
              </a:spcAft>
              <a:buClr>
                <a:schemeClr val="tx1"/>
              </a:buClr>
              <a:buSzPct val="90000"/>
              <a:tabLst/>
            </a:pPr>
            <a:r>
              <a:rPr lang="en-US"/>
              <a:t>Fifth level</a:t>
            </a:r>
            <a:endParaRPr lang="en-US" dirty="0"/>
          </a:p>
        </p:txBody>
      </p:sp>
    </p:spTree>
    <p:extLst>
      <p:ext uri="{BB962C8B-B14F-4D97-AF65-F5344CB8AC3E}">
        <p14:creationId xmlns:p14="http://schemas.microsoft.com/office/powerpoint/2010/main" val="2886365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231775" indent="-231775">
              <a:spcBef>
                <a:spcPts val="1224"/>
              </a:spcBef>
              <a:buClr>
                <a:schemeClr val="tx1"/>
              </a:buClr>
              <a:buFont typeface="Wingdings" panose="05000000000000000000" pitchFamily="2" charset="2"/>
              <a:buChar char=""/>
              <a:defRPr sz="3000" b="0">
                <a:latin typeface="+mn-lt"/>
              </a:defRPr>
            </a:lvl1pPr>
            <a:lvl2pPr marL="427038" indent="-171450">
              <a:buFont typeface="Wingdings" panose="05000000000000000000" pitchFamily="2" charset="2"/>
              <a:buChar char=""/>
              <a:defRPr sz="2400" b="0"/>
            </a:lvl2pPr>
            <a:lvl3pPr marL="639763" indent="-188913">
              <a:buFont typeface="Wingdings" panose="05000000000000000000" pitchFamily="2" charset="2"/>
              <a:buChar char=""/>
              <a:tabLst/>
              <a:defRPr sz="2200" b="0"/>
            </a:lvl3pPr>
            <a:lvl4pPr marL="828675" indent="-176213">
              <a:buFont typeface="Wingdings" panose="05000000000000000000" pitchFamily="2" charset="2"/>
              <a:buChar char=""/>
              <a:defRPr sz="2200" b="0"/>
            </a:lvl4pPr>
            <a:lvl5pPr marL="1023938" indent="-169863">
              <a:buFont typeface="Wingdings" panose="05000000000000000000" pitchFamily="2" charset="2"/>
              <a:buChar char=""/>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287338" indent="-287338">
              <a:spcBef>
                <a:spcPts val="1224"/>
              </a:spcBef>
              <a:buClr>
                <a:schemeClr val="tx1"/>
              </a:buClr>
              <a:buFont typeface="Arial" pitchFamily="34" charset="0"/>
              <a:buChar char="•"/>
              <a:defRPr lang="en-US" sz="3000" b="0" kern="1200" spc="0" baseline="0" dirty="0">
                <a:gradFill>
                  <a:gsLst>
                    <a:gs pos="1250">
                      <a:schemeClr val="tx1"/>
                    </a:gs>
                    <a:gs pos="100000">
                      <a:schemeClr val="tx1"/>
                    </a:gs>
                  </a:gsLst>
                  <a:lin ang="5400000" scaled="0"/>
                </a:gradFill>
                <a:latin typeface="+mn-lt"/>
                <a:ea typeface="+mn-ea"/>
                <a:cs typeface="+mn-cs"/>
              </a:defRPr>
            </a:lvl1pPr>
            <a:lvl2pPr marL="598488" indent="-342900">
              <a:defRPr lang="en-US" sz="2400" b="0" kern="1200" spc="0" baseline="0" dirty="0">
                <a:gradFill>
                  <a:gsLst>
                    <a:gs pos="1250">
                      <a:schemeClr val="tx1"/>
                    </a:gs>
                    <a:gs pos="100000">
                      <a:schemeClr val="tx1"/>
                    </a:gs>
                  </a:gsLst>
                  <a:lin ang="5400000" scaled="0"/>
                </a:gradFill>
                <a:latin typeface="+mn-lt"/>
                <a:ea typeface="+mn-ea"/>
                <a:cs typeface="+mn-cs"/>
              </a:defRPr>
            </a:lvl2pPr>
            <a:lvl3pPr marL="793750" indent="-342900">
              <a:tabLst/>
              <a:defRPr lang="en-US" sz="2200" b="0" kern="1200" spc="0" baseline="0" dirty="0">
                <a:gradFill>
                  <a:gsLst>
                    <a:gs pos="1250">
                      <a:schemeClr val="tx1"/>
                    </a:gs>
                    <a:gs pos="100000">
                      <a:schemeClr val="tx1"/>
                    </a:gs>
                  </a:gsLst>
                  <a:lin ang="5400000" scaled="0"/>
                </a:gradFill>
                <a:latin typeface="+mn-lt"/>
                <a:ea typeface="+mn-ea"/>
                <a:cs typeface="+mn-cs"/>
              </a:defRPr>
            </a:lvl3pPr>
            <a:lvl4pPr marL="995362" indent="-342900">
              <a:defRPr lang="en-US" sz="2200" b="0" kern="1200" spc="0" baseline="0" dirty="0">
                <a:gradFill>
                  <a:gsLst>
                    <a:gs pos="1250">
                      <a:schemeClr val="tx1"/>
                    </a:gs>
                    <a:gs pos="100000">
                      <a:schemeClr val="tx1"/>
                    </a:gs>
                  </a:gsLst>
                  <a:lin ang="5400000" scaled="0"/>
                </a:gradFill>
                <a:latin typeface="+mn-lt"/>
                <a:ea typeface="+mn-ea"/>
                <a:cs typeface="+mn-cs"/>
              </a:defRPr>
            </a:lvl4pPr>
            <a:lvl5pPr marL="1196975" indent="-342900">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231775" marR="0" lvl="0"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Edit Master text styles</a:t>
            </a:r>
          </a:p>
          <a:p>
            <a:pPr marL="231775" marR="0" lvl="1"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Second level</a:t>
            </a:r>
          </a:p>
          <a:p>
            <a:pPr marL="231775" marR="0" lvl="2"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Third level</a:t>
            </a:r>
          </a:p>
          <a:p>
            <a:pPr marL="231775" marR="0" lvl="3"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Fourth level</a:t>
            </a:r>
          </a:p>
          <a:p>
            <a:pPr marL="231775" marR="0" lvl="4"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Fifth level</a:t>
            </a:r>
            <a:endParaRPr lang="en-US" dirty="0"/>
          </a:p>
        </p:txBody>
      </p:sp>
    </p:spTree>
    <p:extLst>
      <p:ext uri="{BB962C8B-B14F-4D97-AF65-F5344CB8AC3E}">
        <p14:creationId xmlns:p14="http://schemas.microsoft.com/office/powerpoint/2010/main" val="4091931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09252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77"/>
            <a:ext cx="10056812" cy="1181862"/>
          </a:xfrm>
          <a:noFill/>
        </p:spPr>
        <p:txBody>
          <a:bodyPr tIns="91440" bIns="91440" anchor="t" anchorCtr="0">
            <a:spAutoFit/>
          </a:bodyPr>
          <a:lstStyle>
            <a:lvl1pPr>
              <a:defRPr sz="7200" spc="-100" baseline="0">
                <a:gradFill>
                  <a:gsLst>
                    <a:gs pos="0">
                      <a:schemeClr val="tx1"/>
                    </a:gs>
                    <a:gs pos="100000">
                      <a:schemeClr val="tx1"/>
                    </a:gs>
                  </a:gsLst>
                  <a:lin ang="5400000" scaled="0"/>
                </a:gradFill>
              </a:defRPr>
            </a:lvl1pPr>
          </a:lstStyle>
          <a:p>
            <a:r>
              <a:rPr lang="en-US" dirty="0"/>
              <a:t>Demo title</a:t>
            </a:r>
          </a:p>
        </p:txBody>
      </p:sp>
      <p:sp>
        <p:nvSpPr>
          <p:cNvPr id="5" name="Text Placeholder 4"/>
          <p:cNvSpPr>
            <a:spLocks noGrp="1"/>
          </p:cNvSpPr>
          <p:nvPr>
            <p:ph type="body" sz="quarter" idx="12" hasCustomPrompt="1"/>
          </p:nvPr>
        </p:nvSpPr>
        <p:spPr>
          <a:xfrm>
            <a:off x="274638" y="3954463"/>
            <a:ext cx="10058401" cy="738664"/>
          </a:xfrm>
          <a:noFill/>
        </p:spPr>
        <p:txBody>
          <a:bodyPr lIns="182880" tIns="146304" rIns="182880" bIns="146304">
            <a:spAutoFit/>
          </a:bodyPr>
          <a:lstStyle>
            <a:lvl1pPr marL="0" indent="0">
              <a:spcBef>
                <a:spcPts val="0"/>
              </a:spcBef>
              <a:buNone/>
              <a:defRPr sz="3200" spc="0" baseline="0">
                <a:gradFill>
                  <a:gsLst>
                    <a:gs pos="0">
                      <a:schemeClr val="tx1"/>
                    </a:gs>
                    <a:gs pos="100000">
                      <a:schemeClr val="tx1"/>
                    </a:gs>
                  </a:gsLst>
                  <a:lin ang="5400000" scaled="0"/>
                </a:gradFill>
                <a:latin typeface="+mj-lt"/>
              </a:defRPr>
            </a:lvl1pPr>
          </a:lstStyle>
          <a:p>
            <a:pPr lvl="0"/>
            <a:r>
              <a:rPr lang="en-US" dirty="0"/>
              <a:t>Speaker Name</a:t>
            </a:r>
          </a:p>
        </p:txBody>
      </p:sp>
    </p:spTree>
    <p:extLst>
      <p:ext uri="{BB962C8B-B14F-4D97-AF65-F5344CB8AC3E}">
        <p14:creationId xmlns:p14="http://schemas.microsoft.com/office/powerpoint/2010/main" val="15919933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125677"/>
            <a:ext cx="10056812" cy="1181862"/>
          </a:xfrm>
          <a:noFill/>
        </p:spPr>
        <p:txBody>
          <a:bodyPr tIns="91440" bIns="91440" anchor="t" anchorCtr="0">
            <a:spAutoFit/>
          </a:bodyPr>
          <a:lstStyle>
            <a:lvl1pPr>
              <a:defRPr lang="en-US" sz="7200" b="0" kern="1200" cap="none" spc="-100"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a:t>Video title</a:t>
            </a:r>
          </a:p>
        </p:txBody>
      </p:sp>
    </p:spTree>
    <p:extLst>
      <p:ext uri="{BB962C8B-B14F-4D97-AF65-F5344CB8AC3E}">
        <p14:creationId xmlns:p14="http://schemas.microsoft.com/office/powerpoint/2010/main" val="32809030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2618636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1138322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quare Right Photo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740132"/>
            <a:ext cx="4892040" cy="1514261"/>
          </a:xfrm>
        </p:spPr>
        <p:txBody>
          <a:bodyPr wrap="square" anchor="ctr">
            <a:spAutoFit/>
          </a:bodyPr>
          <a:lstStyle>
            <a:lvl1pPr>
              <a:defRPr sz="4800" baseline="0">
                <a:gradFill>
                  <a:gsLst>
                    <a:gs pos="1250">
                      <a:schemeClr val="tx1"/>
                    </a:gs>
                    <a:gs pos="100000">
                      <a:schemeClr val="tx1"/>
                    </a:gs>
                  </a:gsLst>
                  <a:lin ang="5400000" scaled="0"/>
                </a:gradFill>
              </a:defRPr>
            </a:lvl1pPr>
          </a:lstStyle>
          <a:p>
            <a:r>
              <a:rPr lang="en-US" dirty="0"/>
              <a:t>Square photo layout</a:t>
            </a:r>
          </a:p>
        </p:txBody>
      </p:sp>
      <p:sp>
        <p:nvSpPr>
          <p:cNvPr id="6" name="Picture Placeholder 4"/>
          <p:cNvSpPr>
            <a:spLocks noGrp="1" noChangeAspect="1"/>
          </p:cNvSpPr>
          <p:nvPr>
            <p:ph type="pic" sz="quarter" idx="10"/>
          </p:nvPr>
        </p:nvSpPr>
        <p:spPr bwMode="ltGray">
          <a:xfrm>
            <a:off x="5441315" y="0"/>
            <a:ext cx="6995160" cy="6992587"/>
          </a:xfrm>
          <a:prstGeom prst="rect">
            <a:avLst/>
          </a:prstGeom>
          <a:blipFill>
            <a:blip r:embed="rId2"/>
            <a:stretch>
              <a:fillRect/>
            </a:stretch>
          </a:blipFill>
        </p:spPr>
        <p:txBody>
          <a:bodyPr tIns="548640" anchor="ctr" anchorCtr="0">
            <a:noAutofit/>
          </a:bodyPr>
          <a:lstStyle>
            <a:lvl1pPr marL="0" indent="0" algn="ctr">
              <a:buNone/>
              <a:defRPr sz="1600" b="1" cap="none" baseline="0">
                <a:gradFill>
                  <a:gsLst>
                    <a:gs pos="0">
                      <a:srgbClr val="FFFFFF"/>
                    </a:gs>
                    <a:gs pos="27000">
                      <a:srgbClr val="FFFFFF"/>
                    </a:gs>
                  </a:gsLst>
                  <a:lin ang="5400000" scaled="0"/>
                </a:gradFill>
                <a:latin typeface="+mn-lt"/>
              </a:defRPr>
            </a:lvl1pPr>
          </a:lstStyle>
          <a:p>
            <a:r>
              <a:rPr lang="en-US"/>
              <a:t>Click icon to add picture</a:t>
            </a:r>
            <a:endParaRPr lang="en-US" dirty="0"/>
          </a:p>
        </p:txBody>
      </p:sp>
    </p:spTree>
    <p:extLst>
      <p:ext uri="{BB962C8B-B14F-4D97-AF65-F5344CB8AC3E}">
        <p14:creationId xmlns:p14="http://schemas.microsoft.com/office/powerpoint/2010/main" val="2979381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pos="3427">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0109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90384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Evaluation Slide">
    <p:spTree>
      <p:nvGrpSpPr>
        <p:cNvPr id="1" name=""/>
        <p:cNvGrpSpPr/>
        <p:nvPr/>
      </p:nvGrpSpPr>
      <p:grpSpPr>
        <a:xfrm>
          <a:off x="0" y="0"/>
          <a:ext cx="0" cy="0"/>
          <a:chOff x="0" y="0"/>
          <a:chExt cx="0" cy="0"/>
        </a:xfrm>
      </p:grpSpPr>
      <p:sp>
        <p:nvSpPr>
          <p:cNvPr id="2" name="Title 1"/>
          <p:cNvSpPr>
            <a:spLocks noGrp="1"/>
          </p:cNvSpPr>
          <p:nvPr>
            <p:ph type="title"/>
          </p:nvPr>
        </p:nvSpPr>
        <p:spPr>
          <a:xfrm>
            <a:off x="5120969" y="295274"/>
            <a:ext cx="7043233" cy="917575"/>
          </a:xfrm>
        </p:spPr>
        <p:txBody>
          <a:bodyPr/>
          <a:lstStyle>
            <a:lvl1pPr>
              <a:defRPr sz="4000"/>
            </a:lvl1pPr>
          </a:lstStyle>
          <a:p>
            <a:r>
              <a:rPr lang="en-US"/>
              <a:t>Click to edit Master title style</a:t>
            </a:r>
            <a:endParaRPr lang="en-US" dirty="0"/>
          </a:p>
        </p:txBody>
      </p:sp>
      <p:sp>
        <p:nvSpPr>
          <p:cNvPr id="4" name="Text Placeholder 3"/>
          <p:cNvSpPr>
            <a:spLocks noGrp="1"/>
          </p:cNvSpPr>
          <p:nvPr>
            <p:ph type="body" sz="quarter" idx="10"/>
          </p:nvPr>
        </p:nvSpPr>
        <p:spPr>
          <a:xfrm>
            <a:off x="5120970" y="4868863"/>
            <a:ext cx="7042456" cy="1828800"/>
          </a:xfrm>
        </p:spPr>
        <p:txBody>
          <a:bodyPr wrap="square">
            <a:noAutofit/>
          </a:bodyPr>
          <a:lstStyle>
            <a:lvl1pPr marL="0" indent="0">
              <a:spcBef>
                <a:spcPts val="1800"/>
              </a:spcBef>
              <a:buNone/>
              <a:defRPr sz="2000">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p:txBody>
      </p:sp>
      <p:pic>
        <p:nvPicPr>
          <p:cNvPr id="5" name="Picture 4" descr="Image of Ignite app on a Windows Device." title="Ignite event image">
            <a:extLst>
              <a:ext uri="{FF2B5EF4-FFF2-40B4-BE49-F238E27FC236}">
                <a16:creationId xmlns:a16="http://schemas.microsoft.com/office/drawing/2014/main" id="{E803C22C-E970-4ADA-A60C-5127C1C2C1DE}"/>
              </a:ext>
            </a:extLst>
          </p:cNvPr>
          <p:cNvPicPr>
            <a:picLocks noChangeAspect="1"/>
          </p:cNvPicPr>
          <p:nvPr userDrawn="1"/>
        </p:nvPicPr>
        <p:blipFill rotWithShape="1">
          <a:blip r:embed="rId2"/>
          <a:srcRect l="17119" r="5881"/>
          <a:stretch/>
        </p:blipFill>
        <p:spPr>
          <a:xfrm>
            <a:off x="0" y="-1"/>
            <a:ext cx="4925696" cy="6995160"/>
          </a:xfrm>
          <a:prstGeom prst="rect">
            <a:avLst/>
          </a:prstGeom>
        </p:spPr>
      </p:pic>
    </p:spTree>
    <p:extLst>
      <p:ext uri="{BB962C8B-B14F-4D97-AF65-F5344CB8AC3E}">
        <p14:creationId xmlns:p14="http://schemas.microsoft.com/office/powerpoint/2010/main" val="3783316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dirty="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1995931"/>
          </a:xfrm>
        </p:spPr>
        <p:txBody>
          <a:bodyPr/>
          <a:lstStyle>
            <a:lvl1pPr marL="0" indent="0">
              <a:buNone/>
              <a:defRPr sz="3300">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1pPr>
            <a:lvl2pPr marL="34655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2pPr>
            <a:lvl3pPr marL="58460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3pPr>
            <a:lvl4pPr marL="81456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4pPr>
            <a:lvl5pPr marL="105099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22771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bg1"/>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pic>
        <p:nvPicPr>
          <p:cNvPr id="8" name="MS logo white - EMF"/>
          <p:cNvPicPr>
            <a:picLocks noChangeAspect="1"/>
          </p:cNvPicPr>
          <p:nvPr userDrawn="1"/>
        </p:nvPicPr>
        <p:blipFill>
          <a:blip r:embed="rId2"/>
          <a:stretch>
            <a:fillRect/>
          </a:stretch>
        </p:blipFill>
        <p:spPr bwMode="black">
          <a:xfrm>
            <a:off x="460688" y="479425"/>
            <a:ext cx="1451843" cy="310896"/>
          </a:xfrm>
          <a:prstGeom prst="rect">
            <a:avLst/>
          </a:prstGeom>
        </p:spPr>
      </p:pic>
    </p:spTree>
    <p:extLst>
      <p:ext uri="{BB962C8B-B14F-4D97-AF65-F5344CB8AC3E}">
        <p14:creationId xmlns:p14="http://schemas.microsoft.com/office/powerpoint/2010/main" val="39441102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6381127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8530" y="1743775"/>
            <a:ext cx="10726460" cy="2909528"/>
          </a:xfrm>
        </p:spPr>
        <p:txBody>
          <a:bodyPr anchor="b"/>
          <a:lstStyle>
            <a:lvl1pPr>
              <a:defRPr sz="6119"/>
            </a:lvl1pPr>
          </a:lstStyle>
          <a:p>
            <a:r>
              <a:rPr lang="en-US"/>
              <a:t>Click to edit Master title style</a:t>
            </a:r>
          </a:p>
        </p:txBody>
      </p:sp>
      <p:sp>
        <p:nvSpPr>
          <p:cNvPr id="3" name="Text Placeholder 2"/>
          <p:cNvSpPr>
            <a:spLocks noGrp="1"/>
          </p:cNvSpPr>
          <p:nvPr>
            <p:ph type="body" idx="1"/>
          </p:nvPr>
        </p:nvSpPr>
        <p:spPr>
          <a:xfrm>
            <a:off x="848530" y="4680828"/>
            <a:ext cx="10726460" cy="523733"/>
          </a:xfrm>
        </p:spPr>
        <p:txBody>
          <a:bodyPr/>
          <a:lstStyle>
            <a:lvl1pPr marL="0" indent="0">
              <a:buNone/>
              <a:defRPr sz="2448">
                <a:solidFill>
                  <a:schemeClr val="tx1">
                    <a:tint val="75000"/>
                  </a:schemeClr>
                </a:solidFill>
              </a:defRPr>
            </a:lvl1pPr>
            <a:lvl2pPr marL="466298" indent="0">
              <a:buNone/>
              <a:defRPr sz="2040">
                <a:solidFill>
                  <a:schemeClr val="tx1">
                    <a:tint val="75000"/>
                  </a:schemeClr>
                </a:solidFill>
              </a:defRPr>
            </a:lvl2pPr>
            <a:lvl3pPr marL="932597" indent="0">
              <a:buNone/>
              <a:defRPr sz="1836">
                <a:solidFill>
                  <a:schemeClr val="tx1">
                    <a:tint val="75000"/>
                  </a:schemeClr>
                </a:solidFill>
              </a:defRPr>
            </a:lvl3pPr>
            <a:lvl4pPr marL="1398895" indent="0">
              <a:buNone/>
              <a:defRPr sz="1632">
                <a:solidFill>
                  <a:schemeClr val="tx1">
                    <a:tint val="75000"/>
                  </a:schemeClr>
                </a:solidFill>
              </a:defRPr>
            </a:lvl4pPr>
            <a:lvl5pPr marL="1865193" indent="0">
              <a:buNone/>
              <a:defRPr sz="1632">
                <a:solidFill>
                  <a:schemeClr val="tx1">
                    <a:tint val="75000"/>
                  </a:schemeClr>
                </a:solidFill>
              </a:defRPr>
            </a:lvl5pPr>
            <a:lvl6pPr marL="2331491" indent="0">
              <a:buNone/>
              <a:defRPr sz="1632">
                <a:solidFill>
                  <a:schemeClr val="tx1">
                    <a:tint val="75000"/>
                  </a:schemeClr>
                </a:solidFill>
              </a:defRPr>
            </a:lvl6pPr>
            <a:lvl7pPr marL="2797790" indent="0">
              <a:buNone/>
              <a:defRPr sz="1632">
                <a:solidFill>
                  <a:schemeClr val="tx1">
                    <a:tint val="75000"/>
                  </a:schemeClr>
                </a:solidFill>
              </a:defRPr>
            </a:lvl7pPr>
            <a:lvl8pPr marL="3264088" indent="0">
              <a:buNone/>
              <a:defRPr sz="1632">
                <a:solidFill>
                  <a:schemeClr val="tx1">
                    <a:tint val="75000"/>
                  </a:schemeClr>
                </a:solidFill>
              </a:defRPr>
            </a:lvl8pPr>
            <a:lvl9pPr marL="3730386" indent="0">
              <a:buNone/>
              <a:defRPr sz="1632">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975582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HINGS - Connect TITLE">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EF7B23A9-5417-45B1-8F9F-A9F55A1F4EB0}"/>
              </a:ext>
            </a:extLst>
          </p:cNvPr>
          <p:cNvGrpSpPr/>
          <p:nvPr userDrawn="1"/>
        </p:nvGrpSpPr>
        <p:grpSpPr>
          <a:xfrm>
            <a:off x="1183" y="6626722"/>
            <a:ext cx="12436475" cy="380244"/>
            <a:chOff x="0" y="6537325"/>
            <a:chExt cx="12436475" cy="380244"/>
          </a:xfrm>
        </p:grpSpPr>
        <p:cxnSp>
          <p:nvCxnSpPr>
            <p:cNvPr id="24" name="Straight Connector 23">
              <a:extLst>
                <a:ext uri="{FF2B5EF4-FFF2-40B4-BE49-F238E27FC236}">
                  <a16:creationId xmlns:a16="http://schemas.microsoft.com/office/drawing/2014/main" id="{F15BA7F0-2EBC-4CF1-92C6-7D6289E5E1CC}"/>
                </a:ext>
              </a:extLst>
            </p:cNvPr>
            <p:cNvCxnSpPr>
              <a:cxnSpLocks/>
            </p:cNvCxnSpPr>
            <p:nvPr/>
          </p:nvCxnSpPr>
          <p:spPr>
            <a:xfrm>
              <a:off x="0" y="6537325"/>
              <a:ext cx="12436475" cy="0"/>
            </a:xfrm>
            <a:prstGeom prst="line">
              <a:avLst/>
            </a:prstGeom>
            <a:ln>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B9A98E3-1987-43CE-AF9C-FC6B2F6D0D9F}"/>
                </a:ext>
              </a:extLst>
            </p:cNvPr>
            <p:cNvCxnSpPr>
              <a:cxnSpLocks/>
            </p:cNvCxnSpPr>
            <p:nvPr/>
          </p:nvCxnSpPr>
          <p:spPr>
            <a:xfrm>
              <a:off x="0" y="6917569"/>
              <a:ext cx="12436475" cy="0"/>
            </a:xfrm>
            <a:prstGeom prst="line">
              <a:avLst/>
            </a:prstGeom>
            <a:ln>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6" name="Rectangle 25">
            <a:extLst>
              <a:ext uri="{FF2B5EF4-FFF2-40B4-BE49-F238E27FC236}">
                <a16:creationId xmlns:a16="http://schemas.microsoft.com/office/drawing/2014/main" id="{7FB6CC5E-1AD0-4E46-90A3-B045EC763042}"/>
              </a:ext>
            </a:extLst>
          </p:cNvPr>
          <p:cNvSpPr/>
          <p:nvPr userDrawn="1"/>
        </p:nvSpPr>
        <p:spPr bwMode="auto">
          <a:xfrm>
            <a:off x="2308964" y="6648199"/>
            <a:ext cx="1416149" cy="34658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45713" tIns="45713" rIns="45713" bIns="45713" numCol="1" spcCol="0" rtlCol="0" fromWordArt="0" anchor="ctr" anchorCtr="0" forceAA="0" compatLnSpc="1">
            <a:prstTxWarp prst="textNoShape">
              <a:avLst/>
            </a:prstTxWarp>
            <a:spAutoFit/>
          </a:bodyPr>
          <a:lstStyle/>
          <a:p>
            <a:pPr algn="r" defTabSz="932293" fontAlgn="base">
              <a:lnSpc>
                <a:spcPct val="90000"/>
              </a:lnSpc>
              <a:spcBef>
                <a:spcPct val="0"/>
              </a:spcBef>
              <a:spcAft>
                <a:spcPct val="0"/>
              </a:spcAft>
            </a:pPr>
            <a:r>
              <a:rPr lang="en-US" sz="1800" spc="50">
                <a:solidFill>
                  <a:schemeClr val="bg1">
                    <a:lumMod val="65000"/>
                  </a:schemeClr>
                </a:solidFill>
                <a:latin typeface="Segoe UI Semibold" panose="020B0702040204020203" pitchFamily="34" charset="0"/>
                <a:cs typeface="Segoe UI Semibold" panose="020B0702040204020203" pitchFamily="34" charset="0"/>
              </a:rPr>
              <a:t>SOLUTIONS</a:t>
            </a:r>
            <a:endParaRPr lang="en-US" sz="1599" spc="50">
              <a:solidFill>
                <a:schemeClr val="bg1">
                  <a:lumMod val="65000"/>
                </a:schemeClr>
              </a:solidFill>
              <a:latin typeface="Segoe UI Semibold" panose="020B0702040204020203" pitchFamily="34" charset="0"/>
              <a:cs typeface="Segoe UI Semibold" panose="020B0702040204020203" pitchFamily="34" charset="0"/>
            </a:endParaRPr>
          </a:p>
        </p:txBody>
      </p:sp>
      <p:sp>
        <p:nvSpPr>
          <p:cNvPr id="5" name="Title 4">
            <a:extLst>
              <a:ext uri="{FF2B5EF4-FFF2-40B4-BE49-F238E27FC236}">
                <a16:creationId xmlns:a16="http://schemas.microsoft.com/office/drawing/2014/main" id="{41FA688A-561C-4456-9598-B7E7878A128F}"/>
              </a:ext>
            </a:extLst>
          </p:cNvPr>
          <p:cNvSpPr>
            <a:spLocks noGrp="1"/>
          </p:cNvSpPr>
          <p:nvPr userDrawn="1">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A6866F45-B0CE-4CA7-80BB-4B63AD55B8F8}"/>
              </a:ext>
            </a:extLst>
          </p:cNvPr>
          <p:cNvSpPr>
            <a:spLocks noGrp="1"/>
          </p:cNvSpPr>
          <p:nvPr userDrawn="1">
            <p:ph type="body" sz="quarter" idx="10"/>
          </p:nvPr>
        </p:nvSpPr>
        <p:spPr>
          <a:xfrm>
            <a:off x="274732" y="1251549"/>
            <a:ext cx="6121400" cy="1668149"/>
          </a:xfrm>
        </p:spPr>
        <p:txBody>
          <a:bodyPr/>
          <a:lstStyle>
            <a:lvl1pPr>
              <a:defRPr sz="2400"/>
            </a:lvl1pPr>
            <a:lvl2pPr>
              <a:defRPr sz="1800"/>
            </a:lvl2pPr>
            <a:lvl3pPr>
              <a:defRPr sz="1599"/>
            </a:lvl3pPr>
            <a:lvl4pPr>
              <a:defRPr sz="1599"/>
            </a:lvl4pPr>
            <a:lvl5pPr>
              <a:defRPr sz="1599"/>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9" name="Group 28">
            <a:extLst>
              <a:ext uri="{FF2B5EF4-FFF2-40B4-BE49-F238E27FC236}">
                <a16:creationId xmlns:a16="http://schemas.microsoft.com/office/drawing/2014/main" id="{D779D92A-883E-425D-9598-71C85729CE99}"/>
              </a:ext>
            </a:extLst>
          </p:cNvPr>
          <p:cNvGrpSpPr/>
          <p:nvPr userDrawn="1"/>
        </p:nvGrpSpPr>
        <p:grpSpPr>
          <a:xfrm>
            <a:off x="4436182" y="6668301"/>
            <a:ext cx="7330619" cy="292948"/>
            <a:chOff x="4436182" y="6668286"/>
            <a:chExt cx="7330618" cy="292947"/>
          </a:xfrm>
        </p:grpSpPr>
        <p:sp>
          <p:nvSpPr>
            <p:cNvPr id="33" name="Rectangle 32">
              <a:extLst>
                <a:ext uri="{FF2B5EF4-FFF2-40B4-BE49-F238E27FC236}">
                  <a16:creationId xmlns:a16="http://schemas.microsoft.com/office/drawing/2014/main" id="{D65B7C7C-6915-4A29-9DFC-B8563A0EC74E}"/>
                </a:ext>
              </a:extLst>
            </p:cNvPr>
            <p:cNvSpPr/>
            <p:nvPr/>
          </p:nvSpPr>
          <p:spPr bwMode="auto">
            <a:xfrm>
              <a:off x="4772812" y="6668287"/>
              <a:ext cx="790757" cy="291799"/>
            </a:xfrm>
            <a:prstGeom prst="rect">
              <a:avLst/>
            </a:prstGeom>
            <a:no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45720" tIns="45720" rIns="45720" bIns="45720" numCol="1" spcCol="0" rtlCol="0" fromWordArt="0" anchor="ctr" anchorCtr="0" forceAA="0" compatLnSpc="1">
              <a:prstTxWarp prst="textNoShape">
                <a:avLst/>
              </a:prstTxWarp>
              <a:spAutoFit/>
            </a:bodyPr>
            <a:lstStyle/>
            <a:p>
              <a:pPr lvl="0" defTabSz="932293" fontAlgn="base">
                <a:lnSpc>
                  <a:spcPct val="90000"/>
                </a:lnSpc>
                <a:spcBef>
                  <a:spcPct val="0"/>
                </a:spcBef>
                <a:spcAft>
                  <a:spcPct val="0"/>
                </a:spcAft>
              </a:pPr>
              <a:r>
                <a:rPr lang="en-US" sz="1399" spc="50">
                  <a:solidFill>
                    <a:schemeClr val="tx2"/>
                  </a:solidFill>
                  <a:latin typeface="Segoe UI Semibold" panose="020B0702040204020203" pitchFamily="34" charset="0"/>
                  <a:ea typeface="Segoe UI" pitchFamily="34" charset="0"/>
                  <a:cs typeface="Segoe UI Semibold" panose="020B0702040204020203" pitchFamily="34" charset="0"/>
                </a:rPr>
                <a:t>THINGS</a:t>
              </a:r>
            </a:p>
          </p:txBody>
        </p:sp>
        <p:grpSp>
          <p:nvGrpSpPr>
            <p:cNvPr id="38" name="Group 37">
              <a:extLst>
                <a:ext uri="{FF2B5EF4-FFF2-40B4-BE49-F238E27FC236}">
                  <a16:creationId xmlns:a16="http://schemas.microsoft.com/office/drawing/2014/main" id="{5BAA8E1B-0679-48E7-BEAF-357633F80E63}"/>
                </a:ext>
              </a:extLst>
            </p:cNvPr>
            <p:cNvGrpSpPr/>
            <p:nvPr userDrawn="1"/>
          </p:nvGrpSpPr>
          <p:grpSpPr>
            <a:xfrm>
              <a:off x="8656638" y="6668286"/>
              <a:ext cx="1431730" cy="291799"/>
              <a:chOff x="8656638" y="6668286"/>
              <a:chExt cx="1431730" cy="291799"/>
            </a:xfrm>
          </p:grpSpPr>
          <p:grpSp>
            <p:nvGrpSpPr>
              <p:cNvPr id="52" name="Group 51">
                <a:extLst>
                  <a:ext uri="{FF2B5EF4-FFF2-40B4-BE49-F238E27FC236}">
                    <a16:creationId xmlns:a16="http://schemas.microsoft.com/office/drawing/2014/main" id="{A0DAC9F8-F2E0-490D-AED5-9A7C7782D508}"/>
                  </a:ext>
                </a:extLst>
              </p:cNvPr>
              <p:cNvGrpSpPr/>
              <p:nvPr userDrawn="1"/>
            </p:nvGrpSpPr>
            <p:grpSpPr>
              <a:xfrm>
                <a:off x="8903631" y="6668286"/>
                <a:ext cx="1184737" cy="291799"/>
                <a:chOff x="8903631" y="6614934"/>
                <a:chExt cx="1184737" cy="291799"/>
              </a:xfrm>
            </p:grpSpPr>
            <p:sp>
              <p:nvSpPr>
                <p:cNvPr id="54" name="Rectangle 53">
                  <a:extLst>
                    <a:ext uri="{FF2B5EF4-FFF2-40B4-BE49-F238E27FC236}">
                      <a16:creationId xmlns:a16="http://schemas.microsoft.com/office/drawing/2014/main" id="{42E91357-42E4-4E39-9923-13AA5BB7BAC6}"/>
                    </a:ext>
                  </a:extLst>
                </p:cNvPr>
                <p:cNvSpPr/>
                <p:nvPr/>
              </p:nvSpPr>
              <p:spPr bwMode="auto">
                <a:xfrm>
                  <a:off x="9130825" y="6614934"/>
                  <a:ext cx="957543" cy="291799"/>
                </a:xfrm>
                <a:prstGeom prst="rect">
                  <a:avLst/>
                </a:prstGeom>
                <a:no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45720" tIns="45720" rIns="45720" bIns="45720" numCol="1" spcCol="0" rtlCol="0" fromWordArt="0" anchor="ctr" anchorCtr="0" forceAA="0" compatLnSpc="1">
                  <a:prstTxWarp prst="textNoShape">
                    <a:avLst/>
                  </a:prstTxWarp>
                  <a:spAutoFit/>
                </a:bodyPr>
                <a:lstStyle/>
                <a:p>
                  <a:pPr lvl="0" defTabSz="932293" fontAlgn="base">
                    <a:lnSpc>
                      <a:spcPct val="90000"/>
                    </a:lnSpc>
                    <a:spcBef>
                      <a:spcPct val="0"/>
                    </a:spcBef>
                    <a:spcAft>
                      <a:spcPct val="0"/>
                    </a:spcAft>
                  </a:pPr>
                  <a:r>
                    <a:rPr lang="en-US" sz="1399" spc="50">
                      <a:solidFill>
                        <a:schemeClr val="bg1">
                          <a:lumMod val="65000"/>
                        </a:schemeClr>
                      </a:solidFill>
                      <a:latin typeface="Segoe UI Semibold" panose="020B0702040204020203" pitchFamily="34" charset="0"/>
                      <a:cs typeface="Segoe UI Semibold" panose="020B0702040204020203" pitchFamily="34" charset="0"/>
                    </a:rPr>
                    <a:t>INSIGHTS</a:t>
                  </a:r>
                </a:p>
              </p:txBody>
            </p:sp>
            <p:sp>
              <p:nvSpPr>
                <p:cNvPr id="55" name="magnify">
                  <a:extLst>
                    <a:ext uri="{FF2B5EF4-FFF2-40B4-BE49-F238E27FC236}">
                      <a16:creationId xmlns:a16="http://schemas.microsoft.com/office/drawing/2014/main" id="{98DABD1F-9CB5-43E2-8547-5CAE28DB4C5A}"/>
                    </a:ext>
                  </a:extLst>
                </p:cNvPr>
                <p:cNvSpPr>
                  <a:spLocks noChangeAspect="1" noEditPoints="1"/>
                </p:cNvSpPr>
                <p:nvPr/>
              </p:nvSpPr>
              <p:spPr bwMode="auto">
                <a:xfrm rot="786292" flipH="1">
                  <a:off x="8903631" y="6669524"/>
                  <a:ext cx="186179" cy="182621"/>
                </a:xfrm>
                <a:custGeom>
                  <a:avLst/>
                  <a:gdLst>
                    <a:gd name="T0" fmla="*/ 112 w 343"/>
                    <a:gd name="T1" fmla="*/ 223 h 338"/>
                    <a:gd name="T2" fmla="*/ 0 w 343"/>
                    <a:gd name="T3" fmla="*/ 111 h 338"/>
                    <a:gd name="T4" fmla="*/ 112 w 343"/>
                    <a:gd name="T5" fmla="*/ 0 h 338"/>
                    <a:gd name="T6" fmla="*/ 223 w 343"/>
                    <a:gd name="T7" fmla="*/ 111 h 338"/>
                    <a:gd name="T8" fmla="*/ 112 w 343"/>
                    <a:gd name="T9" fmla="*/ 223 h 338"/>
                    <a:gd name="T10" fmla="*/ 343 w 343"/>
                    <a:gd name="T11" fmla="*/ 338 h 338"/>
                    <a:gd name="T12" fmla="*/ 191 w 343"/>
                    <a:gd name="T13" fmla="*/ 189 h 338"/>
                  </a:gdLst>
                  <a:ahLst/>
                  <a:cxnLst>
                    <a:cxn ang="0">
                      <a:pos x="T0" y="T1"/>
                    </a:cxn>
                    <a:cxn ang="0">
                      <a:pos x="T2" y="T3"/>
                    </a:cxn>
                    <a:cxn ang="0">
                      <a:pos x="T4" y="T5"/>
                    </a:cxn>
                    <a:cxn ang="0">
                      <a:pos x="T6" y="T7"/>
                    </a:cxn>
                    <a:cxn ang="0">
                      <a:pos x="T8" y="T9"/>
                    </a:cxn>
                    <a:cxn ang="0">
                      <a:pos x="T10" y="T11"/>
                    </a:cxn>
                    <a:cxn ang="0">
                      <a:pos x="T12" y="T13"/>
                    </a:cxn>
                  </a:cxnLst>
                  <a:rect l="0" t="0" r="r" b="b"/>
                  <a:pathLst>
                    <a:path w="343" h="338">
                      <a:moveTo>
                        <a:pt x="112" y="223"/>
                      </a:moveTo>
                      <a:cubicBezTo>
                        <a:pt x="50" y="223"/>
                        <a:pt x="0" y="173"/>
                        <a:pt x="0" y="111"/>
                      </a:cubicBezTo>
                      <a:cubicBezTo>
                        <a:pt x="0" y="50"/>
                        <a:pt x="50" y="0"/>
                        <a:pt x="112" y="0"/>
                      </a:cubicBezTo>
                      <a:cubicBezTo>
                        <a:pt x="173" y="0"/>
                        <a:pt x="223" y="50"/>
                        <a:pt x="223" y="111"/>
                      </a:cubicBezTo>
                      <a:cubicBezTo>
                        <a:pt x="223" y="173"/>
                        <a:pt x="173" y="223"/>
                        <a:pt x="112" y="223"/>
                      </a:cubicBezTo>
                      <a:close/>
                      <a:moveTo>
                        <a:pt x="343" y="338"/>
                      </a:moveTo>
                      <a:cubicBezTo>
                        <a:pt x="191" y="189"/>
                        <a:pt x="191" y="189"/>
                        <a:pt x="191" y="189"/>
                      </a:cubicBezTo>
                    </a:path>
                  </a:pathLst>
                </a:custGeom>
                <a:noFill/>
                <a:ln w="19050" cap="sq">
                  <a:solidFill>
                    <a:schemeClr val="bg1">
                      <a:lumMod val="6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800">
                    <a:solidFill>
                      <a:schemeClr val="bg1">
                        <a:lumMod val="65000"/>
                      </a:schemeClr>
                    </a:solidFill>
                  </a:endParaRPr>
                </a:p>
              </p:txBody>
            </p:sp>
          </p:grpSp>
          <p:cxnSp>
            <p:nvCxnSpPr>
              <p:cNvPr id="53" name="Straight Connector 52">
                <a:extLst>
                  <a:ext uri="{FF2B5EF4-FFF2-40B4-BE49-F238E27FC236}">
                    <a16:creationId xmlns:a16="http://schemas.microsoft.com/office/drawing/2014/main" id="{06416179-4AC0-4DEF-A6A6-14CCEDFF97DC}"/>
                  </a:ext>
                </a:extLst>
              </p:cNvPr>
              <p:cNvCxnSpPr/>
              <p:nvPr userDrawn="1"/>
            </p:nvCxnSpPr>
            <p:spPr>
              <a:xfrm>
                <a:off x="8656638" y="6678172"/>
                <a:ext cx="0" cy="274320"/>
              </a:xfrm>
              <a:prstGeom prst="line">
                <a:avLst/>
              </a:prstGeom>
              <a:ln w="3175">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39" name="Group 38">
              <a:extLst>
                <a:ext uri="{FF2B5EF4-FFF2-40B4-BE49-F238E27FC236}">
                  <a16:creationId xmlns:a16="http://schemas.microsoft.com/office/drawing/2014/main" id="{BCF9BFC8-7E25-44C9-9120-9CF302E7A568}"/>
                </a:ext>
              </a:extLst>
            </p:cNvPr>
            <p:cNvGrpSpPr/>
            <p:nvPr userDrawn="1"/>
          </p:nvGrpSpPr>
          <p:grpSpPr>
            <a:xfrm>
              <a:off x="10335302" y="6668287"/>
              <a:ext cx="1431498" cy="291799"/>
              <a:chOff x="10335302" y="6668287"/>
              <a:chExt cx="1431498" cy="291799"/>
            </a:xfrm>
          </p:grpSpPr>
          <p:grpSp>
            <p:nvGrpSpPr>
              <p:cNvPr id="48" name="Group 47">
                <a:extLst>
                  <a:ext uri="{FF2B5EF4-FFF2-40B4-BE49-F238E27FC236}">
                    <a16:creationId xmlns:a16="http://schemas.microsoft.com/office/drawing/2014/main" id="{6A5D6353-6C8A-433D-BBB2-419687BC4C9F}"/>
                  </a:ext>
                </a:extLst>
              </p:cNvPr>
              <p:cNvGrpSpPr/>
              <p:nvPr userDrawn="1"/>
            </p:nvGrpSpPr>
            <p:grpSpPr>
              <a:xfrm>
                <a:off x="10626848" y="6668287"/>
                <a:ext cx="1139952" cy="291799"/>
                <a:chOff x="10626848" y="6614935"/>
                <a:chExt cx="1139952" cy="291799"/>
              </a:xfrm>
            </p:grpSpPr>
            <p:sp>
              <p:nvSpPr>
                <p:cNvPr id="50" name="Rectangle 49">
                  <a:extLst>
                    <a:ext uri="{FF2B5EF4-FFF2-40B4-BE49-F238E27FC236}">
                      <a16:creationId xmlns:a16="http://schemas.microsoft.com/office/drawing/2014/main" id="{B5E8CE67-26E2-4F6A-AECF-30B8C74383FF}"/>
                    </a:ext>
                  </a:extLst>
                </p:cNvPr>
                <p:cNvSpPr/>
                <p:nvPr/>
              </p:nvSpPr>
              <p:spPr bwMode="auto">
                <a:xfrm>
                  <a:off x="10857658" y="6614935"/>
                  <a:ext cx="909142" cy="291799"/>
                </a:xfrm>
                <a:prstGeom prst="rect">
                  <a:avLst/>
                </a:prstGeom>
                <a:no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45720" tIns="45720" rIns="45720" bIns="45720" numCol="1" spcCol="0" rtlCol="0" fromWordArt="0" anchor="ctr" anchorCtr="0" forceAA="0" compatLnSpc="1">
                  <a:prstTxWarp prst="textNoShape">
                    <a:avLst/>
                  </a:prstTxWarp>
                  <a:spAutoFit/>
                </a:bodyPr>
                <a:lstStyle/>
                <a:p>
                  <a:pPr lvl="0" defTabSz="932293" fontAlgn="base">
                    <a:lnSpc>
                      <a:spcPct val="90000"/>
                    </a:lnSpc>
                    <a:spcBef>
                      <a:spcPct val="0"/>
                    </a:spcBef>
                    <a:spcAft>
                      <a:spcPct val="0"/>
                    </a:spcAft>
                  </a:pPr>
                  <a:r>
                    <a:rPr lang="en-US" sz="1399" spc="50">
                      <a:solidFill>
                        <a:schemeClr val="bg1">
                          <a:lumMod val="65000"/>
                        </a:schemeClr>
                      </a:solidFill>
                      <a:latin typeface="Segoe UI Semibold" panose="020B0702040204020203" pitchFamily="34" charset="0"/>
                      <a:cs typeface="Segoe UI Semibold" panose="020B0702040204020203" pitchFamily="34" charset="0"/>
                    </a:rPr>
                    <a:t>ACTIONS</a:t>
                  </a:r>
                </a:p>
              </p:txBody>
            </p:sp>
            <p:sp>
              <p:nvSpPr>
                <p:cNvPr id="51" name="arrow">
                  <a:extLst>
                    <a:ext uri="{FF2B5EF4-FFF2-40B4-BE49-F238E27FC236}">
                      <a16:creationId xmlns:a16="http://schemas.microsoft.com/office/drawing/2014/main" id="{0E985106-4431-4228-8246-A67393B338C2}"/>
                    </a:ext>
                  </a:extLst>
                </p:cNvPr>
                <p:cNvSpPr>
                  <a:spLocks noChangeAspect="1" noEditPoints="1"/>
                </p:cNvSpPr>
                <p:nvPr/>
              </p:nvSpPr>
              <p:spPr bwMode="auto">
                <a:xfrm>
                  <a:off x="10626848" y="6669394"/>
                  <a:ext cx="198188" cy="182880"/>
                </a:xfrm>
                <a:custGeom>
                  <a:avLst/>
                  <a:gdLst>
                    <a:gd name="T0" fmla="*/ 133 w 246"/>
                    <a:gd name="T1" fmla="*/ 0 h 227"/>
                    <a:gd name="T2" fmla="*/ 246 w 246"/>
                    <a:gd name="T3" fmla="*/ 113 h 227"/>
                    <a:gd name="T4" fmla="*/ 133 w 246"/>
                    <a:gd name="T5" fmla="*/ 227 h 227"/>
                    <a:gd name="T6" fmla="*/ 246 w 246"/>
                    <a:gd name="T7" fmla="*/ 113 h 227"/>
                    <a:gd name="T8" fmla="*/ 0 w 246"/>
                    <a:gd name="T9" fmla="*/ 113 h 227"/>
                  </a:gdLst>
                  <a:ahLst/>
                  <a:cxnLst>
                    <a:cxn ang="0">
                      <a:pos x="T0" y="T1"/>
                    </a:cxn>
                    <a:cxn ang="0">
                      <a:pos x="T2" y="T3"/>
                    </a:cxn>
                    <a:cxn ang="0">
                      <a:pos x="T4" y="T5"/>
                    </a:cxn>
                    <a:cxn ang="0">
                      <a:pos x="T6" y="T7"/>
                    </a:cxn>
                    <a:cxn ang="0">
                      <a:pos x="T8" y="T9"/>
                    </a:cxn>
                  </a:cxnLst>
                  <a:rect l="0" t="0" r="r" b="b"/>
                  <a:pathLst>
                    <a:path w="246" h="227">
                      <a:moveTo>
                        <a:pt x="133" y="0"/>
                      </a:moveTo>
                      <a:lnTo>
                        <a:pt x="246" y="113"/>
                      </a:lnTo>
                      <a:lnTo>
                        <a:pt x="133" y="227"/>
                      </a:lnTo>
                      <a:moveTo>
                        <a:pt x="246" y="113"/>
                      </a:moveTo>
                      <a:lnTo>
                        <a:pt x="0" y="113"/>
                      </a:lnTo>
                    </a:path>
                  </a:pathLst>
                </a:custGeom>
                <a:noFill/>
                <a:ln w="19050" cap="sq">
                  <a:solidFill>
                    <a:schemeClr val="bg1">
                      <a:lumMod val="6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800">
                    <a:solidFill>
                      <a:schemeClr val="bg1">
                        <a:lumMod val="65000"/>
                      </a:schemeClr>
                    </a:solidFill>
                  </a:endParaRPr>
                </a:p>
              </p:txBody>
            </p:sp>
          </p:grpSp>
          <p:cxnSp>
            <p:nvCxnSpPr>
              <p:cNvPr id="49" name="Straight Connector 48">
                <a:extLst>
                  <a:ext uri="{FF2B5EF4-FFF2-40B4-BE49-F238E27FC236}">
                    <a16:creationId xmlns:a16="http://schemas.microsoft.com/office/drawing/2014/main" id="{02B38776-06DD-4AE8-8864-0E434F924C0B}"/>
                  </a:ext>
                </a:extLst>
              </p:cNvPr>
              <p:cNvCxnSpPr/>
              <p:nvPr userDrawn="1"/>
            </p:nvCxnSpPr>
            <p:spPr>
              <a:xfrm>
                <a:off x="10335302" y="6678172"/>
                <a:ext cx="0" cy="274320"/>
              </a:xfrm>
              <a:prstGeom prst="line">
                <a:avLst/>
              </a:prstGeom>
              <a:ln w="3175">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CFEA5150-9852-4FC5-AE4C-DA4595057A2D}"/>
                </a:ext>
              </a:extLst>
            </p:cNvPr>
            <p:cNvGrpSpPr/>
            <p:nvPr userDrawn="1"/>
          </p:nvGrpSpPr>
          <p:grpSpPr>
            <a:xfrm>
              <a:off x="5712857" y="6669433"/>
              <a:ext cx="2680906" cy="291800"/>
              <a:chOff x="5732591" y="6669433"/>
              <a:chExt cx="2680906" cy="291800"/>
            </a:xfrm>
          </p:grpSpPr>
          <p:sp>
            <p:nvSpPr>
              <p:cNvPr id="45" name="Rectangle 44">
                <a:extLst>
                  <a:ext uri="{FF2B5EF4-FFF2-40B4-BE49-F238E27FC236}">
                    <a16:creationId xmlns:a16="http://schemas.microsoft.com/office/drawing/2014/main" id="{928D4D7F-64D0-4E15-A666-22C66E19C42A}"/>
                  </a:ext>
                </a:extLst>
              </p:cNvPr>
              <p:cNvSpPr/>
              <p:nvPr userDrawn="1"/>
            </p:nvSpPr>
            <p:spPr bwMode="auto">
              <a:xfrm>
                <a:off x="5732591" y="6669434"/>
                <a:ext cx="719138" cy="291799"/>
              </a:xfrm>
              <a:prstGeom prst="rect">
                <a:avLst/>
              </a:prstGeom>
              <a:noFill/>
              <a:ln w="12700">
                <a:noFill/>
                <a:headEnd type="none"/>
                <a:tailEnd type="ova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137160" tIns="45720" rIns="137160" bIns="45720" numCol="1" spcCol="0" rtlCol="0" fromWordArt="0" anchor="ctr" anchorCtr="0" forceAA="0" compatLnSpc="1">
                <a:prstTxWarp prst="textNoShape">
                  <a:avLst/>
                </a:prstTxWarp>
                <a:spAutoFit/>
              </a:bodyPr>
              <a:lstStyle/>
              <a:p>
                <a:pPr defTabSz="932293" fontAlgn="base">
                  <a:lnSpc>
                    <a:spcPct val="90000"/>
                  </a:lnSpc>
                  <a:spcBef>
                    <a:spcPct val="0"/>
                  </a:spcBef>
                  <a:spcAft>
                    <a:spcPct val="0"/>
                  </a:spcAft>
                </a:pPr>
                <a:r>
                  <a:rPr lang="en-US" sz="1399" kern="1200" spc="50">
                    <a:solidFill>
                      <a:schemeClr val="bg1">
                        <a:lumMod val="65000"/>
                      </a:schemeClr>
                    </a:solidFill>
                    <a:latin typeface="Segoe UI" panose="020B0502040204020203" pitchFamily="34" charset="0"/>
                    <a:ea typeface="Segoe UI" panose="020B0502040204020203" pitchFamily="34" charset="0"/>
                    <a:cs typeface="Segoe UI" panose="020B0502040204020203" pitchFamily="34" charset="0"/>
                  </a:rPr>
                  <a:t>Build</a:t>
                </a:r>
              </a:p>
            </p:txBody>
          </p:sp>
          <p:sp>
            <p:nvSpPr>
              <p:cNvPr id="46" name="Rectangle 45">
                <a:extLst>
                  <a:ext uri="{FF2B5EF4-FFF2-40B4-BE49-F238E27FC236}">
                    <a16:creationId xmlns:a16="http://schemas.microsoft.com/office/drawing/2014/main" id="{4092AA24-8110-44A8-98A2-4E4544BDF2B2}"/>
                  </a:ext>
                </a:extLst>
              </p:cNvPr>
              <p:cNvSpPr/>
              <p:nvPr userDrawn="1"/>
            </p:nvSpPr>
            <p:spPr bwMode="auto">
              <a:xfrm>
                <a:off x="6446425" y="6669433"/>
                <a:ext cx="998747" cy="291799"/>
              </a:xfrm>
              <a:prstGeom prst="rect">
                <a:avLst/>
              </a:prstGeom>
              <a:noFill/>
              <a:ln w="12700">
                <a:noFill/>
                <a:headEnd type="none"/>
                <a:tailEnd type="ova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137160" tIns="45720" rIns="137160" bIns="45720" numCol="1" spcCol="0" rtlCol="0" fromWordArt="0" anchor="ctr" anchorCtr="0" forceAA="0" compatLnSpc="1">
                <a:prstTxWarp prst="textNoShape">
                  <a:avLst/>
                </a:prstTxWarp>
                <a:spAutoFit/>
              </a:bodyPr>
              <a:lstStyle/>
              <a:p>
                <a:pPr defTabSz="932293" fontAlgn="base">
                  <a:lnSpc>
                    <a:spcPct val="90000"/>
                  </a:lnSpc>
                  <a:spcBef>
                    <a:spcPct val="0"/>
                  </a:spcBef>
                  <a:spcAft>
                    <a:spcPct val="0"/>
                  </a:spcAft>
                </a:pPr>
                <a:r>
                  <a:rPr lang="en-US" sz="1399" spc="50">
                    <a:solidFill>
                      <a:schemeClr val="tx2"/>
                    </a:solidFill>
                    <a:latin typeface="Segoe UI" panose="020B0502040204020203" pitchFamily="34" charset="0"/>
                    <a:ea typeface="Segoe UI" panose="020B0502040204020203" pitchFamily="34" charset="0"/>
                    <a:cs typeface="Segoe UI" panose="020B0502040204020203" pitchFamily="34" charset="0"/>
                  </a:rPr>
                  <a:t>Connect</a:t>
                </a:r>
              </a:p>
            </p:txBody>
          </p:sp>
          <p:sp>
            <p:nvSpPr>
              <p:cNvPr id="47" name="Rectangle 46">
                <a:extLst>
                  <a:ext uri="{FF2B5EF4-FFF2-40B4-BE49-F238E27FC236}">
                    <a16:creationId xmlns:a16="http://schemas.microsoft.com/office/drawing/2014/main" id="{EE2C67B3-E826-400D-89C1-437DE54DDA76}"/>
                  </a:ext>
                </a:extLst>
              </p:cNvPr>
              <p:cNvSpPr/>
              <p:nvPr userDrawn="1"/>
            </p:nvSpPr>
            <p:spPr bwMode="auto">
              <a:xfrm>
                <a:off x="7434371" y="6669433"/>
                <a:ext cx="979126" cy="291799"/>
              </a:xfrm>
              <a:prstGeom prst="rect">
                <a:avLst/>
              </a:prstGeom>
              <a:noFill/>
              <a:ln w="12700">
                <a:noFill/>
                <a:headEnd type="none"/>
                <a:tailEnd type="ova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137160" tIns="45720" rIns="137160" bIns="45720" numCol="1" spcCol="0" rtlCol="0" fromWordArt="0" anchor="ctr" anchorCtr="0" forceAA="0" compatLnSpc="1">
                <a:prstTxWarp prst="textNoShape">
                  <a:avLst/>
                </a:prstTxWarp>
                <a:spAutoFit/>
              </a:bodyPr>
              <a:lstStyle/>
              <a:p>
                <a:pPr defTabSz="932293" fontAlgn="base">
                  <a:lnSpc>
                    <a:spcPct val="90000"/>
                  </a:lnSpc>
                  <a:spcBef>
                    <a:spcPct val="0"/>
                  </a:spcBef>
                  <a:spcAft>
                    <a:spcPct val="0"/>
                  </a:spcAft>
                </a:pPr>
                <a:r>
                  <a:rPr lang="en-US" sz="1399" spc="50">
                    <a:solidFill>
                      <a:schemeClr val="bg1">
                        <a:lumMod val="65000"/>
                      </a:schemeClr>
                    </a:solidFill>
                    <a:latin typeface="Segoe UI" panose="020B0502040204020203" pitchFamily="34" charset="0"/>
                    <a:ea typeface="Segoe UI" panose="020B0502040204020203" pitchFamily="34" charset="0"/>
                    <a:cs typeface="Segoe UI" panose="020B0502040204020203" pitchFamily="34" charset="0"/>
                  </a:rPr>
                  <a:t>Manage</a:t>
                </a:r>
              </a:p>
            </p:txBody>
          </p:sp>
        </p:grpSp>
        <p:grpSp>
          <p:nvGrpSpPr>
            <p:cNvPr id="41" name="Group 40">
              <a:extLst>
                <a:ext uri="{FF2B5EF4-FFF2-40B4-BE49-F238E27FC236}">
                  <a16:creationId xmlns:a16="http://schemas.microsoft.com/office/drawing/2014/main" id="{B021FF54-582F-4244-A8FF-36340528ADF7}"/>
                </a:ext>
              </a:extLst>
            </p:cNvPr>
            <p:cNvGrpSpPr/>
            <p:nvPr userDrawn="1"/>
          </p:nvGrpSpPr>
          <p:grpSpPr>
            <a:xfrm>
              <a:off x="4436182" y="6693638"/>
              <a:ext cx="269313" cy="202991"/>
              <a:chOff x="14466543" y="3803109"/>
              <a:chExt cx="499020" cy="376126"/>
            </a:xfrm>
            <a:noFill/>
          </p:grpSpPr>
          <p:sp>
            <p:nvSpPr>
              <p:cNvPr id="43" name="Freeform 39">
                <a:extLst>
                  <a:ext uri="{FF2B5EF4-FFF2-40B4-BE49-F238E27FC236}">
                    <a16:creationId xmlns:a16="http://schemas.microsoft.com/office/drawing/2014/main" id="{70821764-0DFF-46C7-BD9C-D6EDDCF18F41}"/>
                  </a:ext>
                </a:extLst>
              </p:cNvPr>
              <p:cNvSpPr>
                <a:spLocks/>
              </p:cNvSpPr>
              <p:nvPr/>
            </p:nvSpPr>
            <p:spPr bwMode="auto">
              <a:xfrm>
                <a:off x="14657821" y="3803109"/>
                <a:ext cx="149599" cy="71595"/>
              </a:xfrm>
              <a:custGeom>
                <a:avLst/>
                <a:gdLst>
                  <a:gd name="T0" fmla="*/ 408 w 560"/>
                  <a:gd name="T1" fmla="*/ 187 h 265"/>
                  <a:gd name="T2" fmla="*/ 523 w 560"/>
                  <a:gd name="T3" fmla="*/ 187 h 265"/>
                  <a:gd name="T4" fmla="*/ 523 w 560"/>
                  <a:gd name="T5" fmla="*/ 187 h 265"/>
                  <a:gd name="T6" fmla="*/ 530 w 560"/>
                  <a:gd name="T7" fmla="*/ 187 h 265"/>
                  <a:gd name="T8" fmla="*/ 537 w 560"/>
                  <a:gd name="T9" fmla="*/ 185 h 265"/>
                  <a:gd name="T10" fmla="*/ 544 w 560"/>
                  <a:gd name="T11" fmla="*/ 181 h 265"/>
                  <a:gd name="T12" fmla="*/ 550 w 560"/>
                  <a:gd name="T13" fmla="*/ 177 h 265"/>
                  <a:gd name="T14" fmla="*/ 554 w 560"/>
                  <a:gd name="T15" fmla="*/ 172 h 265"/>
                  <a:gd name="T16" fmla="*/ 557 w 560"/>
                  <a:gd name="T17" fmla="*/ 164 h 265"/>
                  <a:gd name="T18" fmla="*/ 559 w 560"/>
                  <a:gd name="T19" fmla="*/ 158 h 265"/>
                  <a:gd name="T20" fmla="*/ 560 w 560"/>
                  <a:gd name="T21" fmla="*/ 150 h 265"/>
                  <a:gd name="T22" fmla="*/ 560 w 560"/>
                  <a:gd name="T23" fmla="*/ 37 h 265"/>
                  <a:gd name="T24" fmla="*/ 560 w 560"/>
                  <a:gd name="T25" fmla="*/ 37 h 265"/>
                  <a:gd name="T26" fmla="*/ 559 w 560"/>
                  <a:gd name="T27" fmla="*/ 29 h 265"/>
                  <a:gd name="T28" fmla="*/ 557 w 560"/>
                  <a:gd name="T29" fmla="*/ 22 h 265"/>
                  <a:gd name="T30" fmla="*/ 554 w 560"/>
                  <a:gd name="T31" fmla="*/ 15 h 265"/>
                  <a:gd name="T32" fmla="*/ 550 w 560"/>
                  <a:gd name="T33" fmla="*/ 10 h 265"/>
                  <a:gd name="T34" fmla="*/ 544 w 560"/>
                  <a:gd name="T35" fmla="*/ 6 h 265"/>
                  <a:gd name="T36" fmla="*/ 537 w 560"/>
                  <a:gd name="T37" fmla="*/ 2 h 265"/>
                  <a:gd name="T38" fmla="*/ 530 w 560"/>
                  <a:gd name="T39" fmla="*/ 0 h 265"/>
                  <a:gd name="T40" fmla="*/ 523 w 560"/>
                  <a:gd name="T41" fmla="*/ 0 h 265"/>
                  <a:gd name="T42" fmla="*/ 37 w 560"/>
                  <a:gd name="T43" fmla="*/ 0 h 265"/>
                  <a:gd name="T44" fmla="*/ 37 w 560"/>
                  <a:gd name="T45" fmla="*/ 0 h 265"/>
                  <a:gd name="T46" fmla="*/ 30 w 560"/>
                  <a:gd name="T47" fmla="*/ 0 h 265"/>
                  <a:gd name="T48" fmla="*/ 23 w 560"/>
                  <a:gd name="T49" fmla="*/ 2 h 265"/>
                  <a:gd name="T50" fmla="*/ 17 w 560"/>
                  <a:gd name="T51" fmla="*/ 6 h 265"/>
                  <a:gd name="T52" fmla="*/ 12 w 560"/>
                  <a:gd name="T53" fmla="*/ 10 h 265"/>
                  <a:gd name="T54" fmla="*/ 6 w 560"/>
                  <a:gd name="T55" fmla="*/ 15 h 265"/>
                  <a:gd name="T56" fmla="*/ 3 w 560"/>
                  <a:gd name="T57" fmla="*/ 22 h 265"/>
                  <a:gd name="T58" fmla="*/ 1 w 560"/>
                  <a:gd name="T59" fmla="*/ 29 h 265"/>
                  <a:gd name="T60" fmla="*/ 0 w 560"/>
                  <a:gd name="T61" fmla="*/ 37 h 265"/>
                  <a:gd name="T62" fmla="*/ 0 w 560"/>
                  <a:gd name="T63" fmla="*/ 150 h 265"/>
                  <a:gd name="T64" fmla="*/ 0 w 560"/>
                  <a:gd name="T65" fmla="*/ 150 h 265"/>
                  <a:gd name="T66" fmla="*/ 1 w 560"/>
                  <a:gd name="T67" fmla="*/ 158 h 265"/>
                  <a:gd name="T68" fmla="*/ 3 w 560"/>
                  <a:gd name="T69" fmla="*/ 164 h 265"/>
                  <a:gd name="T70" fmla="*/ 6 w 560"/>
                  <a:gd name="T71" fmla="*/ 172 h 265"/>
                  <a:gd name="T72" fmla="*/ 12 w 560"/>
                  <a:gd name="T73" fmla="*/ 177 h 265"/>
                  <a:gd name="T74" fmla="*/ 17 w 560"/>
                  <a:gd name="T75" fmla="*/ 181 h 265"/>
                  <a:gd name="T76" fmla="*/ 23 w 560"/>
                  <a:gd name="T77" fmla="*/ 185 h 265"/>
                  <a:gd name="T78" fmla="*/ 30 w 560"/>
                  <a:gd name="T79" fmla="*/ 187 h 265"/>
                  <a:gd name="T80" fmla="*/ 37 w 560"/>
                  <a:gd name="T81" fmla="*/ 187 h 265"/>
                  <a:gd name="T82" fmla="*/ 153 w 560"/>
                  <a:gd name="T83" fmla="*/ 187 h 265"/>
                  <a:gd name="T84" fmla="*/ 153 w 560"/>
                  <a:gd name="T85" fmla="*/ 265 h 265"/>
                  <a:gd name="T86" fmla="*/ 408 w 560"/>
                  <a:gd name="T87" fmla="*/ 265 h 265"/>
                  <a:gd name="T88" fmla="*/ 408 w 560"/>
                  <a:gd name="T89" fmla="*/ 187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60" h="265">
                    <a:moveTo>
                      <a:pt x="408" y="187"/>
                    </a:moveTo>
                    <a:lnTo>
                      <a:pt x="523" y="187"/>
                    </a:lnTo>
                    <a:lnTo>
                      <a:pt x="523" y="187"/>
                    </a:lnTo>
                    <a:lnTo>
                      <a:pt x="530" y="187"/>
                    </a:lnTo>
                    <a:lnTo>
                      <a:pt x="537" y="185"/>
                    </a:lnTo>
                    <a:lnTo>
                      <a:pt x="544" y="181"/>
                    </a:lnTo>
                    <a:lnTo>
                      <a:pt x="550" y="177"/>
                    </a:lnTo>
                    <a:lnTo>
                      <a:pt x="554" y="172"/>
                    </a:lnTo>
                    <a:lnTo>
                      <a:pt x="557" y="164"/>
                    </a:lnTo>
                    <a:lnTo>
                      <a:pt x="559" y="158"/>
                    </a:lnTo>
                    <a:lnTo>
                      <a:pt x="560" y="150"/>
                    </a:lnTo>
                    <a:lnTo>
                      <a:pt x="560" y="37"/>
                    </a:lnTo>
                    <a:lnTo>
                      <a:pt x="560" y="37"/>
                    </a:lnTo>
                    <a:lnTo>
                      <a:pt x="559" y="29"/>
                    </a:lnTo>
                    <a:lnTo>
                      <a:pt x="557" y="22"/>
                    </a:lnTo>
                    <a:lnTo>
                      <a:pt x="554" y="15"/>
                    </a:lnTo>
                    <a:lnTo>
                      <a:pt x="550" y="10"/>
                    </a:lnTo>
                    <a:lnTo>
                      <a:pt x="544" y="6"/>
                    </a:lnTo>
                    <a:lnTo>
                      <a:pt x="537" y="2"/>
                    </a:lnTo>
                    <a:lnTo>
                      <a:pt x="530" y="0"/>
                    </a:lnTo>
                    <a:lnTo>
                      <a:pt x="523" y="0"/>
                    </a:lnTo>
                    <a:lnTo>
                      <a:pt x="37" y="0"/>
                    </a:lnTo>
                    <a:lnTo>
                      <a:pt x="37" y="0"/>
                    </a:lnTo>
                    <a:lnTo>
                      <a:pt x="30" y="0"/>
                    </a:lnTo>
                    <a:lnTo>
                      <a:pt x="23" y="2"/>
                    </a:lnTo>
                    <a:lnTo>
                      <a:pt x="17" y="6"/>
                    </a:lnTo>
                    <a:lnTo>
                      <a:pt x="12" y="10"/>
                    </a:lnTo>
                    <a:lnTo>
                      <a:pt x="6" y="15"/>
                    </a:lnTo>
                    <a:lnTo>
                      <a:pt x="3" y="22"/>
                    </a:lnTo>
                    <a:lnTo>
                      <a:pt x="1" y="29"/>
                    </a:lnTo>
                    <a:lnTo>
                      <a:pt x="0" y="37"/>
                    </a:lnTo>
                    <a:lnTo>
                      <a:pt x="0" y="150"/>
                    </a:lnTo>
                    <a:lnTo>
                      <a:pt x="0" y="150"/>
                    </a:lnTo>
                    <a:lnTo>
                      <a:pt x="1" y="158"/>
                    </a:lnTo>
                    <a:lnTo>
                      <a:pt x="3" y="164"/>
                    </a:lnTo>
                    <a:lnTo>
                      <a:pt x="6" y="172"/>
                    </a:lnTo>
                    <a:lnTo>
                      <a:pt x="12" y="177"/>
                    </a:lnTo>
                    <a:lnTo>
                      <a:pt x="17" y="181"/>
                    </a:lnTo>
                    <a:lnTo>
                      <a:pt x="23" y="185"/>
                    </a:lnTo>
                    <a:lnTo>
                      <a:pt x="30" y="187"/>
                    </a:lnTo>
                    <a:lnTo>
                      <a:pt x="37" y="187"/>
                    </a:lnTo>
                    <a:lnTo>
                      <a:pt x="153" y="187"/>
                    </a:lnTo>
                    <a:lnTo>
                      <a:pt x="153" y="265"/>
                    </a:lnTo>
                    <a:lnTo>
                      <a:pt x="408" y="265"/>
                    </a:lnTo>
                    <a:lnTo>
                      <a:pt x="408" y="187"/>
                    </a:lnTo>
                    <a:close/>
                  </a:path>
                </a:pathLst>
              </a:custGeom>
              <a:ln>
                <a:solidFill>
                  <a:schemeClr val="tx2"/>
                </a:solidFill>
              </a:ln>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457200" tIns="91440" rIns="91440" bIns="91440" numCol="1" spcCol="0" rtlCol="0" fromWordArt="0" anchor="ctr" anchorCtr="0" forceAA="0" compatLnSpc="1">
                <a:prstTxWarp prst="textNoShape">
                  <a:avLst/>
                </a:prstTxWarp>
                <a:noAutofit/>
              </a:bodyPr>
              <a:lstStyle/>
              <a:p>
                <a:pPr lvl="0" defTabSz="932293" fontAlgn="base">
                  <a:lnSpc>
                    <a:spcPct val="90000"/>
                  </a:lnSpc>
                  <a:spcBef>
                    <a:spcPct val="0"/>
                  </a:spcBef>
                  <a:spcAft>
                    <a:spcPct val="0"/>
                  </a:spcAft>
                </a:pPr>
                <a:endParaRPr lang="en-US" sz="1399" spc="50">
                  <a:solidFill>
                    <a:schemeClr val="bg1">
                      <a:lumMod val="65000"/>
                    </a:schemeClr>
                  </a:solidFill>
                  <a:latin typeface="Segoe UI Semibold" panose="020B0702040204020203" pitchFamily="34" charset="0"/>
                  <a:cs typeface="Segoe UI Semibold" panose="020B0702040204020203" pitchFamily="34" charset="0"/>
                </a:endParaRPr>
              </a:p>
            </p:txBody>
          </p:sp>
          <p:sp>
            <p:nvSpPr>
              <p:cNvPr id="44" name="Freeform 40">
                <a:extLst>
                  <a:ext uri="{FF2B5EF4-FFF2-40B4-BE49-F238E27FC236}">
                    <a16:creationId xmlns:a16="http://schemas.microsoft.com/office/drawing/2014/main" id="{E89A936A-5249-47AE-9D56-B649E00CFCC1}"/>
                  </a:ext>
                </a:extLst>
              </p:cNvPr>
              <p:cNvSpPr>
                <a:spLocks noEditPoints="1"/>
              </p:cNvSpPr>
              <p:nvPr userDrawn="1"/>
            </p:nvSpPr>
            <p:spPr bwMode="auto">
              <a:xfrm>
                <a:off x="14466548" y="3895020"/>
                <a:ext cx="499020" cy="284240"/>
              </a:xfrm>
              <a:custGeom>
                <a:avLst/>
                <a:gdLst>
                  <a:gd name="T0" fmla="*/ 1674 w 1868"/>
                  <a:gd name="T1" fmla="*/ 147 h 1065"/>
                  <a:gd name="T2" fmla="*/ 1651 w 1868"/>
                  <a:gd name="T3" fmla="*/ 162 h 1065"/>
                  <a:gd name="T4" fmla="*/ 1645 w 1868"/>
                  <a:gd name="T5" fmla="*/ 312 h 1065"/>
                  <a:gd name="T6" fmla="*/ 1546 w 1868"/>
                  <a:gd name="T7" fmla="*/ 30 h 1065"/>
                  <a:gd name="T8" fmla="*/ 1530 w 1868"/>
                  <a:gd name="T9" fmla="*/ 7 h 1065"/>
                  <a:gd name="T10" fmla="*/ 701 w 1868"/>
                  <a:gd name="T11" fmla="*/ 0 h 1065"/>
                  <a:gd name="T12" fmla="*/ 678 w 1868"/>
                  <a:gd name="T13" fmla="*/ 8 h 1065"/>
                  <a:gd name="T14" fmla="*/ 320 w 1868"/>
                  <a:gd name="T15" fmla="*/ 210 h 1065"/>
                  <a:gd name="T16" fmla="*/ 294 w 1868"/>
                  <a:gd name="T17" fmla="*/ 221 h 1065"/>
                  <a:gd name="T18" fmla="*/ 284 w 1868"/>
                  <a:gd name="T19" fmla="*/ 247 h 1065"/>
                  <a:gd name="T20" fmla="*/ 187 w 1868"/>
                  <a:gd name="T21" fmla="*/ 288 h 1065"/>
                  <a:gd name="T22" fmla="*/ 176 w 1868"/>
                  <a:gd name="T23" fmla="*/ 262 h 1065"/>
                  <a:gd name="T24" fmla="*/ 150 w 1868"/>
                  <a:gd name="T25" fmla="*/ 252 h 1065"/>
                  <a:gd name="T26" fmla="*/ 22 w 1868"/>
                  <a:gd name="T27" fmla="*/ 254 h 1065"/>
                  <a:gd name="T28" fmla="*/ 2 w 1868"/>
                  <a:gd name="T29" fmla="*/ 273 h 1065"/>
                  <a:gd name="T30" fmla="*/ 0 w 1868"/>
                  <a:gd name="T31" fmla="*/ 776 h 1065"/>
                  <a:gd name="T32" fmla="*/ 10 w 1868"/>
                  <a:gd name="T33" fmla="*/ 802 h 1065"/>
                  <a:gd name="T34" fmla="*/ 37 w 1868"/>
                  <a:gd name="T35" fmla="*/ 814 h 1065"/>
                  <a:gd name="T36" fmla="*/ 164 w 1868"/>
                  <a:gd name="T37" fmla="*/ 810 h 1065"/>
                  <a:gd name="T38" fmla="*/ 184 w 1868"/>
                  <a:gd name="T39" fmla="*/ 791 h 1065"/>
                  <a:gd name="T40" fmla="*/ 284 w 1868"/>
                  <a:gd name="T41" fmla="*/ 660 h 1065"/>
                  <a:gd name="T42" fmla="*/ 286 w 1868"/>
                  <a:gd name="T43" fmla="*/ 832 h 1065"/>
                  <a:gd name="T44" fmla="*/ 306 w 1868"/>
                  <a:gd name="T45" fmla="*/ 852 h 1065"/>
                  <a:gd name="T46" fmla="*/ 672 w 1868"/>
                  <a:gd name="T47" fmla="*/ 1051 h 1065"/>
                  <a:gd name="T48" fmla="*/ 693 w 1868"/>
                  <a:gd name="T49" fmla="*/ 1064 h 1065"/>
                  <a:gd name="T50" fmla="*/ 1262 w 1868"/>
                  <a:gd name="T51" fmla="*/ 1064 h 1065"/>
                  <a:gd name="T52" fmla="*/ 1537 w 1868"/>
                  <a:gd name="T53" fmla="*/ 783 h 1065"/>
                  <a:gd name="T54" fmla="*/ 1546 w 1868"/>
                  <a:gd name="T55" fmla="*/ 764 h 1065"/>
                  <a:gd name="T56" fmla="*/ 1645 w 1868"/>
                  <a:gd name="T57" fmla="*/ 803 h 1065"/>
                  <a:gd name="T58" fmla="*/ 1651 w 1868"/>
                  <a:gd name="T59" fmla="*/ 825 h 1065"/>
                  <a:gd name="T60" fmla="*/ 1674 w 1868"/>
                  <a:gd name="T61" fmla="*/ 840 h 1065"/>
                  <a:gd name="T62" fmla="*/ 1838 w 1868"/>
                  <a:gd name="T63" fmla="*/ 840 h 1065"/>
                  <a:gd name="T64" fmla="*/ 1862 w 1868"/>
                  <a:gd name="T65" fmla="*/ 825 h 1065"/>
                  <a:gd name="T66" fmla="*/ 1868 w 1868"/>
                  <a:gd name="T67" fmla="*/ 183 h 1065"/>
                  <a:gd name="T68" fmla="*/ 1862 w 1868"/>
                  <a:gd name="T69" fmla="*/ 162 h 1065"/>
                  <a:gd name="T70" fmla="*/ 1838 w 1868"/>
                  <a:gd name="T71" fmla="*/ 147 h 1065"/>
                  <a:gd name="T72" fmla="*/ 946 w 1868"/>
                  <a:gd name="T73" fmla="*/ 611 h 1065"/>
                  <a:gd name="T74" fmla="*/ 808 w 1868"/>
                  <a:gd name="T75" fmla="*/ 609 h 1065"/>
                  <a:gd name="T76" fmla="*/ 791 w 1868"/>
                  <a:gd name="T77" fmla="*/ 599 h 1065"/>
                  <a:gd name="T78" fmla="*/ 784 w 1868"/>
                  <a:gd name="T79" fmla="*/ 579 h 1065"/>
                  <a:gd name="T80" fmla="*/ 788 w 1868"/>
                  <a:gd name="T81" fmla="*/ 561 h 1065"/>
                  <a:gd name="T82" fmla="*/ 1121 w 1868"/>
                  <a:gd name="T83" fmla="*/ 165 h 1065"/>
                  <a:gd name="T84" fmla="*/ 1143 w 1868"/>
                  <a:gd name="T85" fmla="*/ 158 h 1065"/>
                  <a:gd name="T86" fmla="*/ 1166 w 1868"/>
                  <a:gd name="T87" fmla="*/ 164 h 1065"/>
                  <a:gd name="T88" fmla="*/ 1179 w 1868"/>
                  <a:gd name="T89" fmla="*/ 182 h 1065"/>
                  <a:gd name="T90" fmla="*/ 1087 w 1868"/>
                  <a:gd name="T91" fmla="*/ 436 h 1065"/>
                  <a:gd name="T92" fmla="*/ 1225 w 1868"/>
                  <a:gd name="T93" fmla="*/ 438 h 1065"/>
                  <a:gd name="T94" fmla="*/ 1241 w 1868"/>
                  <a:gd name="T95" fmla="*/ 448 h 1065"/>
                  <a:gd name="T96" fmla="*/ 1248 w 1868"/>
                  <a:gd name="T97" fmla="*/ 474 h 1065"/>
                  <a:gd name="T98" fmla="*/ 916 w 1868"/>
                  <a:gd name="T99" fmla="*/ 878 h 1065"/>
                  <a:gd name="T100" fmla="*/ 900 w 1868"/>
                  <a:gd name="T101" fmla="*/ 889 h 1065"/>
                  <a:gd name="T102" fmla="*/ 877 w 1868"/>
                  <a:gd name="T103" fmla="*/ 890 h 1065"/>
                  <a:gd name="T104" fmla="*/ 858 w 1868"/>
                  <a:gd name="T105" fmla="*/ 876 h 1065"/>
                  <a:gd name="T106" fmla="*/ 853 w 1868"/>
                  <a:gd name="T107" fmla="*/ 854 h 10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868" h="1065">
                    <a:moveTo>
                      <a:pt x="1831" y="146"/>
                    </a:moveTo>
                    <a:lnTo>
                      <a:pt x="1682" y="146"/>
                    </a:lnTo>
                    <a:lnTo>
                      <a:pt x="1682" y="146"/>
                    </a:lnTo>
                    <a:lnTo>
                      <a:pt x="1674" y="147"/>
                    </a:lnTo>
                    <a:lnTo>
                      <a:pt x="1667" y="149"/>
                    </a:lnTo>
                    <a:lnTo>
                      <a:pt x="1661" y="152"/>
                    </a:lnTo>
                    <a:lnTo>
                      <a:pt x="1656" y="157"/>
                    </a:lnTo>
                    <a:lnTo>
                      <a:pt x="1651" y="162"/>
                    </a:lnTo>
                    <a:lnTo>
                      <a:pt x="1648" y="168"/>
                    </a:lnTo>
                    <a:lnTo>
                      <a:pt x="1646" y="175"/>
                    </a:lnTo>
                    <a:lnTo>
                      <a:pt x="1645" y="183"/>
                    </a:lnTo>
                    <a:lnTo>
                      <a:pt x="1645" y="312"/>
                    </a:lnTo>
                    <a:lnTo>
                      <a:pt x="1547" y="312"/>
                    </a:lnTo>
                    <a:lnTo>
                      <a:pt x="1547" y="37"/>
                    </a:lnTo>
                    <a:lnTo>
                      <a:pt x="1547" y="37"/>
                    </a:lnTo>
                    <a:lnTo>
                      <a:pt x="1546" y="30"/>
                    </a:lnTo>
                    <a:lnTo>
                      <a:pt x="1544" y="23"/>
                    </a:lnTo>
                    <a:lnTo>
                      <a:pt x="1541" y="17"/>
                    </a:lnTo>
                    <a:lnTo>
                      <a:pt x="1536" y="11"/>
                    </a:lnTo>
                    <a:lnTo>
                      <a:pt x="1530" y="7"/>
                    </a:lnTo>
                    <a:lnTo>
                      <a:pt x="1524" y="3"/>
                    </a:lnTo>
                    <a:lnTo>
                      <a:pt x="1517" y="1"/>
                    </a:lnTo>
                    <a:lnTo>
                      <a:pt x="1510" y="0"/>
                    </a:lnTo>
                    <a:lnTo>
                      <a:pt x="701" y="0"/>
                    </a:lnTo>
                    <a:lnTo>
                      <a:pt x="701" y="0"/>
                    </a:lnTo>
                    <a:lnTo>
                      <a:pt x="693" y="1"/>
                    </a:lnTo>
                    <a:lnTo>
                      <a:pt x="685" y="3"/>
                    </a:lnTo>
                    <a:lnTo>
                      <a:pt x="678" y="8"/>
                    </a:lnTo>
                    <a:lnTo>
                      <a:pt x="672" y="14"/>
                    </a:lnTo>
                    <a:lnTo>
                      <a:pt x="505" y="210"/>
                    </a:lnTo>
                    <a:lnTo>
                      <a:pt x="320" y="210"/>
                    </a:lnTo>
                    <a:lnTo>
                      <a:pt x="320" y="210"/>
                    </a:lnTo>
                    <a:lnTo>
                      <a:pt x="313" y="210"/>
                    </a:lnTo>
                    <a:lnTo>
                      <a:pt x="306" y="213"/>
                    </a:lnTo>
                    <a:lnTo>
                      <a:pt x="299" y="217"/>
                    </a:lnTo>
                    <a:lnTo>
                      <a:pt x="294" y="221"/>
                    </a:lnTo>
                    <a:lnTo>
                      <a:pt x="290" y="227"/>
                    </a:lnTo>
                    <a:lnTo>
                      <a:pt x="286" y="233"/>
                    </a:lnTo>
                    <a:lnTo>
                      <a:pt x="284" y="239"/>
                    </a:lnTo>
                    <a:lnTo>
                      <a:pt x="284" y="247"/>
                    </a:lnTo>
                    <a:lnTo>
                      <a:pt x="284" y="404"/>
                    </a:lnTo>
                    <a:lnTo>
                      <a:pt x="187" y="404"/>
                    </a:lnTo>
                    <a:lnTo>
                      <a:pt x="187" y="288"/>
                    </a:lnTo>
                    <a:lnTo>
                      <a:pt x="187" y="288"/>
                    </a:lnTo>
                    <a:lnTo>
                      <a:pt x="186" y="280"/>
                    </a:lnTo>
                    <a:lnTo>
                      <a:pt x="184" y="273"/>
                    </a:lnTo>
                    <a:lnTo>
                      <a:pt x="181" y="267"/>
                    </a:lnTo>
                    <a:lnTo>
                      <a:pt x="176" y="262"/>
                    </a:lnTo>
                    <a:lnTo>
                      <a:pt x="171" y="258"/>
                    </a:lnTo>
                    <a:lnTo>
                      <a:pt x="164" y="254"/>
                    </a:lnTo>
                    <a:lnTo>
                      <a:pt x="157" y="252"/>
                    </a:lnTo>
                    <a:lnTo>
                      <a:pt x="150" y="252"/>
                    </a:lnTo>
                    <a:lnTo>
                      <a:pt x="37" y="252"/>
                    </a:lnTo>
                    <a:lnTo>
                      <a:pt x="37" y="252"/>
                    </a:lnTo>
                    <a:lnTo>
                      <a:pt x="29" y="252"/>
                    </a:lnTo>
                    <a:lnTo>
                      <a:pt x="22" y="254"/>
                    </a:lnTo>
                    <a:lnTo>
                      <a:pt x="15" y="258"/>
                    </a:lnTo>
                    <a:lnTo>
                      <a:pt x="10" y="262"/>
                    </a:lnTo>
                    <a:lnTo>
                      <a:pt x="6" y="267"/>
                    </a:lnTo>
                    <a:lnTo>
                      <a:pt x="2" y="273"/>
                    </a:lnTo>
                    <a:lnTo>
                      <a:pt x="0" y="280"/>
                    </a:lnTo>
                    <a:lnTo>
                      <a:pt x="0" y="288"/>
                    </a:lnTo>
                    <a:lnTo>
                      <a:pt x="0" y="776"/>
                    </a:lnTo>
                    <a:lnTo>
                      <a:pt x="0" y="776"/>
                    </a:lnTo>
                    <a:lnTo>
                      <a:pt x="0" y="784"/>
                    </a:lnTo>
                    <a:lnTo>
                      <a:pt x="2" y="791"/>
                    </a:lnTo>
                    <a:lnTo>
                      <a:pt x="6" y="797"/>
                    </a:lnTo>
                    <a:lnTo>
                      <a:pt x="10" y="802"/>
                    </a:lnTo>
                    <a:lnTo>
                      <a:pt x="15" y="807"/>
                    </a:lnTo>
                    <a:lnTo>
                      <a:pt x="22" y="810"/>
                    </a:lnTo>
                    <a:lnTo>
                      <a:pt x="29" y="812"/>
                    </a:lnTo>
                    <a:lnTo>
                      <a:pt x="37" y="814"/>
                    </a:lnTo>
                    <a:lnTo>
                      <a:pt x="150" y="814"/>
                    </a:lnTo>
                    <a:lnTo>
                      <a:pt x="150" y="814"/>
                    </a:lnTo>
                    <a:lnTo>
                      <a:pt x="157" y="812"/>
                    </a:lnTo>
                    <a:lnTo>
                      <a:pt x="164" y="810"/>
                    </a:lnTo>
                    <a:lnTo>
                      <a:pt x="171" y="807"/>
                    </a:lnTo>
                    <a:lnTo>
                      <a:pt x="176" y="802"/>
                    </a:lnTo>
                    <a:lnTo>
                      <a:pt x="181" y="797"/>
                    </a:lnTo>
                    <a:lnTo>
                      <a:pt x="184" y="791"/>
                    </a:lnTo>
                    <a:lnTo>
                      <a:pt x="186" y="784"/>
                    </a:lnTo>
                    <a:lnTo>
                      <a:pt x="187" y="776"/>
                    </a:lnTo>
                    <a:lnTo>
                      <a:pt x="187" y="660"/>
                    </a:lnTo>
                    <a:lnTo>
                      <a:pt x="284" y="660"/>
                    </a:lnTo>
                    <a:lnTo>
                      <a:pt x="284" y="818"/>
                    </a:lnTo>
                    <a:lnTo>
                      <a:pt x="284" y="818"/>
                    </a:lnTo>
                    <a:lnTo>
                      <a:pt x="284" y="825"/>
                    </a:lnTo>
                    <a:lnTo>
                      <a:pt x="286" y="832"/>
                    </a:lnTo>
                    <a:lnTo>
                      <a:pt x="290" y="838"/>
                    </a:lnTo>
                    <a:lnTo>
                      <a:pt x="294" y="843"/>
                    </a:lnTo>
                    <a:lnTo>
                      <a:pt x="299" y="849"/>
                    </a:lnTo>
                    <a:lnTo>
                      <a:pt x="306" y="852"/>
                    </a:lnTo>
                    <a:lnTo>
                      <a:pt x="313" y="854"/>
                    </a:lnTo>
                    <a:lnTo>
                      <a:pt x="320" y="855"/>
                    </a:lnTo>
                    <a:lnTo>
                      <a:pt x="505" y="855"/>
                    </a:lnTo>
                    <a:lnTo>
                      <a:pt x="672" y="1051"/>
                    </a:lnTo>
                    <a:lnTo>
                      <a:pt x="672" y="1051"/>
                    </a:lnTo>
                    <a:lnTo>
                      <a:pt x="678" y="1056"/>
                    </a:lnTo>
                    <a:lnTo>
                      <a:pt x="685" y="1061"/>
                    </a:lnTo>
                    <a:lnTo>
                      <a:pt x="693" y="1064"/>
                    </a:lnTo>
                    <a:lnTo>
                      <a:pt x="701" y="1065"/>
                    </a:lnTo>
                    <a:lnTo>
                      <a:pt x="1255" y="1065"/>
                    </a:lnTo>
                    <a:lnTo>
                      <a:pt x="1255" y="1065"/>
                    </a:lnTo>
                    <a:lnTo>
                      <a:pt x="1262" y="1064"/>
                    </a:lnTo>
                    <a:lnTo>
                      <a:pt x="1269" y="1062"/>
                    </a:lnTo>
                    <a:lnTo>
                      <a:pt x="1275" y="1057"/>
                    </a:lnTo>
                    <a:lnTo>
                      <a:pt x="1281" y="1052"/>
                    </a:lnTo>
                    <a:lnTo>
                      <a:pt x="1537" y="783"/>
                    </a:lnTo>
                    <a:lnTo>
                      <a:pt x="1537" y="783"/>
                    </a:lnTo>
                    <a:lnTo>
                      <a:pt x="1541" y="776"/>
                    </a:lnTo>
                    <a:lnTo>
                      <a:pt x="1544" y="770"/>
                    </a:lnTo>
                    <a:lnTo>
                      <a:pt x="1546" y="764"/>
                    </a:lnTo>
                    <a:lnTo>
                      <a:pt x="1547" y="757"/>
                    </a:lnTo>
                    <a:lnTo>
                      <a:pt x="1547" y="675"/>
                    </a:lnTo>
                    <a:lnTo>
                      <a:pt x="1645" y="675"/>
                    </a:lnTo>
                    <a:lnTo>
                      <a:pt x="1645" y="803"/>
                    </a:lnTo>
                    <a:lnTo>
                      <a:pt x="1645" y="803"/>
                    </a:lnTo>
                    <a:lnTo>
                      <a:pt x="1646" y="811"/>
                    </a:lnTo>
                    <a:lnTo>
                      <a:pt x="1648" y="818"/>
                    </a:lnTo>
                    <a:lnTo>
                      <a:pt x="1651" y="825"/>
                    </a:lnTo>
                    <a:lnTo>
                      <a:pt x="1656" y="830"/>
                    </a:lnTo>
                    <a:lnTo>
                      <a:pt x="1661" y="834"/>
                    </a:lnTo>
                    <a:lnTo>
                      <a:pt x="1667" y="838"/>
                    </a:lnTo>
                    <a:lnTo>
                      <a:pt x="1674" y="840"/>
                    </a:lnTo>
                    <a:lnTo>
                      <a:pt x="1682" y="840"/>
                    </a:lnTo>
                    <a:lnTo>
                      <a:pt x="1831" y="840"/>
                    </a:lnTo>
                    <a:lnTo>
                      <a:pt x="1831" y="840"/>
                    </a:lnTo>
                    <a:lnTo>
                      <a:pt x="1838" y="840"/>
                    </a:lnTo>
                    <a:lnTo>
                      <a:pt x="1845" y="838"/>
                    </a:lnTo>
                    <a:lnTo>
                      <a:pt x="1852" y="834"/>
                    </a:lnTo>
                    <a:lnTo>
                      <a:pt x="1858" y="830"/>
                    </a:lnTo>
                    <a:lnTo>
                      <a:pt x="1862" y="825"/>
                    </a:lnTo>
                    <a:lnTo>
                      <a:pt x="1865" y="818"/>
                    </a:lnTo>
                    <a:lnTo>
                      <a:pt x="1867" y="811"/>
                    </a:lnTo>
                    <a:lnTo>
                      <a:pt x="1868" y="803"/>
                    </a:lnTo>
                    <a:lnTo>
                      <a:pt x="1868" y="183"/>
                    </a:lnTo>
                    <a:lnTo>
                      <a:pt x="1868" y="183"/>
                    </a:lnTo>
                    <a:lnTo>
                      <a:pt x="1867" y="175"/>
                    </a:lnTo>
                    <a:lnTo>
                      <a:pt x="1865" y="168"/>
                    </a:lnTo>
                    <a:lnTo>
                      <a:pt x="1862" y="162"/>
                    </a:lnTo>
                    <a:lnTo>
                      <a:pt x="1858" y="157"/>
                    </a:lnTo>
                    <a:lnTo>
                      <a:pt x="1852" y="152"/>
                    </a:lnTo>
                    <a:lnTo>
                      <a:pt x="1845" y="149"/>
                    </a:lnTo>
                    <a:lnTo>
                      <a:pt x="1838" y="147"/>
                    </a:lnTo>
                    <a:lnTo>
                      <a:pt x="1831" y="146"/>
                    </a:lnTo>
                    <a:lnTo>
                      <a:pt x="1831" y="146"/>
                    </a:lnTo>
                    <a:close/>
                    <a:moveTo>
                      <a:pt x="855" y="846"/>
                    </a:moveTo>
                    <a:lnTo>
                      <a:pt x="946" y="611"/>
                    </a:lnTo>
                    <a:lnTo>
                      <a:pt x="819" y="611"/>
                    </a:lnTo>
                    <a:lnTo>
                      <a:pt x="819" y="611"/>
                    </a:lnTo>
                    <a:lnTo>
                      <a:pt x="813" y="610"/>
                    </a:lnTo>
                    <a:lnTo>
                      <a:pt x="808" y="609"/>
                    </a:lnTo>
                    <a:lnTo>
                      <a:pt x="804" y="608"/>
                    </a:lnTo>
                    <a:lnTo>
                      <a:pt x="799" y="606"/>
                    </a:lnTo>
                    <a:lnTo>
                      <a:pt x="795" y="603"/>
                    </a:lnTo>
                    <a:lnTo>
                      <a:pt x="791" y="599"/>
                    </a:lnTo>
                    <a:lnTo>
                      <a:pt x="789" y="595"/>
                    </a:lnTo>
                    <a:lnTo>
                      <a:pt x="787" y="591"/>
                    </a:lnTo>
                    <a:lnTo>
                      <a:pt x="784" y="583"/>
                    </a:lnTo>
                    <a:lnTo>
                      <a:pt x="784" y="579"/>
                    </a:lnTo>
                    <a:lnTo>
                      <a:pt x="784" y="575"/>
                    </a:lnTo>
                    <a:lnTo>
                      <a:pt x="785" y="570"/>
                    </a:lnTo>
                    <a:lnTo>
                      <a:pt x="786" y="565"/>
                    </a:lnTo>
                    <a:lnTo>
                      <a:pt x="788" y="561"/>
                    </a:lnTo>
                    <a:lnTo>
                      <a:pt x="791" y="557"/>
                    </a:lnTo>
                    <a:lnTo>
                      <a:pt x="1117" y="169"/>
                    </a:lnTo>
                    <a:lnTo>
                      <a:pt x="1117" y="169"/>
                    </a:lnTo>
                    <a:lnTo>
                      <a:pt x="1121" y="165"/>
                    </a:lnTo>
                    <a:lnTo>
                      <a:pt x="1126" y="162"/>
                    </a:lnTo>
                    <a:lnTo>
                      <a:pt x="1132" y="160"/>
                    </a:lnTo>
                    <a:lnTo>
                      <a:pt x="1137" y="158"/>
                    </a:lnTo>
                    <a:lnTo>
                      <a:pt x="1143" y="158"/>
                    </a:lnTo>
                    <a:lnTo>
                      <a:pt x="1150" y="158"/>
                    </a:lnTo>
                    <a:lnTo>
                      <a:pt x="1155" y="159"/>
                    </a:lnTo>
                    <a:lnTo>
                      <a:pt x="1161" y="161"/>
                    </a:lnTo>
                    <a:lnTo>
                      <a:pt x="1166" y="164"/>
                    </a:lnTo>
                    <a:lnTo>
                      <a:pt x="1170" y="167"/>
                    </a:lnTo>
                    <a:lnTo>
                      <a:pt x="1174" y="171"/>
                    </a:lnTo>
                    <a:lnTo>
                      <a:pt x="1177" y="176"/>
                    </a:lnTo>
                    <a:lnTo>
                      <a:pt x="1179" y="182"/>
                    </a:lnTo>
                    <a:lnTo>
                      <a:pt x="1180" y="188"/>
                    </a:lnTo>
                    <a:lnTo>
                      <a:pt x="1179" y="194"/>
                    </a:lnTo>
                    <a:lnTo>
                      <a:pt x="1177" y="201"/>
                    </a:lnTo>
                    <a:lnTo>
                      <a:pt x="1087" y="436"/>
                    </a:lnTo>
                    <a:lnTo>
                      <a:pt x="1213" y="436"/>
                    </a:lnTo>
                    <a:lnTo>
                      <a:pt x="1213" y="436"/>
                    </a:lnTo>
                    <a:lnTo>
                      <a:pt x="1220" y="437"/>
                    </a:lnTo>
                    <a:lnTo>
                      <a:pt x="1225" y="438"/>
                    </a:lnTo>
                    <a:lnTo>
                      <a:pt x="1230" y="440"/>
                    </a:lnTo>
                    <a:lnTo>
                      <a:pt x="1234" y="442"/>
                    </a:lnTo>
                    <a:lnTo>
                      <a:pt x="1238" y="445"/>
                    </a:lnTo>
                    <a:lnTo>
                      <a:pt x="1241" y="448"/>
                    </a:lnTo>
                    <a:lnTo>
                      <a:pt x="1244" y="452"/>
                    </a:lnTo>
                    <a:lnTo>
                      <a:pt x="1246" y="456"/>
                    </a:lnTo>
                    <a:lnTo>
                      <a:pt x="1248" y="466"/>
                    </a:lnTo>
                    <a:lnTo>
                      <a:pt x="1248" y="474"/>
                    </a:lnTo>
                    <a:lnTo>
                      <a:pt x="1246" y="483"/>
                    </a:lnTo>
                    <a:lnTo>
                      <a:pt x="1244" y="487"/>
                    </a:lnTo>
                    <a:lnTo>
                      <a:pt x="1241" y="490"/>
                    </a:lnTo>
                    <a:lnTo>
                      <a:pt x="916" y="878"/>
                    </a:lnTo>
                    <a:lnTo>
                      <a:pt x="916" y="878"/>
                    </a:lnTo>
                    <a:lnTo>
                      <a:pt x="911" y="884"/>
                    </a:lnTo>
                    <a:lnTo>
                      <a:pt x="906" y="887"/>
                    </a:lnTo>
                    <a:lnTo>
                      <a:pt x="900" y="889"/>
                    </a:lnTo>
                    <a:lnTo>
                      <a:pt x="894" y="891"/>
                    </a:lnTo>
                    <a:lnTo>
                      <a:pt x="888" y="891"/>
                    </a:lnTo>
                    <a:lnTo>
                      <a:pt x="883" y="891"/>
                    </a:lnTo>
                    <a:lnTo>
                      <a:pt x="877" y="890"/>
                    </a:lnTo>
                    <a:lnTo>
                      <a:pt x="872" y="888"/>
                    </a:lnTo>
                    <a:lnTo>
                      <a:pt x="866" y="885"/>
                    </a:lnTo>
                    <a:lnTo>
                      <a:pt x="861" y="881"/>
                    </a:lnTo>
                    <a:lnTo>
                      <a:pt x="858" y="876"/>
                    </a:lnTo>
                    <a:lnTo>
                      <a:pt x="855" y="872"/>
                    </a:lnTo>
                    <a:lnTo>
                      <a:pt x="853" y="866"/>
                    </a:lnTo>
                    <a:lnTo>
                      <a:pt x="852" y="860"/>
                    </a:lnTo>
                    <a:lnTo>
                      <a:pt x="853" y="854"/>
                    </a:lnTo>
                    <a:lnTo>
                      <a:pt x="855" y="846"/>
                    </a:lnTo>
                    <a:lnTo>
                      <a:pt x="855" y="846"/>
                    </a:lnTo>
                    <a:close/>
                  </a:path>
                </a:pathLst>
              </a:custGeom>
              <a:ln>
                <a:solidFill>
                  <a:schemeClr val="tx2"/>
                </a:solidFill>
              </a:ln>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457200" tIns="91440" rIns="91440" bIns="91440" numCol="1" spcCol="0" rtlCol="0" fromWordArt="0" anchor="ctr" anchorCtr="0" forceAA="0" compatLnSpc="1">
                <a:prstTxWarp prst="textNoShape">
                  <a:avLst/>
                </a:prstTxWarp>
                <a:noAutofit/>
              </a:bodyPr>
              <a:lstStyle/>
              <a:p>
                <a:pPr lvl="0" defTabSz="932293" fontAlgn="base">
                  <a:lnSpc>
                    <a:spcPct val="90000"/>
                  </a:lnSpc>
                  <a:spcBef>
                    <a:spcPct val="0"/>
                  </a:spcBef>
                  <a:spcAft>
                    <a:spcPct val="0"/>
                  </a:spcAft>
                </a:pPr>
                <a:endParaRPr lang="en-US" sz="1399" spc="50">
                  <a:solidFill>
                    <a:schemeClr val="bg1">
                      <a:lumMod val="65000"/>
                    </a:schemeClr>
                  </a:solidFill>
                  <a:latin typeface="Segoe UI Semibold" panose="020B0702040204020203" pitchFamily="34" charset="0"/>
                  <a:cs typeface="Segoe UI Semibold" panose="020B0702040204020203" pitchFamily="34" charset="0"/>
                </a:endParaRPr>
              </a:p>
            </p:txBody>
          </p:sp>
        </p:grpSp>
        <p:cxnSp>
          <p:nvCxnSpPr>
            <p:cNvPr id="42" name="Straight Connector 41">
              <a:extLst>
                <a:ext uri="{FF2B5EF4-FFF2-40B4-BE49-F238E27FC236}">
                  <a16:creationId xmlns:a16="http://schemas.microsoft.com/office/drawing/2014/main" id="{63B7FC49-8849-4B69-9016-335F7DFF72E4}"/>
                </a:ext>
              </a:extLst>
            </p:cNvPr>
            <p:cNvCxnSpPr/>
            <p:nvPr userDrawn="1"/>
          </p:nvCxnSpPr>
          <p:spPr>
            <a:xfrm>
              <a:off x="5645539" y="6678172"/>
              <a:ext cx="0" cy="274320"/>
            </a:xfrm>
            <a:prstGeom prst="line">
              <a:avLst/>
            </a:prstGeom>
            <a:ln w="3175">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9503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HINGS - Connect TITLE">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EF7B23A9-5417-45B1-8F9F-A9F55A1F4EB0}"/>
              </a:ext>
            </a:extLst>
          </p:cNvPr>
          <p:cNvGrpSpPr/>
          <p:nvPr userDrawn="1"/>
        </p:nvGrpSpPr>
        <p:grpSpPr>
          <a:xfrm>
            <a:off x="1183" y="6626722"/>
            <a:ext cx="12436475" cy="380244"/>
            <a:chOff x="0" y="6537325"/>
            <a:chExt cx="12436475" cy="380244"/>
          </a:xfrm>
        </p:grpSpPr>
        <p:cxnSp>
          <p:nvCxnSpPr>
            <p:cNvPr id="24" name="Straight Connector 23">
              <a:extLst>
                <a:ext uri="{FF2B5EF4-FFF2-40B4-BE49-F238E27FC236}">
                  <a16:creationId xmlns:a16="http://schemas.microsoft.com/office/drawing/2014/main" id="{F15BA7F0-2EBC-4CF1-92C6-7D6289E5E1CC}"/>
                </a:ext>
              </a:extLst>
            </p:cNvPr>
            <p:cNvCxnSpPr>
              <a:cxnSpLocks/>
            </p:cNvCxnSpPr>
            <p:nvPr/>
          </p:nvCxnSpPr>
          <p:spPr>
            <a:xfrm>
              <a:off x="0" y="6537325"/>
              <a:ext cx="12436475" cy="0"/>
            </a:xfrm>
            <a:prstGeom prst="line">
              <a:avLst/>
            </a:prstGeom>
            <a:ln>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B9A98E3-1987-43CE-AF9C-FC6B2F6D0D9F}"/>
                </a:ext>
              </a:extLst>
            </p:cNvPr>
            <p:cNvCxnSpPr>
              <a:cxnSpLocks/>
            </p:cNvCxnSpPr>
            <p:nvPr/>
          </p:nvCxnSpPr>
          <p:spPr>
            <a:xfrm>
              <a:off x="0" y="6917569"/>
              <a:ext cx="12436475" cy="0"/>
            </a:xfrm>
            <a:prstGeom prst="line">
              <a:avLst/>
            </a:prstGeom>
            <a:ln>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6" name="Rectangle 25">
            <a:extLst>
              <a:ext uri="{FF2B5EF4-FFF2-40B4-BE49-F238E27FC236}">
                <a16:creationId xmlns:a16="http://schemas.microsoft.com/office/drawing/2014/main" id="{7FB6CC5E-1AD0-4E46-90A3-B045EC763042}"/>
              </a:ext>
            </a:extLst>
          </p:cNvPr>
          <p:cNvSpPr/>
          <p:nvPr userDrawn="1"/>
        </p:nvSpPr>
        <p:spPr bwMode="auto">
          <a:xfrm>
            <a:off x="2334989" y="6650674"/>
            <a:ext cx="1390124" cy="34163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45720" tIns="45720" rIns="45720" bIns="45720" numCol="1" spcCol="0" rtlCol="0" fromWordArt="0" anchor="ctr" anchorCtr="0" forceAA="0" compatLnSpc="1">
            <a:prstTxWarp prst="textNoShape">
              <a:avLst/>
            </a:prstTxWarp>
            <a:spAutoFit/>
          </a:bodyPr>
          <a:lstStyle/>
          <a:p>
            <a:pPr algn="r" defTabSz="932472" fontAlgn="base">
              <a:lnSpc>
                <a:spcPct val="90000"/>
              </a:lnSpc>
              <a:spcBef>
                <a:spcPct val="0"/>
              </a:spcBef>
              <a:spcAft>
                <a:spcPct val="0"/>
              </a:spcAft>
            </a:pPr>
            <a:r>
              <a:rPr lang="en-US" sz="1800" spc="50">
                <a:solidFill>
                  <a:schemeClr val="bg1">
                    <a:lumMod val="65000"/>
                  </a:schemeClr>
                </a:solidFill>
                <a:latin typeface="Segoe UI Semibold" panose="020B0702040204020203" pitchFamily="34" charset="0"/>
                <a:cs typeface="Segoe UI Semibold" panose="020B0702040204020203" pitchFamily="34" charset="0"/>
              </a:rPr>
              <a:t>SOLUTIONS</a:t>
            </a:r>
            <a:endParaRPr lang="en-US" sz="1600" spc="50">
              <a:solidFill>
                <a:schemeClr val="bg1">
                  <a:lumMod val="65000"/>
                </a:schemeClr>
              </a:solidFill>
              <a:latin typeface="Segoe UI Semibold" panose="020B0702040204020203" pitchFamily="34" charset="0"/>
              <a:cs typeface="Segoe UI Semibold" panose="020B0702040204020203" pitchFamily="34" charset="0"/>
            </a:endParaRPr>
          </a:p>
        </p:txBody>
      </p:sp>
      <p:sp>
        <p:nvSpPr>
          <p:cNvPr id="5" name="Title 4">
            <a:extLst>
              <a:ext uri="{FF2B5EF4-FFF2-40B4-BE49-F238E27FC236}">
                <a16:creationId xmlns:a16="http://schemas.microsoft.com/office/drawing/2014/main" id="{41FA688A-561C-4456-9598-B7E7878A128F}"/>
              </a:ext>
            </a:extLst>
          </p:cNvPr>
          <p:cNvSpPr>
            <a:spLocks noGrp="1"/>
          </p:cNvSpPr>
          <p:nvPr userDrawn="1">
            <p:ph type="title"/>
          </p:nvPr>
        </p:nvSpPr>
        <p:spPr/>
        <p:txBody>
          <a:bodyPr/>
          <a:lstStyle/>
          <a:p>
            <a:r>
              <a:rPr lang="en-US"/>
              <a:t>Click to edit Master title style</a:t>
            </a:r>
          </a:p>
        </p:txBody>
      </p:sp>
      <p:grpSp>
        <p:nvGrpSpPr>
          <p:cNvPr id="29" name="Group 28">
            <a:extLst>
              <a:ext uri="{FF2B5EF4-FFF2-40B4-BE49-F238E27FC236}">
                <a16:creationId xmlns:a16="http://schemas.microsoft.com/office/drawing/2014/main" id="{D779D92A-883E-425D-9598-71C85729CE99}"/>
              </a:ext>
            </a:extLst>
          </p:cNvPr>
          <p:cNvGrpSpPr/>
          <p:nvPr userDrawn="1"/>
        </p:nvGrpSpPr>
        <p:grpSpPr>
          <a:xfrm>
            <a:off x="4436182" y="6671070"/>
            <a:ext cx="7312746" cy="287378"/>
            <a:chOff x="4436182" y="6671070"/>
            <a:chExt cx="7312746" cy="287378"/>
          </a:xfrm>
        </p:grpSpPr>
        <p:sp>
          <p:nvSpPr>
            <p:cNvPr id="33" name="Rectangle 32">
              <a:extLst>
                <a:ext uri="{FF2B5EF4-FFF2-40B4-BE49-F238E27FC236}">
                  <a16:creationId xmlns:a16="http://schemas.microsoft.com/office/drawing/2014/main" id="{D65B7C7C-6915-4A29-9DFC-B8563A0EC74E}"/>
                </a:ext>
              </a:extLst>
            </p:cNvPr>
            <p:cNvSpPr/>
            <p:nvPr/>
          </p:nvSpPr>
          <p:spPr bwMode="auto">
            <a:xfrm>
              <a:off x="4772812" y="6671070"/>
              <a:ext cx="775212" cy="286232"/>
            </a:xfrm>
            <a:prstGeom prst="rect">
              <a:avLst/>
            </a:prstGeom>
            <a:no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45720" tIns="45720" rIns="45720" bIns="45720" numCol="1" spcCol="0" rtlCol="0" fromWordArt="0" anchor="ctr" anchorCtr="0" forceAA="0" compatLnSpc="1">
              <a:prstTxWarp prst="textNoShape">
                <a:avLst/>
              </a:prstTxWarp>
              <a:spAutoFit/>
            </a:bodyPr>
            <a:lstStyle/>
            <a:p>
              <a:pPr lvl="0" defTabSz="932472" fontAlgn="base">
                <a:lnSpc>
                  <a:spcPct val="90000"/>
                </a:lnSpc>
                <a:spcBef>
                  <a:spcPct val="0"/>
                </a:spcBef>
                <a:spcAft>
                  <a:spcPct val="0"/>
                </a:spcAft>
              </a:pPr>
              <a:r>
                <a:rPr lang="en-US" sz="1400" spc="50">
                  <a:solidFill>
                    <a:schemeClr val="tx2"/>
                  </a:solidFill>
                  <a:latin typeface="Segoe UI Semibold" panose="020B0702040204020203" pitchFamily="34" charset="0"/>
                  <a:ea typeface="Segoe UI" pitchFamily="34" charset="0"/>
                  <a:cs typeface="Segoe UI Semibold" panose="020B0702040204020203" pitchFamily="34" charset="0"/>
                </a:rPr>
                <a:t>THINGS</a:t>
              </a:r>
            </a:p>
          </p:txBody>
        </p:sp>
        <p:grpSp>
          <p:nvGrpSpPr>
            <p:cNvPr id="38" name="Group 37">
              <a:extLst>
                <a:ext uri="{FF2B5EF4-FFF2-40B4-BE49-F238E27FC236}">
                  <a16:creationId xmlns:a16="http://schemas.microsoft.com/office/drawing/2014/main" id="{5BAA8E1B-0679-48E7-BEAF-357633F80E63}"/>
                </a:ext>
              </a:extLst>
            </p:cNvPr>
            <p:cNvGrpSpPr/>
            <p:nvPr userDrawn="1"/>
          </p:nvGrpSpPr>
          <p:grpSpPr>
            <a:xfrm>
              <a:off x="8656638" y="6671070"/>
              <a:ext cx="1435770" cy="286232"/>
              <a:chOff x="8656638" y="6671070"/>
              <a:chExt cx="1435770" cy="286232"/>
            </a:xfrm>
          </p:grpSpPr>
          <p:grpSp>
            <p:nvGrpSpPr>
              <p:cNvPr id="52" name="Group 51">
                <a:extLst>
                  <a:ext uri="{FF2B5EF4-FFF2-40B4-BE49-F238E27FC236}">
                    <a16:creationId xmlns:a16="http://schemas.microsoft.com/office/drawing/2014/main" id="{A0DAC9F8-F2E0-490D-AED5-9A7C7782D508}"/>
                  </a:ext>
                </a:extLst>
              </p:cNvPr>
              <p:cNvGrpSpPr/>
              <p:nvPr userDrawn="1"/>
            </p:nvGrpSpPr>
            <p:grpSpPr>
              <a:xfrm>
                <a:off x="8903631" y="6671070"/>
                <a:ext cx="1188777" cy="286232"/>
                <a:chOff x="8903631" y="6617718"/>
                <a:chExt cx="1188777" cy="286232"/>
              </a:xfrm>
            </p:grpSpPr>
            <p:sp>
              <p:nvSpPr>
                <p:cNvPr id="54" name="Rectangle 53">
                  <a:extLst>
                    <a:ext uri="{FF2B5EF4-FFF2-40B4-BE49-F238E27FC236}">
                      <a16:creationId xmlns:a16="http://schemas.microsoft.com/office/drawing/2014/main" id="{42E91357-42E4-4E39-9923-13AA5BB7BAC6}"/>
                    </a:ext>
                  </a:extLst>
                </p:cNvPr>
                <p:cNvSpPr/>
                <p:nvPr/>
              </p:nvSpPr>
              <p:spPr bwMode="auto">
                <a:xfrm>
                  <a:off x="9130825" y="6617718"/>
                  <a:ext cx="961583" cy="286232"/>
                </a:xfrm>
                <a:prstGeom prst="rect">
                  <a:avLst/>
                </a:prstGeom>
                <a:no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45720" tIns="45720" rIns="45720" bIns="45720" numCol="1" spcCol="0" rtlCol="0" fromWordArt="0" anchor="ctr" anchorCtr="0" forceAA="0" compatLnSpc="1">
                  <a:prstTxWarp prst="textNoShape">
                    <a:avLst/>
                  </a:prstTxWarp>
                  <a:spAutoFit/>
                </a:bodyPr>
                <a:lstStyle/>
                <a:p>
                  <a:pPr lvl="0" defTabSz="932472" fontAlgn="base">
                    <a:lnSpc>
                      <a:spcPct val="90000"/>
                    </a:lnSpc>
                    <a:spcBef>
                      <a:spcPct val="0"/>
                    </a:spcBef>
                    <a:spcAft>
                      <a:spcPct val="0"/>
                    </a:spcAft>
                  </a:pPr>
                  <a:r>
                    <a:rPr lang="en-US" sz="1400" spc="50">
                      <a:solidFill>
                        <a:schemeClr val="bg1">
                          <a:lumMod val="65000"/>
                        </a:schemeClr>
                      </a:solidFill>
                      <a:latin typeface="Segoe UI Semibold" panose="020B0702040204020203" pitchFamily="34" charset="0"/>
                      <a:cs typeface="Segoe UI Semibold" panose="020B0702040204020203" pitchFamily="34" charset="0"/>
                    </a:rPr>
                    <a:t>INSIGHTS</a:t>
                  </a:r>
                </a:p>
              </p:txBody>
            </p:sp>
            <p:sp>
              <p:nvSpPr>
                <p:cNvPr id="55" name="magnify">
                  <a:extLst>
                    <a:ext uri="{FF2B5EF4-FFF2-40B4-BE49-F238E27FC236}">
                      <a16:creationId xmlns:a16="http://schemas.microsoft.com/office/drawing/2014/main" id="{98DABD1F-9CB5-43E2-8547-5CAE28DB4C5A}"/>
                    </a:ext>
                  </a:extLst>
                </p:cNvPr>
                <p:cNvSpPr>
                  <a:spLocks noChangeAspect="1" noEditPoints="1"/>
                </p:cNvSpPr>
                <p:nvPr/>
              </p:nvSpPr>
              <p:spPr bwMode="auto">
                <a:xfrm rot="786292" flipH="1">
                  <a:off x="8903631" y="6669524"/>
                  <a:ext cx="186179" cy="182621"/>
                </a:xfrm>
                <a:custGeom>
                  <a:avLst/>
                  <a:gdLst>
                    <a:gd name="T0" fmla="*/ 112 w 343"/>
                    <a:gd name="T1" fmla="*/ 223 h 338"/>
                    <a:gd name="T2" fmla="*/ 0 w 343"/>
                    <a:gd name="T3" fmla="*/ 111 h 338"/>
                    <a:gd name="T4" fmla="*/ 112 w 343"/>
                    <a:gd name="T5" fmla="*/ 0 h 338"/>
                    <a:gd name="T6" fmla="*/ 223 w 343"/>
                    <a:gd name="T7" fmla="*/ 111 h 338"/>
                    <a:gd name="T8" fmla="*/ 112 w 343"/>
                    <a:gd name="T9" fmla="*/ 223 h 338"/>
                    <a:gd name="T10" fmla="*/ 343 w 343"/>
                    <a:gd name="T11" fmla="*/ 338 h 338"/>
                    <a:gd name="T12" fmla="*/ 191 w 343"/>
                    <a:gd name="T13" fmla="*/ 189 h 338"/>
                  </a:gdLst>
                  <a:ahLst/>
                  <a:cxnLst>
                    <a:cxn ang="0">
                      <a:pos x="T0" y="T1"/>
                    </a:cxn>
                    <a:cxn ang="0">
                      <a:pos x="T2" y="T3"/>
                    </a:cxn>
                    <a:cxn ang="0">
                      <a:pos x="T4" y="T5"/>
                    </a:cxn>
                    <a:cxn ang="0">
                      <a:pos x="T6" y="T7"/>
                    </a:cxn>
                    <a:cxn ang="0">
                      <a:pos x="T8" y="T9"/>
                    </a:cxn>
                    <a:cxn ang="0">
                      <a:pos x="T10" y="T11"/>
                    </a:cxn>
                    <a:cxn ang="0">
                      <a:pos x="T12" y="T13"/>
                    </a:cxn>
                  </a:cxnLst>
                  <a:rect l="0" t="0" r="r" b="b"/>
                  <a:pathLst>
                    <a:path w="343" h="338">
                      <a:moveTo>
                        <a:pt x="112" y="223"/>
                      </a:moveTo>
                      <a:cubicBezTo>
                        <a:pt x="50" y="223"/>
                        <a:pt x="0" y="173"/>
                        <a:pt x="0" y="111"/>
                      </a:cubicBezTo>
                      <a:cubicBezTo>
                        <a:pt x="0" y="50"/>
                        <a:pt x="50" y="0"/>
                        <a:pt x="112" y="0"/>
                      </a:cubicBezTo>
                      <a:cubicBezTo>
                        <a:pt x="173" y="0"/>
                        <a:pt x="223" y="50"/>
                        <a:pt x="223" y="111"/>
                      </a:cubicBezTo>
                      <a:cubicBezTo>
                        <a:pt x="223" y="173"/>
                        <a:pt x="173" y="223"/>
                        <a:pt x="112" y="223"/>
                      </a:cubicBezTo>
                      <a:close/>
                      <a:moveTo>
                        <a:pt x="343" y="338"/>
                      </a:moveTo>
                      <a:cubicBezTo>
                        <a:pt x="191" y="189"/>
                        <a:pt x="191" y="189"/>
                        <a:pt x="191" y="189"/>
                      </a:cubicBezTo>
                    </a:path>
                  </a:pathLst>
                </a:custGeom>
                <a:noFill/>
                <a:ln w="19050" cap="sq">
                  <a:solidFill>
                    <a:schemeClr val="bg1">
                      <a:lumMod val="6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solidFill>
                      <a:schemeClr val="bg1">
                        <a:lumMod val="65000"/>
                      </a:schemeClr>
                    </a:solidFill>
                  </a:endParaRPr>
                </a:p>
              </p:txBody>
            </p:sp>
          </p:grpSp>
          <p:cxnSp>
            <p:nvCxnSpPr>
              <p:cNvPr id="53" name="Straight Connector 52">
                <a:extLst>
                  <a:ext uri="{FF2B5EF4-FFF2-40B4-BE49-F238E27FC236}">
                    <a16:creationId xmlns:a16="http://schemas.microsoft.com/office/drawing/2014/main" id="{06416179-4AC0-4DEF-A6A6-14CCEDFF97DC}"/>
                  </a:ext>
                </a:extLst>
              </p:cNvPr>
              <p:cNvCxnSpPr/>
              <p:nvPr userDrawn="1"/>
            </p:nvCxnSpPr>
            <p:spPr>
              <a:xfrm>
                <a:off x="8656638" y="6678172"/>
                <a:ext cx="0" cy="274320"/>
              </a:xfrm>
              <a:prstGeom prst="line">
                <a:avLst/>
              </a:prstGeom>
              <a:ln w="3175">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39" name="Group 38">
              <a:extLst>
                <a:ext uri="{FF2B5EF4-FFF2-40B4-BE49-F238E27FC236}">
                  <a16:creationId xmlns:a16="http://schemas.microsoft.com/office/drawing/2014/main" id="{BCF9BFC8-7E25-44C9-9120-9CF302E7A568}"/>
                </a:ext>
              </a:extLst>
            </p:cNvPr>
            <p:cNvGrpSpPr/>
            <p:nvPr userDrawn="1"/>
          </p:nvGrpSpPr>
          <p:grpSpPr>
            <a:xfrm>
              <a:off x="10335302" y="6671070"/>
              <a:ext cx="1413626" cy="286232"/>
              <a:chOff x="10335302" y="6671070"/>
              <a:chExt cx="1413626" cy="286232"/>
            </a:xfrm>
          </p:grpSpPr>
          <p:grpSp>
            <p:nvGrpSpPr>
              <p:cNvPr id="48" name="Group 47">
                <a:extLst>
                  <a:ext uri="{FF2B5EF4-FFF2-40B4-BE49-F238E27FC236}">
                    <a16:creationId xmlns:a16="http://schemas.microsoft.com/office/drawing/2014/main" id="{6A5D6353-6C8A-433D-BBB2-419687BC4C9F}"/>
                  </a:ext>
                </a:extLst>
              </p:cNvPr>
              <p:cNvGrpSpPr/>
              <p:nvPr userDrawn="1"/>
            </p:nvGrpSpPr>
            <p:grpSpPr>
              <a:xfrm>
                <a:off x="10626848" y="6671070"/>
                <a:ext cx="1122080" cy="286232"/>
                <a:chOff x="10626848" y="6617718"/>
                <a:chExt cx="1122080" cy="286232"/>
              </a:xfrm>
            </p:grpSpPr>
            <p:sp>
              <p:nvSpPr>
                <p:cNvPr id="50" name="Rectangle 49">
                  <a:extLst>
                    <a:ext uri="{FF2B5EF4-FFF2-40B4-BE49-F238E27FC236}">
                      <a16:creationId xmlns:a16="http://schemas.microsoft.com/office/drawing/2014/main" id="{B5E8CE67-26E2-4F6A-AECF-30B8C74383FF}"/>
                    </a:ext>
                  </a:extLst>
                </p:cNvPr>
                <p:cNvSpPr/>
                <p:nvPr/>
              </p:nvSpPr>
              <p:spPr bwMode="auto">
                <a:xfrm>
                  <a:off x="10857658" y="6617718"/>
                  <a:ext cx="891270" cy="286232"/>
                </a:xfrm>
                <a:prstGeom prst="rect">
                  <a:avLst/>
                </a:prstGeom>
                <a:no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45720" tIns="45720" rIns="45720" bIns="45720" numCol="1" spcCol="0" rtlCol="0" fromWordArt="0" anchor="ctr" anchorCtr="0" forceAA="0" compatLnSpc="1">
                  <a:prstTxWarp prst="textNoShape">
                    <a:avLst/>
                  </a:prstTxWarp>
                  <a:spAutoFit/>
                </a:bodyPr>
                <a:lstStyle/>
                <a:p>
                  <a:pPr lvl="0" defTabSz="932472" fontAlgn="base">
                    <a:lnSpc>
                      <a:spcPct val="90000"/>
                    </a:lnSpc>
                    <a:spcBef>
                      <a:spcPct val="0"/>
                    </a:spcBef>
                    <a:spcAft>
                      <a:spcPct val="0"/>
                    </a:spcAft>
                  </a:pPr>
                  <a:r>
                    <a:rPr lang="en-US" sz="1400" spc="50">
                      <a:solidFill>
                        <a:schemeClr val="bg1">
                          <a:lumMod val="65000"/>
                        </a:schemeClr>
                      </a:solidFill>
                      <a:latin typeface="Segoe UI Semibold" panose="020B0702040204020203" pitchFamily="34" charset="0"/>
                      <a:cs typeface="Segoe UI Semibold" panose="020B0702040204020203" pitchFamily="34" charset="0"/>
                    </a:rPr>
                    <a:t>ACTIONS</a:t>
                  </a:r>
                </a:p>
              </p:txBody>
            </p:sp>
            <p:sp>
              <p:nvSpPr>
                <p:cNvPr id="51" name="arrow">
                  <a:extLst>
                    <a:ext uri="{FF2B5EF4-FFF2-40B4-BE49-F238E27FC236}">
                      <a16:creationId xmlns:a16="http://schemas.microsoft.com/office/drawing/2014/main" id="{0E985106-4431-4228-8246-A67393B338C2}"/>
                    </a:ext>
                  </a:extLst>
                </p:cNvPr>
                <p:cNvSpPr>
                  <a:spLocks noChangeAspect="1" noEditPoints="1"/>
                </p:cNvSpPr>
                <p:nvPr/>
              </p:nvSpPr>
              <p:spPr bwMode="auto">
                <a:xfrm>
                  <a:off x="10626848" y="6669394"/>
                  <a:ext cx="198188" cy="182880"/>
                </a:xfrm>
                <a:custGeom>
                  <a:avLst/>
                  <a:gdLst>
                    <a:gd name="T0" fmla="*/ 133 w 246"/>
                    <a:gd name="T1" fmla="*/ 0 h 227"/>
                    <a:gd name="T2" fmla="*/ 246 w 246"/>
                    <a:gd name="T3" fmla="*/ 113 h 227"/>
                    <a:gd name="T4" fmla="*/ 133 w 246"/>
                    <a:gd name="T5" fmla="*/ 227 h 227"/>
                    <a:gd name="T6" fmla="*/ 246 w 246"/>
                    <a:gd name="T7" fmla="*/ 113 h 227"/>
                    <a:gd name="T8" fmla="*/ 0 w 246"/>
                    <a:gd name="T9" fmla="*/ 113 h 227"/>
                  </a:gdLst>
                  <a:ahLst/>
                  <a:cxnLst>
                    <a:cxn ang="0">
                      <a:pos x="T0" y="T1"/>
                    </a:cxn>
                    <a:cxn ang="0">
                      <a:pos x="T2" y="T3"/>
                    </a:cxn>
                    <a:cxn ang="0">
                      <a:pos x="T4" y="T5"/>
                    </a:cxn>
                    <a:cxn ang="0">
                      <a:pos x="T6" y="T7"/>
                    </a:cxn>
                    <a:cxn ang="0">
                      <a:pos x="T8" y="T9"/>
                    </a:cxn>
                  </a:cxnLst>
                  <a:rect l="0" t="0" r="r" b="b"/>
                  <a:pathLst>
                    <a:path w="246" h="227">
                      <a:moveTo>
                        <a:pt x="133" y="0"/>
                      </a:moveTo>
                      <a:lnTo>
                        <a:pt x="246" y="113"/>
                      </a:lnTo>
                      <a:lnTo>
                        <a:pt x="133" y="227"/>
                      </a:lnTo>
                      <a:moveTo>
                        <a:pt x="246" y="113"/>
                      </a:moveTo>
                      <a:lnTo>
                        <a:pt x="0" y="113"/>
                      </a:lnTo>
                    </a:path>
                  </a:pathLst>
                </a:custGeom>
                <a:noFill/>
                <a:ln w="19050" cap="sq">
                  <a:solidFill>
                    <a:schemeClr val="bg1">
                      <a:lumMod val="6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solidFill>
                      <a:schemeClr val="bg1">
                        <a:lumMod val="65000"/>
                      </a:schemeClr>
                    </a:solidFill>
                  </a:endParaRPr>
                </a:p>
              </p:txBody>
            </p:sp>
          </p:grpSp>
          <p:cxnSp>
            <p:nvCxnSpPr>
              <p:cNvPr id="49" name="Straight Connector 48">
                <a:extLst>
                  <a:ext uri="{FF2B5EF4-FFF2-40B4-BE49-F238E27FC236}">
                    <a16:creationId xmlns:a16="http://schemas.microsoft.com/office/drawing/2014/main" id="{02B38776-06DD-4AE8-8864-0E434F924C0B}"/>
                  </a:ext>
                </a:extLst>
              </p:cNvPr>
              <p:cNvCxnSpPr/>
              <p:nvPr userDrawn="1"/>
            </p:nvCxnSpPr>
            <p:spPr>
              <a:xfrm>
                <a:off x="10335302" y="6678172"/>
                <a:ext cx="0" cy="274320"/>
              </a:xfrm>
              <a:prstGeom prst="line">
                <a:avLst/>
              </a:prstGeom>
              <a:ln w="3175">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CFEA5150-9852-4FC5-AE4C-DA4595057A2D}"/>
                </a:ext>
              </a:extLst>
            </p:cNvPr>
            <p:cNvGrpSpPr/>
            <p:nvPr userDrawn="1"/>
          </p:nvGrpSpPr>
          <p:grpSpPr>
            <a:xfrm>
              <a:off x="5712857" y="6672216"/>
              <a:ext cx="2663262" cy="286232"/>
              <a:chOff x="5732591" y="6672216"/>
              <a:chExt cx="2663262" cy="286232"/>
            </a:xfrm>
          </p:grpSpPr>
          <p:sp>
            <p:nvSpPr>
              <p:cNvPr id="45" name="Rectangle 44">
                <a:extLst>
                  <a:ext uri="{FF2B5EF4-FFF2-40B4-BE49-F238E27FC236}">
                    <a16:creationId xmlns:a16="http://schemas.microsoft.com/office/drawing/2014/main" id="{928D4D7F-64D0-4E15-A666-22C66E19C42A}"/>
                  </a:ext>
                </a:extLst>
              </p:cNvPr>
              <p:cNvSpPr/>
              <p:nvPr userDrawn="1"/>
            </p:nvSpPr>
            <p:spPr bwMode="auto">
              <a:xfrm>
                <a:off x="5732591" y="6672216"/>
                <a:ext cx="705001" cy="286232"/>
              </a:xfrm>
              <a:prstGeom prst="rect">
                <a:avLst/>
              </a:prstGeom>
              <a:noFill/>
              <a:ln w="12700">
                <a:noFill/>
                <a:headEnd type="none"/>
                <a:tailEnd type="ova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137160" tIns="45720" rIns="137160" bIns="45720" numCol="1" spcCol="0" rtlCol="0" fromWordArt="0" anchor="ctr" anchorCtr="0" forceAA="0" compatLnSpc="1">
                <a:prstTxWarp prst="textNoShape">
                  <a:avLst/>
                </a:prstTxWarp>
                <a:spAutoFit/>
              </a:bodyPr>
              <a:lstStyle/>
              <a:p>
                <a:pPr defTabSz="932472" fontAlgn="base">
                  <a:lnSpc>
                    <a:spcPct val="90000"/>
                  </a:lnSpc>
                  <a:spcBef>
                    <a:spcPct val="0"/>
                  </a:spcBef>
                  <a:spcAft>
                    <a:spcPct val="0"/>
                  </a:spcAft>
                </a:pPr>
                <a:r>
                  <a:rPr lang="en-US" sz="1400" kern="1200" spc="50">
                    <a:solidFill>
                      <a:schemeClr val="bg1">
                        <a:lumMod val="65000"/>
                      </a:schemeClr>
                    </a:solidFill>
                    <a:latin typeface="Segoe UI" panose="020B0502040204020203" pitchFamily="34" charset="0"/>
                    <a:ea typeface="Segoe UI" panose="020B0502040204020203" pitchFamily="34" charset="0"/>
                    <a:cs typeface="Segoe UI" panose="020B0502040204020203" pitchFamily="34" charset="0"/>
                  </a:rPr>
                  <a:t>Build</a:t>
                </a:r>
              </a:p>
            </p:txBody>
          </p:sp>
          <p:sp>
            <p:nvSpPr>
              <p:cNvPr id="46" name="Rectangle 45">
                <a:extLst>
                  <a:ext uri="{FF2B5EF4-FFF2-40B4-BE49-F238E27FC236}">
                    <a16:creationId xmlns:a16="http://schemas.microsoft.com/office/drawing/2014/main" id="{4092AA24-8110-44A8-98A2-4E4544BDF2B2}"/>
                  </a:ext>
                </a:extLst>
              </p:cNvPr>
              <p:cNvSpPr/>
              <p:nvPr userDrawn="1"/>
            </p:nvSpPr>
            <p:spPr bwMode="auto">
              <a:xfrm>
                <a:off x="6446425" y="6672216"/>
                <a:ext cx="979114" cy="286232"/>
              </a:xfrm>
              <a:prstGeom prst="rect">
                <a:avLst/>
              </a:prstGeom>
              <a:noFill/>
              <a:ln w="12700">
                <a:noFill/>
                <a:headEnd type="none"/>
                <a:tailEnd type="ova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137160" tIns="45720" rIns="137160" bIns="45720" numCol="1" spcCol="0" rtlCol="0" fromWordArt="0" anchor="ctr" anchorCtr="0" forceAA="0" compatLnSpc="1">
                <a:prstTxWarp prst="textNoShape">
                  <a:avLst/>
                </a:prstTxWarp>
                <a:spAutoFit/>
              </a:bodyPr>
              <a:lstStyle/>
              <a:p>
                <a:pPr defTabSz="932472" fontAlgn="base">
                  <a:lnSpc>
                    <a:spcPct val="90000"/>
                  </a:lnSpc>
                  <a:spcBef>
                    <a:spcPct val="0"/>
                  </a:spcBef>
                  <a:spcAft>
                    <a:spcPct val="0"/>
                  </a:spcAft>
                </a:pPr>
                <a:r>
                  <a:rPr lang="en-US" sz="1400" spc="50">
                    <a:solidFill>
                      <a:schemeClr val="tx2"/>
                    </a:solidFill>
                    <a:latin typeface="Segoe UI" panose="020B0502040204020203" pitchFamily="34" charset="0"/>
                    <a:ea typeface="Segoe UI" panose="020B0502040204020203" pitchFamily="34" charset="0"/>
                    <a:cs typeface="Segoe UI" panose="020B0502040204020203" pitchFamily="34" charset="0"/>
                  </a:rPr>
                  <a:t>Connect</a:t>
                </a:r>
              </a:p>
            </p:txBody>
          </p:sp>
          <p:sp>
            <p:nvSpPr>
              <p:cNvPr id="47" name="Rectangle 46">
                <a:extLst>
                  <a:ext uri="{FF2B5EF4-FFF2-40B4-BE49-F238E27FC236}">
                    <a16:creationId xmlns:a16="http://schemas.microsoft.com/office/drawing/2014/main" id="{EE2C67B3-E826-400D-89C1-437DE54DDA76}"/>
                  </a:ext>
                </a:extLst>
              </p:cNvPr>
              <p:cNvSpPr/>
              <p:nvPr userDrawn="1"/>
            </p:nvSpPr>
            <p:spPr bwMode="auto">
              <a:xfrm>
                <a:off x="7434371" y="6672216"/>
                <a:ext cx="961482" cy="286232"/>
              </a:xfrm>
              <a:prstGeom prst="rect">
                <a:avLst/>
              </a:prstGeom>
              <a:noFill/>
              <a:ln w="12700">
                <a:noFill/>
                <a:headEnd type="none"/>
                <a:tailEnd type="ova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137160" tIns="45720" rIns="137160" bIns="45720" numCol="1" spcCol="0" rtlCol="0" fromWordArt="0" anchor="ctr" anchorCtr="0" forceAA="0" compatLnSpc="1">
                <a:prstTxWarp prst="textNoShape">
                  <a:avLst/>
                </a:prstTxWarp>
                <a:spAutoFit/>
              </a:bodyPr>
              <a:lstStyle/>
              <a:p>
                <a:pPr defTabSz="932472" fontAlgn="base">
                  <a:lnSpc>
                    <a:spcPct val="90000"/>
                  </a:lnSpc>
                  <a:spcBef>
                    <a:spcPct val="0"/>
                  </a:spcBef>
                  <a:spcAft>
                    <a:spcPct val="0"/>
                  </a:spcAft>
                </a:pPr>
                <a:r>
                  <a:rPr lang="en-US" sz="1400" spc="50">
                    <a:solidFill>
                      <a:schemeClr val="bg1">
                        <a:lumMod val="65000"/>
                      </a:schemeClr>
                    </a:solidFill>
                    <a:latin typeface="Segoe UI" panose="020B0502040204020203" pitchFamily="34" charset="0"/>
                    <a:ea typeface="Segoe UI" panose="020B0502040204020203" pitchFamily="34" charset="0"/>
                    <a:cs typeface="Segoe UI" panose="020B0502040204020203" pitchFamily="34" charset="0"/>
                  </a:rPr>
                  <a:t>Manage</a:t>
                </a:r>
              </a:p>
            </p:txBody>
          </p:sp>
        </p:grpSp>
        <p:grpSp>
          <p:nvGrpSpPr>
            <p:cNvPr id="41" name="Group 40">
              <a:extLst>
                <a:ext uri="{FF2B5EF4-FFF2-40B4-BE49-F238E27FC236}">
                  <a16:creationId xmlns:a16="http://schemas.microsoft.com/office/drawing/2014/main" id="{B021FF54-582F-4244-A8FF-36340528ADF7}"/>
                </a:ext>
              </a:extLst>
            </p:cNvPr>
            <p:cNvGrpSpPr/>
            <p:nvPr userDrawn="1"/>
          </p:nvGrpSpPr>
          <p:grpSpPr>
            <a:xfrm>
              <a:off x="4436182" y="6693638"/>
              <a:ext cx="269313" cy="202991"/>
              <a:chOff x="14466543" y="3803109"/>
              <a:chExt cx="499020" cy="376126"/>
            </a:xfrm>
            <a:noFill/>
          </p:grpSpPr>
          <p:sp>
            <p:nvSpPr>
              <p:cNvPr id="43" name="Freeform 39">
                <a:extLst>
                  <a:ext uri="{FF2B5EF4-FFF2-40B4-BE49-F238E27FC236}">
                    <a16:creationId xmlns:a16="http://schemas.microsoft.com/office/drawing/2014/main" id="{70821764-0DFF-46C7-BD9C-D6EDDCF18F41}"/>
                  </a:ext>
                </a:extLst>
              </p:cNvPr>
              <p:cNvSpPr>
                <a:spLocks/>
              </p:cNvSpPr>
              <p:nvPr/>
            </p:nvSpPr>
            <p:spPr bwMode="auto">
              <a:xfrm>
                <a:off x="14657821" y="3803109"/>
                <a:ext cx="149599" cy="71595"/>
              </a:xfrm>
              <a:custGeom>
                <a:avLst/>
                <a:gdLst>
                  <a:gd name="T0" fmla="*/ 408 w 560"/>
                  <a:gd name="T1" fmla="*/ 187 h 265"/>
                  <a:gd name="T2" fmla="*/ 523 w 560"/>
                  <a:gd name="T3" fmla="*/ 187 h 265"/>
                  <a:gd name="T4" fmla="*/ 523 w 560"/>
                  <a:gd name="T5" fmla="*/ 187 h 265"/>
                  <a:gd name="T6" fmla="*/ 530 w 560"/>
                  <a:gd name="T7" fmla="*/ 187 h 265"/>
                  <a:gd name="T8" fmla="*/ 537 w 560"/>
                  <a:gd name="T9" fmla="*/ 185 h 265"/>
                  <a:gd name="T10" fmla="*/ 544 w 560"/>
                  <a:gd name="T11" fmla="*/ 181 h 265"/>
                  <a:gd name="T12" fmla="*/ 550 w 560"/>
                  <a:gd name="T13" fmla="*/ 177 h 265"/>
                  <a:gd name="T14" fmla="*/ 554 w 560"/>
                  <a:gd name="T15" fmla="*/ 172 h 265"/>
                  <a:gd name="T16" fmla="*/ 557 w 560"/>
                  <a:gd name="T17" fmla="*/ 164 h 265"/>
                  <a:gd name="T18" fmla="*/ 559 w 560"/>
                  <a:gd name="T19" fmla="*/ 158 h 265"/>
                  <a:gd name="T20" fmla="*/ 560 w 560"/>
                  <a:gd name="T21" fmla="*/ 150 h 265"/>
                  <a:gd name="T22" fmla="*/ 560 w 560"/>
                  <a:gd name="T23" fmla="*/ 37 h 265"/>
                  <a:gd name="T24" fmla="*/ 560 w 560"/>
                  <a:gd name="T25" fmla="*/ 37 h 265"/>
                  <a:gd name="T26" fmla="*/ 559 w 560"/>
                  <a:gd name="T27" fmla="*/ 29 h 265"/>
                  <a:gd name="T28" fmla="*/ 557 w 560"/>
                  <a:gd name="T29" fmla="*/ 22 h 265"/>
                  <a:gd name="T30" fmla="*/ 554 w 560"/>
                  <a:gd name="T31" fmla="*/ 15 h 265"/>
                  <a:gd name="T32" fmla="*/ 550 w 560"/>
                  <a:gd name="T33" fmla="*/ 10 h 265"/>
                  <a:gd name="T34" fmla="*/ 544 w 560"/>
                  <a:gd name="T35" fmla="*/ 6 h 265"/>
                  <a:gd name="T36" fmla="*/ 537 w 560"/>
                  <a:gd name="T37" fmla="*/ 2 h 265"/>
                  <a:gd name="T38" fmla="*/ 530 w 560"/>
                  <a:gd name="T39" fmla="*/ 0 h 265"/>
                  <a:gd name="T40" fmla="*/ 523 w 560"/>
                  <a:gd name="T41" fmla="*/ 0 h 265"/>
                  <a:gd name="T42" fmla="*/ 37 w 560"/>
                  <a:gd name="T43" fmla="*/ 0 h 265"/>
                  <a:gd name="T44" fmla="*/ 37 w 560"/>
                  <a:gd name="T45" fmla="*/ 0 h 265"/>
                  <a:gd name="T46" fmla="*/ 30 w 560"/>
                  <a:gd name="T47" fmla="*/ 0 h 265"/>
                  <a:gd name="T48" fmla="*/ 23 w 560"/>
                  <a:gd name="T49" fmla="*/ 2 h 265"/>
                  <a:gd name="T50" fmla="*/ 17 w 560"/>
                  <a:gd name="T51" fmla="*/ 6 h 265"/>
                  <a:gd name="T52" fmla="*/ 12 w 560"/>
                  <a:gd name="T53" fmla="*/ 10 h 265"/>
                  <a:gd name="T54" fmla="*/ 6 w 560"/>
                  <a:gd name="T55" fmla="*/ 15 h 265"/>
                  <a:gd name="T56" fmla="*/ 3 w 560"/>
                  <a:gd name="T57" fmla="*/ 22 h 265"/>
                  <a:gd name="T58" fmla="*/ 1 w 560"/>
                  <a:gd name="T59" fmla="*/ 29 h 265"/>
                  <a:gd name="T60" fmla="*/ 0 w 560"/>
                  <a:gd name="T61" fmla="*/ 37 h 265"/>
                  <a:gd name="T62" fmla="*/ 0 w 560"/>
                  <a:gd name="T63" fmla="*/ 150 h 265"/>
                  <a:gd name="T64" fmla="*/ 0 w 560"/>
                  <a:gd name="T65" fmla="*/ 150 h 265"/>
                  <a:gd name="T66" fmla="*/ 1 w 560"/>
                  <a:gd name="T67" fmla="*/ 158 h 265"/>
                  <a:gd name="T68" fmla="*/ 3 w 560"/>
                  <a:gd name="T69" fmla="*/ 164 h 265"/>
                  <a:gd name="T70" fmla="*/ 6 w 560"/>
                  <a:gd name="T71" fmla="*/ 172 h 265"/>
                  <a:gd name="T72" fmla="*/ 12 w 560"/>
                  <a:gd name="T73" fmla="*/ 177 h 265"/>
                  <a:gd name="T74" fmla="*/ 17 w 560"/>
                  <a:gd name="T75" fmla="*/ 181 h 265"/>
                  <a:gd name="T76" fmla="*/ 23 w 560"/>
                  <a:gd name="T77" fmla="*/ 185 h 265"/>
                  <a:gd name="T78" fmla="*/ 30 w 560"/>
                  <a:gd name="T79" fmla="*/ 187 h 265"/>
                  <a:gd name="T80" fmla="*/ 37 w 560"/>
                  <a:gd name="T81" fmla="*/ 187 h 265"/>
                  <a:gd name="T82" fmla="*/ 153 w 560"/>
                  <a:gd name="T83" fmla="*/ 187 h 265"/>
                  <a:gd name="T84" fmla="*/ 153 w 560"/>
                  <a:gd name="T85" fmla="*/ 265 h 265"/>
                  <a:gd name="T86" fmla="*/ 408 w 560"/>
                  <a:gd name="T87" fmla="*/ 265 h 265"/>
                  <a:gd name="T88" fmla="*/ 408 w 560"/>
                  <a:gd name="T89" fmla="*/ 187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60" h="265">
                    <a:moveTo>
                      <a:pt x="408" y="187"/>
                    </a:moveTo>
                    <a:lnTo>
                      <a:pt x="523" y="187"/>
                    </a:lnTo>
                    <a:lnTo>
                      <a:pt x="523" y="187"/>
                    </a:lnTo>
                    <a:lnTo>
                      <a:pt x="530" y="187"/>
                    </a:lnTo>
                    <a:lnTo>
                      <a:pt x="537" y="185"/>
                    </a:lnTo>
                    <a:lnTo>
                      <a:pt x="544" y="181"/>
                    </a:lnTo>
                    <a:lnTo>
                      <a:pt x="550" y="177"/>
                    </a:lnTo>
                    <a:lnTo>
                      <a:pt x="554" y="172"/>
                    </a:lnTo>
                    <a:lnTo>
                      <a:pt x="557" y="164"/>
                    </a:lnTo>
                    <a:lnTo>
                      <a:pt x="559" y="158"/>
                    </a:lnTo>
                    <a:lnTo>
                      <a:pt x="560" y="150"/>
                    </a:lnTo>
                    <a:lnTo>
                      <a:pt x="560" y="37"/>
                    </a:lnTo>
                    <a:lnTo>
                      <a:pt x="560" y="37"/>
                    </a:lnTo>
                    <a:lnTo>
                      <a:pt x="559" y="29"/>
                    </a:lnTo>
                    <a:lnTo>
                      <a:pt x="557" y="22"/>
                    </a:lnTo>
                    <a:lnTo>
                      <a:pt x="554" y="15"/>
                    </a:lnTo>
                    <a:lnTo>
                      <a:pt x="550" y="10"/>
                    </a:lnTo>
                    <a:lnTo>
                      <a:pt x="544" y="6"/>
                    </a:lnTo>
                    <a:lnTo>
                      <a:pt x="537" y="2"/>
                    </a:lnTo>
                    <a:lnTo>
                      <a:pt x="530" y="0"/>
                    </a:lnTo>
                    <a:lnTo>
                      <a:pt x="523" y="0"/>
                    </a:lnTo>
                    <a:lnTo>
                      <a:pt x="37" y="0"/>
                    </a:lnTo>
                    <a:lnTo>
                      <a:pt x="37" y="0"/>
                    </a:lnTo>
                    <a:lnTo>
                      <a:pt x="30" y="0"/>
                    </a:lnTo>
                    <a:lnTo>
                      <a:pt x="23" y="2"/>
                    </a:lnTo>
                    <a:lnTo>
                      <a:pt x="17" y="6"/>
                    </a:lnTo>
                    <a:lnTo>
                      <a:pt x="12" y="10"/>
                    </a:lnTo>
                    <a:lnTo>
                      <a:pt x="6" y="15"/>
                    </a:lnTo>
                    <a:lnTo>
                      <a:pt x="3" y="22"/>
                    </a:lnTo>
                    <a:lnTo>
                      <a:pt x="1" y="29"/>
                    </a:lnTo>
                    <a:lnTo>
                      <a:pt x="0" y="37"/>
                    </a:lnTo>
                    <a:lnTo>
                      <a:pt x="0" y="150"/>
                    </a:lnTo>
                    <a:lnTo>
                      <a:pt x="0" y="150"/>
                    </a:lnTo>
                    <a:lnTo>
                      <a:pt x="1" y="158"/>
                    </a:lnTo>
                    <a:lnTo>
                      <a:pt x="3" y="164"/>
                    </a:lnTo>
                    <a:lnTo>
                      <a:pt x="6" y="172"/>
                    </a:lnTo>
                    <a:lnTo>
                      <a:pt x="12" y="177"/>
                    </a:lnTo>
                    <a:lnTo>
                      <a:pt x="17" y="181"/>
                    </a:lnTo>
                    <a:lnTo>
                      <a:pt x="23" y="185"/>
                    </a:lnTo>
                    <a:lnTo>
                      <a:pt x="30" y="187"/>
                    </a:lnTo>
                    <a:lnTo>
                      <a:pt x="37" y="187"/>
                    </a:lnTo>
                    <a:lnTo>
                      <a:pt x="153" y="187"/>
                    </a:lnTo>
                    <a:lnTo>
                      <a:pt x="153" y="265"/>
                    </a:lnTo>
                    <a:lnTo>
                      <a:pt x="408" y="265"/>
                    </a:lnTo>
                    <a:lnTo>
                      <a:pt x="408" y="187"/>
                    </a:lnTo>
                    <a:close/>
                  </a:path>
                </a:pathLst>
              </a:custGeom>
              <a:ln>
                <a:solidFill>
                  <a:schemeClr val="tx2"/>
                </a:solidFill>
              </a:ln>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457200" tIns="91440" rIns="91440" bIns="91440" numCol="1" spcCol="0" rtlCol="0" fromWordArt="0" anchor="ctr" anchorCtr="0" forceAA="0" compatLnSpc="1">
                <a:prstTxWarp prst="textNoShape">
                  <a:avLst/>
                </a:prstTxWarp>
                <a:noAutofit/>
              </a:bodyPr>
              <a:lstStyle/>
              <a:p>
                <a:pPr lvl="0" defTabSz="932472" fontAlgn="base">
                  <a:lnSpc>
                    <a:spcPct val="90000"/>
                  </a:lnSpc>
                  <a:spcBef>
                    <a:spcPct val="0"/>
                  </a:spcBef>
                  <a:spcAft>
                    <a:spcPct val="0"/>
                  </a:spcAft>
                </a:pPr>
                <a:endParaRPr lang="en-US" sz="1400" spc="50">
                  <a:solidFill>
                    <a:schemeClr val="bg1">
                      <a:lumMod val="65000"/>
                    </a:schemeClr>
                  </a:solidFill>
                  <a:latin typeface="Segoe UI Semibold" panose="020B0702040204020203" pitchFamily="34" charset="0"/>
                  <a:cs typeface="Segoe UI Semibold" panose="020B0702040204020203" pitchFamily="34" charset="0"/>
                </a:endParaRPr>
              </a:p>
            </p:txBody>
          </p:sp>
          <p:sp>
            <p:nvSpPr>
              <p:cNvPr id="44" name="Freeform 40">
                <a:extLst>
                  <a:ext uri="{FF2B5EF4-FFF2-40B4-BE49-F238E27FC236}">
                    <a16:creationId xmlns:a16="http://schemas.microsoft.com/office/drawing/2014/main" id="{E89A936A-5249-47AE-9D56-B649E00CFCC1}"/>
                  </a:ext>
                </a:extLst>
              </p:cNvPr>
              <p:cNvSpPr>
                <a:spLocks noEditPoints="1"/>
              </p:cNvSpPr>
              <p:nvPr userDrawn="1"/>
            </p:nvSpPr>
            <p:spPr bwMode="auto">
              <a:xfrm>
                <a:off x="14466548" y="3895020"/>
                <a:ext cx="499020" cy="284240"/>
              </a:xfrm>
              <a:custGeom>
                <a:avLst/>
                <a:gdLst>
                  <a:gd name="T0" fmla="*/ 1674 w 1868"/>
                  <a:gd name="T1" fmla="*/ 147 h 1065"/>
                  <a:gd name="T2" fmla="*/ 1651 w 1868"/>
                  <a:gd name="T3" fmla="*/ 162 h 1065"/>
                  <a:gd name="T4" fmla="*/ 1645 w 1868"/>
                  <a:gd name="T5" fmla="*/ 312 h 1065"/>
                  <a:gd name="T6" fmla="*/ 1546 w 1868"/>
                  <a:gd name="T7" fmla="*/ 30 h 1065"/>
                  <a:gd name="T8" fmla="*/ 1530 w 1868"/>
                  <a:gd name="T9" fmla="*/ 7 h 1065"/>
                  <a:gd name="T10" fmla="*/ 701 w 1868"/>
                  <a:gd name="T11" fmla="*/ 0 h 1065"/>
                  <a:gd name="T12" fmla="*/ 678 w 1868"/>
                  <a:gd name="T13" fmla="*/ 8 h 1065"/>
                  <a:gd name="T14" fmla="*/ 320 w 1868"/>
                  <a:gd name="T15" fmla="*/ 210 h 1065"/>
                  <a:gd name="T16" fmla="*/ 294 w 1868"/>
                  <a:gd name="T17" fmla="*/ 221 h 1065"/>
                  <a:gd name="T18" fmla="*/ 284 w 1868"/>
                  <a:gd name="T19" fmla="*/ 247 h 1065"/>
                  <a:gd name="T20" fmla="*/ 187 w 1868"/>
                  <a:gd name="T21" fmla="*/ 288 h 1065"/>
                  <a:gd name="T22" fmla="*/ 176 w 1868"/>
                  <a:gd name="T23" fmla="*/ 262 h 1065"/>
                  <a:gd name="T24" fmla="*/ 150 w 1868"/>
                  <a:gd name="T25" fmla="*/ 252 h 1065"/>
                  <a:gd name="T26" fmla="*/ 22 w 1868"/>
                  <a:gd name="T27" fmla="*/ 254 h 1065"/>
                  <a:gd name="T28" fmla="*/ 2 w 1868"/>
                  <a:gd name="T29" fmla="*/ 273 h 1065"/>
                  <a:gd name="T30" fmla="*/ 0 w 1868"/>
                  <a:gd name="T31" fmla="*/ 776 h 1065"/>
                  <a:gd name="T32" fmla="*/ 10 w 1868"/>
                  <a:gd name="T33" fmla="*/ 802 h 1065"/>
                  <a:gd name="T34" fmla="*/ 37 w 1868"/>
                  <a:gd name="T35" fmla="*/ 814 h 1065"/>
                  <a:gd name="T36" fmla="*/ 164 w 1868"/>
                  <a:gd name="T37" fmla="*/ 810 h 1065"/>
                  <a:gd name="T38" fmla="*/ 184 w 1868"/>
                  <a:gd name="T39" fmla="*/ 791 h 1065"/>
                  <a:gd name="T40" fmla="*/ 284 w 1868"/>
                  <a:gd name="T41" fmla="*/ 660 h 1065"/>
                  <a:gd name="T42" fmla="*/ 286 w 1868"/>
                  <a:gd name="T43" fmla="*/ 832 h 1065"/>
                  <a:gd name="T44" fmla="*/ 306 w 1868"/>
                  <a:gd name="T45" fmla="*/ 852 h 1065"/>
                  <a:gd name="T46" fmla="*/ 672 w 1868"/>
                  <a:gd name="T47" fmla="*/ 1051 h 1065"/>
                  <a:gd name="T48" fmla="*/ 693 w 1868"/>
                  <a:gd name="T49" fmla="*/ 1064 h 1065"/>
                  <a:gd name="T50" fmla="*/ 1262 w 1868"/>
                  <a:gd name="T51" fmla="*/ 1064 h 1065"/>
                  <a:gd name="T52" fmla="*/ 1537 w 1868"/>
                  <a:gd name="T53" fmla="*/ 783 h 1065"/>
                  <a:gd name="T54" fmla="*/ 1546 w 1868"/>
                  <a:gd name="T55" fmla="*/ 764 h 1065"/>
                  <a:gd name="T56" fmla="*/ 1645 w 1868"/>
                  <a:gd name="T57" fmla="*/ 803 h 1065"/>
                  <a:gd name="T58" fmla="*/ 1651 w 1868"/>
                  <a:gd name="T59" fmla="*/ 825 h 1065"/>
                  <a:gd name="T60" fmla="*/ 1674 w 1868"/>
                  <a:gd name="T61" fmla="*/ 840 h 1065"/>
                  <a:gd name="T62" fmla="*/ 1838 w 1868"/>
                  <a:gd name="T63" fmla="*/ 840 h 1065"/>
                  <a:gd name="T64" fmla="*/ 1862 w 1868"/>
                  <a:gd name="T65" fmla="*/ 825 h 1065"/>
                  <a:gd name="T66" fmla="*/ 1868 w 1868"/>
                  <a:gd name="T67" fmla="*/ 183 h 1065"/>
                  <a:gd name="T68" fmla="*/ 1862 w 1868"/>
                  <a:gd name="T69" fmla="*/ 162 h 1065"/>
                  <a:gd name="T70" fmla="*/ 1838 w 1868"/>
                  <a:gd name="T71" fmla="*/ 147 h 1065"/>
                  <a:gd name="T72" fmla="*/ 946 w 1868"/>
                  <a:gd name="T73" fmla="*/ 611 h 1065"/>
                  <a:gd name="T74" fmla="*/ 808 w 1868"/>
                  <a:gd name="T75" fmla="*/ 609 h 1065"/>
                  <a:gd name="T76" fmla="*/ 791 w 1868"/>
                  <a:gd name="T77" fmla="*/ 599 h 1065"/>
                  <a:gd name="T78" fmla="*/ 784 w 1868"/>
                  <a:gd name="T79" fmla="*/ 579 h 1065"/>
                  <a:gd name="T80" fmla="*/ 788 w 1868"/>
                  <a:gd name="T81" fmla="*/ 561 h 1065"/>
                  <a:gd name="T82" fmla="*/ 1121 w 1868"/>
                  <a:gd name="T83" fmla="*/ 165 h 1065"/>
                  <a:gd name="T84" fmla="*/ 1143 w 1868"/>
                  <a:gd name="T85" fmla="*/ 158 h 1065"/>
                  <a:gd name="T86" fmla="*/ 1166 w 1868"/>
                  <a:gd name="T87" fmla="*/ 164 h 1065"/>
                  <a:gd name="T88" fmla="*/ 1179 w 1868"/>
                  <a:gd name="T89" fmla="*/ 182 h 1065"/>
                  <a:gd name="T90" fmla="*/ 1087 w 1868"/>
                  <a:gd name="T91" fmla="*/ 436 h 1065"/>
                  <a:gd name="T92" fmla="*/ 1225 w 1868"/>
                  <a:gd name="T93" fmla="*/ 438 h 1065"/>
                  <a:gd name="T94" fmla="*/ 1241 w 1868"/>
                  <a:gd name="T95" fmla="*/ 448 h 1065"/>
                  <a:gd name="T96" fmla="*/ 1248 w 1868"/>
                  <a:gd name="T97" fmla="*/ 474 h 1065"/>
                  <a:gd name="T98" fmla="*/ 916 w 1868"/>
                  <a:gd name="T99" fmla="*/ 878 h 1065"/>
                  <a:gd name="T100" fmla="*/ 900 w 1868"/>
                  <a:gd name="T101" fmla="*/ 889 h 1065"/>
                  <a:gd name="T102" fmla="*/ 877 w 1868"/>
                  <a:gd name="T103" fmla="*/ 890 h 1065"/>
                  <a:gd name="T104" fmla="*/ 858 w 1868"/>
                  <a:gd name="T105" fmla="*/ 876 h 1065"/>
                  <a:gd name="T106" fmla="*/ 853 w 1868"/>
                  <a:gd name="T107" fmla="*/ 854 h 10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868" h="1065">
                    <a:moveTo>
                      <a:pt x="1831" y="146"/>
                    </a:moveTo>
                    <a:lnTo>
                      <a:pt x="1682" y="146"/>
                    </a:lnTo>
                    <a:lnTo>
                      <a:pt x="1682" y="146"/>
                    </a:lnTo>
                    <a:lnTo>
                      <a:pt x="1674" y="147"/>
                    </a:lnTo>
                    <a:lnTo>
                      <a:pt x="1667" y="149"/>
                    </a:lnTo>
                    <a:lnTo>
                      <a:pt x="1661" y="152"/>
                    </a:lnTo>
                    <a:lnTo>
                      <a:pt x="1656" y="157"/>
                    </a:lnTo>
                    <a:lnTo>
                      <a:pt x="1651" y="162"/>
                    </a:lnTo>
                    <a:lnTo>
                      <a:pt x="1648" y="168"/>
                    </a:lnTo>
                    <a:lnTo>
                      <a:pt x="1646" y="175"/>
                    </a:lnTo>
                    <a:lnTo>
                      <a:pt x="1645" y="183"/>
                    </a:lnTo>
                    <a:lnTo>
                      <a:pt x="1645" y="312"/>
                    </a:lnTo>
                    <a:lnTo>
                      <a:pt x="1547" y="312"/>
                    </a:lnTo>
                    <a:lnTo>
                      <a:pt x="1547" y="37"/>
                    </a:lnTo>
                    <a:lnTo>
                      <a:pt x="1547" y="37"/>
                    </a:lnTo>
                    <a:lnTo>
                      <a:pt x="1546" y="30"/>
                    </a:lnTo>
                    <a:lnTo>
                      <a:pt x="1544" y="23"/>
                    </a:lnTo>
                    <a:lnTo>
                      <a:pt x="1541" y="17"/>
                    </a:lnTo>
                    <a:lnTo>
                      <a:pt x="1536" y="11"/>
                    </a:lnTo>
                    <a:lnTo>
                      <a:pt x="1530" y="7"/>
                    </a:lnTo>
                    <a:lnTo>
                      <a:pt x="1524" y="3"/>
                    </a:lnTo>
                    <a:lnTo>
                      <a:pt x="1517" y="1"/>
                    </a:lnTo>
                    <a:lnTo>
                      <a:pt x="1510" y="0"/>
                    </a:lnTo>
                    <a:lnTo>
                      <a:pt x="701" y="0"/>
                    </a:lnTo>
                    <a:lnTo>
                      <a:pt x="701" y="0"/>
                    </a:lnTo>
                    <a:lnTo>
                      <a:pt x="693" y="1"/>
                    </a:lnTo>
                    <a:lnTo>
                      <a:pt x="685" y="3"/>
                    </a:lnTo>
                    <a:lnTo>
                      <a:pt x="678" y="8"/>
                    </a:lnTo>
                    <a:lnTo>
                      <a:pt x="672" y="14"/>
                    </a:lnTo>
                    <a:lnTo>
                      <a:pt x="505" y="210"/>
                    </a:lnTo>
                    <a:lnTo>
                      <a:pt x="320" y="210"/>
                    </a:lnTo>
                    <a:lnTo>
                      <a:pt x="320" y="210"/>
                    </a:lnTo>
                    <a:lnTo>
                      <a:pt x="313" y="210"/>
                    </a:lnTo>
                    <a:lnTo>
                      <a:pt x="306" y="213"/>
                    </a:lnTo>
                    <a:lnTo>
                      <a:pt x="299" y="217"/>
                    </a:lnTo>
                    <a:lnTo>
                      <a:pt x="294" y="221"/>
                    </a:lnTo>
                    <a:lnTo>
                      <a:pt x="290" y="227"/>
                    </a:lnTo>
                    <a:lnTo>
                      <a:pt x="286" y="233"/>
                    </a:lnTo>
                    <a:lnTo>
                      <a:pt x="284" y="239"/>
                    </a:lnTo>
                    <a:lnTo>
                      <a:pt x="284" y="247"/>
                    </a:lnTo>
                    <a:lnTo>
                      <a:pt x="284" y="404"/>
                    </a:lnTo>
                    <a:lnTo>
                      <a:pt x="187" y="404"/>
                    </a:lnTo>
                    <a:lnTo>
                      <a:pt x="187" y="288"/>
                    </a:lnTo>
                    <a:lnTo>
                      <a:pt x="187" y="288"/>
                    </a:lnTo>
                    <a:lnTo>
                      <a:pt x="186" y="280"/>
                    </a:lnTo>
                    <a:lnTo>
                      <a:pt x="184" y="273"/>
                    </a:lnTo>
                    <a:lnTo>
                      <a:pt x="181" y="267"/>
                    </a:lnTo>
                    <a:lnTo>
                      <a:pt x="176" y="262"/>
                    </a:lnTo>
                    <a:lnTo>
                      <a:pt x="171" y="258"/>
                    </a:lnTo>
                    <a:lnTo>
                      <a:pt x="164" y="254"/>
                    </a:lnTo>
                    <a:lnTo>
                      <a:pt x="157" y="252"/>
                    </a:lnTo>
                    <a:lnTo>
                      <a:pt x="150" y="252"/>
                    </a:lnTo>
                    <a:lnTo>
                      <a:pt x="37" y="252"/>
                    </a:lnTo>
                    <a:lnTo>
                      <a:pt x="37" y="252"/>
                    </a:lnTo>
                    <a:lnTo>
                      <a:pt x="29" y="252"/>
                    </a:lnTo>
                    <a:lnTo>
                      <a:pt x="22" y="254"/>
                    </a:lnTo>
                    <a:lnTo>
                      <a:pt x="15" y="258"/>
                    </a:lnTo>
                    <a:lnTo>
                      <a:pt x="10" y="262"/>
                    </a:lnTo>
                    <a:lnTo>
                      <a:pt x="6" y="267"/>
                    </a:lnTo>
                    <a:lnTo>
                      <a:pt x="2" y="273"/>
                    </a:lnTo>
                    <a:lnTo>
                      <a:pt x="0" y="280"/>
                    </a:lnTo>
                    <a:lnTo>
                      <a:pt x="0" y="288"/>
                    </a:lnTo>
                    <a:lnTo>
                      <a:pt x="0" y="776"/>
                    </a:lnTo>
                    <a:lnTo>
                      <a:pt x="0" y="776"/>
                    </a:lnTo>
                    <a:lnTo>
                      <a:pt x="0" y="784"/>
                    </a:lnTo>
                    <a:lnTo>
                      <a:pt x="2" y="791"/>
                    </a:lnTo>
                    <a:lnTo>
                      <a:pt x="6" y="797"/>
                    </a:lnTo>
                    <a:lnTo>
                      <a:pt x="10" y="802"/>
                    </a:lnTo>
                    <a:lnTo>
                      <a:pt x="15" y="807"/>
                    </a:lnTo>
                    <a:lnTo>
                      <a:pt x="22" y="810"/>
                    </a:lnTo>
                    <a:lnTo>
                      <a:pt x="29" y="812"/>
                    </a:lnTo>
                    <a:lnTo>
                      <a:pt x="37" y="814"/>
                    </a:lnTo>
                    <a:lnTo>
                      <a:pt x="150" y="814"/>
                    </a:lnTo>
                    <a:lnTo>
                      <a:pt x="150" y="814"/>
                    </a:lnTo>
                    <a:lnTo>
                      <a:pt x="157" y="812"/>
                    </a:lnTo>
                    <a:lnTo>
                      <a:pt x="164" y="810"/>
                    </a:lnTo>
                    <a:lnTo>
                      <a:pt x="171" y="807"/>
                    </a:lnTo>
                    <a:lnTo>
                      <a:pt x="176" y="802"/>
                    </a:lnTo>
                    <a:lnTo>
                      <a:pt x="181" y="797"/>
                    </a:lnTo>
                    <a:lnTo>
                      <a:pt x="184" y="791"/>
                    </a:lnTo>
                    <a:lnTo>
                      <a:pt x="186" y="784"/>
                    </a:lnTo>
                    <a:lnTo>
                      <a:pt x="187" y="776"/>
                    </a:lnTo>
                    <a:lnTo>
                      <a:pt x="187" y="660"/>
                    </a:lnTo>
                    <a:lnTo>
                      <a:pt x="284" y="660"/>
                    </a:lnTo>
                    <a:lnTo>
                      <a:pt x="284" y="818"/>
                    </a:lnTo>
                    <a:lnTo>
                      <a:pt x="284" y="818"/>
                    </a:lnTo>
                    <a:lnTo>
                      <a:pt x="284" y="825"/>
                    </a:lnTo>
                    <a:lnTo>
                      <a:pt x="286" y="832"/>
                    </a:lnTo>
                    <a:lnTo>
                      <a:pt x="290" y="838"/>
                    </a:lnTo>
                    <a:lnTo>
                      <a:pt x="294" y="843"/>
                    </a:lnTo>
                    <a:lnTo>
                      <a:pt x="299" y="849"/>
                    </a:lnTo>
                    <a:lnTo>
                      <a:pt x="306" y="852"/>
                    </a:lnTo>
                    <a:lnTo>
                      <a:pt x="313" y="854"/>
                    </a:lnTo>
                    <a:lnTo>
                      <a:pt x="320" y="855"/>
                    </a:lnTo>
                    <a:lnTo>
                      <a:pt x="505" y="855"/>
                    </a:lnTo>
                    <a:lnTo>
                      <a:pt x="672" y="1051"/>
                    </a:lnTo>
                    <a:lnTo>
                      <a:pt x="672" y="1051"/>
                    </a:lnTo>
                    <a:lnTo>
                      <a:pt x="678" y="1056"/>
                    </a:lnTo>
                    <a:lnTo>
                      <a:pt x="685" y="1061"/>
                    </a:lnTo>
                    <a:lnTo>
                      <a:pt x="693" y="1064"/>
                    </a:lnTo>
                    <a:lnTo>
                      <a:pt x="701" y="1065"/>
                    </a:lnTo>
                    <a:lnTo>
                      <a:pt x="1255" y="1065"/>
                    </a:lnTo>
                    <a:lnTo>
                      <a:pt x="1255" y="1065"/>
                    </a:lnTo>
                    <a:lnTo>
                      <a:pt x="1262" y="1064"/>
                    </a:lnTo>
                    <a:lnTo>
                      <a:pt x="1269" y="1062"/>
                    </a:lnTo>
                    <a:lnTo>
                      <a:pt x="1275" y="1057"/>
                    </a:lnTo>
                    <a:lnTo>
                      <a:pt x="1281" y="1052"/>
                    </a:lnTo>
                    <a:lnTo>
                      <a:pt x="1537" y="783"/>
                    </a:lnTo>
                    <a:lnTo>
                      <a:pt x="1537" y="783"/>
                    </a:lnTo>
                    <a:lnTo>
                      <a:pt x="1541" y="776"/>
                    </a:lnTo>
                    <a:lnTo>
                      <a:pt x="1544" y="770"/>
                    </a:lnTo>
                    <a:lnTo>
                      <a:pt x="1546" y="764"/>
                    </a:lnTo>
                    <a:lnTo>
                      <a:pt x="1547" y="757"/>
                    </a:lnTo>
                    <a:lnTo>
                      <a:pt x="1547" y="675"/>
                    </a:lnTo>
                    <a:lnTo>
                      <a:pt x="1645" y="675"/>
                    </a:lnTo>
                    <a:lnTo>
                      <a:pt x="1645" y="803"/>
                    </a:lnTo>
                    <a:lnTo>
                      <a:pt x="1645" y="803"/>
                    </a:lnTo>
                    <a:lnTo>
                      <a:pt x="1646" y="811"/>
                    </a:lnTo>
                    <a:lnTo>
                      <a:pt x="1648" y="818"/>
                    </a:lnTo>
                    <a:lnTo>
                      <a:pt x="1651" y="825"/>
                    </a:lnTo>
                    <a:lnTo>
                      <a:pt x="1656" y="830"/>
                    </a:lnTo>
                    <a:lnTo>
                      <a:pt x="1661" y="834"/>
                    </a:lnTo>
                    <a:lnTo>
                      <a:pt x="1667" y="838"/>
                    </a:lnTo>
                    <a:lnTo>
                      <a:pt x="1674" y="840"/>
                    </a:lnTo>
                    <a:lnTo>
                      <a:pt x="1682" y="840"/>
                    </a:lnTo>
                    <a:lnTo>
                      <a:pt x="1831" y="840"/>
                    </a:lnTo>
                    <a:lnTo>
                      <a:pt x="1831" y="840"/>
                    </a:lnTo>
                    <a:lnTo>
                      <a:pt x="1838" y="840"/>
                    </a:lnTo>
                    <a:lnTo>
                      <a:pt x="1845" y="838"/>
                    </a:lnTo>
                    <a:lnTo>
                      <a:pt x="1852" y="834"/>
                    </a:lnTo>
                    <a:lnTo>
                      <a:pt x="1858" y="830"/>
                    </a:lnTo>
                    <a:lnTo>
                      <a:pt x="1862" y="825"/>
                    </a:lnTo>
                    <a:lnTo>
                      <a:pt x="1865" y="818"/>
                    </a:lnTo>
                    <a:lnTo>
                      <a:pt x="1867" y="811"/>
                    </a:lnTo>
                    <a:lnTo>
                      <a:pt x="1868" y="803"/>
                    </a:lnTo>
                    <a:lnTo>
                      <a:pt x="1868" y="183"/>
                    </a:lnTo>
                    <a:lnTo>
                      <a:pt x="1868" y="183"/>
                    </a:lnTo>
                    <a:lnTo>
                      <a:pt x="1867" y="175"/>
                    </a:lnTo>
                    <a:lnTo>
                      <a:pt x="1865" y="168"/>
                    </a:lnTo>
                    <a:lnTo>
                      <a:pt x="1862" y="162"/>
                    </a:lnTo>
                    <a:lnTo>
                      <a:pt x="1858" y="157"/>
                    </a:lnTo>
                    <a:lnTo>
                      <a:pt x="1852" y="152"/>
                    </a:lnTo>
                    <a:lnTo>
                      <a:pt x="1845" y="149"/>
                    </a:lnTo>
                    <a:lnTo>
                      <a:pt x="1838" y="147"/>
                    </a:lnTo>
                    <a:lnTo>
                      <a:pt x="1831" y="146"/>
                    </a:lnTo>
                    <a:lnTo>
                      <a:pt x="1831" y="146"/>
                    </a:lnTo>
                    <a:close/>
                    <a:moveTo>
                      <a:pt x="855" y="846"/>
                    </a:moveTo>
                    <a:lnTo>
                      <a:pt x="946" y="611"/>
                    </a:lnTo>
                    <a:lnTo>
                      <a:pt x="819" y="611"/>
                    </a:lnTo>
                    <a:lnTo>
                      <a:pt x="819" y="611"/>
                    </a:lnTo>
                    <a:lnTo>
                      <a:pt x="813" y="610"/>
                    </a:lnTo>
                    <a:lnTo>
                      <a:pt x="808" y="609"/>
                    </a:lnTo>
                    <a:lnTo>
                      <a:pt x="804" y="608"/>
                    </a:lnTo>
                    <a:lnTo>
                      <a:pt x="799" y="606"/>
                    </a:lnTo>
                    <a:lnTo>
                      <a:pt x="795" y="603"/>
                    </a:lnTo>
                    <a:lnTo>
                      <a:pt x="791" y="599"/>
                    </a:lnTo>
                    <a:lnTo>
                      <a:pt x="789" y="595"/>
                    </a:lnTo>
                    <a:lnTo>
                      <a:pt x="787" y="591"/>
                    </a:lnTo>
                    <a:lnTo>
                      <a:pt x="784" y="583"/>
                    </a:lnTo>
                    <a:lnTo>
                      <a:pt x="784" y="579"/>
                    </a:lnTo>
                    <a:lnTo>
                      <a:pt x="784" y="575"/>
                    </a:lnTo>
                    <a:lnTo>
                      <a:pt x="785" y="570"/>
                    </a:lnTo>
                    <a:lnTo>
                      <a:pt x="786" y="565"/>
                    </a:lnTo>
                    <a:lnTo>
                      <a:pt x="788" y="561"/>
                    </a:lnTo>
                    <a:lnTo>
                      <a:pt x="791" y="557"/>
                    </a:lnTo>
                    <a:lnTo>
                      <a:pt x="1117" y="169"/>
                    </a:lnTo>
                    <a:lnTo>
                      <a:pt x="1117" y="169"/>
                    </a:lnTo>
                    <a:lnTo>
                      <a:pt x="1121" y="165"/>
                    </a:lnTo>
                    <a:lnTo>
                      <a:pt x="1126" y="162"/>
                    </a:lnTo>
                    <a:lnTo>
                      <a:pt x="1132" y="160"/>
                    </a:lnTo>
                    <a:lnTo>
                      <a:pt x="1137" y="158"/>
                    </a:lnTo>
                    <a:lnTo>
                      <a:pt x="1143" y="158"/>
                    </a:lnTo>
                    <a:lnTo>
                      <a:pt x="1150" y="158"/>
                    </a:lnTo>
                    <a:lnTo>
                      <a:pt x="1155" y="159"/>
                    </a:lnTo>
                    <a:lnTo>
                      <a:pt x="1161" y="161"/>
                    </a:lnTo>
                    <a:lnTo>
                      <a:pt x="1166" y="164"/>
                    </a:lnTo>
                    <a:lnTo>
                      <a:pt x="1170" y="167"/>
                    </a:lnTo>
                    <a:lnTo>
                      <a:pt x="1174" y="171"/>
                    </a:lnTo>
                    <a:lnTo>
                      <a:pt x="1177" y="176"/>
                    </a:lnTo>
                    <a:lnTo>
                      <a:pt x="1179" y="182"/>
                    </a:lnTo>
                    <a:lnTo>
                      <a:pt x="1180" y="188"/>
                    </a:lnTo>
                    <a:lnTo>
                      <a:pt x="1179" y="194"/>
                    </a:lnTo>
                    <a:lnTo>
                      <a:pt x="1177" y="201"/>
                    </a:lnTo>
                    <a:lnTo>
                      <a:pt x="1087" y="436"/>
                    </a:lnTo>
                    <a:lnTo>
                      <a:pt x="1213" y="436"/>
                    </a:lnTo>
                    <a:lnTo>
                      <a:pt x="1213" y="436"/>
                    </a:lnTo>
                    <a:lnTo>
                      <a:pt x="1220" y="437"/>
                    </a:lnTo>
                    <a:lnTo>
                      <a:pt x="1225" y="438"/>
                    </a:lnTo>
                    <a:lnTo>
                      <a:pt x="1230" y="440"/>
                    </a:lnTo>
                    <a:lnTo>
                      <a:pt x="1234" y="442"/>
                    </a:lnTo>
                    <a:lnTo>
                      <a:pt x="1238" y="445"/>
                    </a:lnTo>
                    <a:lnTo>
                      <a:pt x="1241" y="448"/>
                    </a:lnTo>
                    <a:lnTo>
                      <a:pt x="1244" y="452"/>
                    </a:lnTo>
                    <a:lnTo>
                      <a:pt x="1246" y="456"/>
                    </a:lnTo>
                    <a:lnTo>
                      <a:pt x="1248" y="466"/>
                    </a:lnTo>
                    <a:lnTo>
                      <a:pt x="1248" y="474"/>
                    </a:lnTo>
                    <a:lnTo>
                      <a:pt x="1246" y="483"/>
                    </a:lnTo>
                    <a:lnTo>
                      <a:pt x="1244" y="487"/>
                    </a:lnTo>
                    <a:lnTo>
                      <a:pt x="1241" y="490"/>
                    </a:lnTo>
                    <a:lnTo>
                      <a:pt x="916" y="878"/>
                    </a:lnTo>
                    <a:lnTo>
                      <a:pt x="916" y="878"/>
                    </a:lnTo>
                    <a:lnTo>
                      <a:pt x="911" y="884"/>
                    </a:lnTo>
                    <a:lnTo>
                      <a:pt x="906" y="887"/>
                    </a:lnTo>
                    <a:lnTo>
                      <a:pt x="900" y="889"/>
                    </a:lnTo>
                    <a:lnTo>
                      <a:pt x="894" y="891"/>
                    </a:lnTo>
                    <a:lnTo>
                      <a:pt x="888" y="891"/>
                    </a:lnTo>
                    <a:lnTo>
                      <a:pt x="883" y="891"/>
                    </a:lnTo>
                    <a:lnTo>
                      <a:pt x="877" y="890"/>
                    </a:lnTo>
                    <a:lnTo>
                      <a:pt x="872" y="888"/>
                    </a:lnTo>
                    <a:lnTo>
                      <a:pt x="866" y="885"/>
                    </a:lnTo>
                    <a:lnTo>
                      <a:pt x="861" y="881"/>
                    </a:lnTo>
                    <a:lnTo>
                      <a:pt x="858" y="876"/>
                    </a:lnTo>
                    <a:lnTo>
                      <a:pt x="855" y="872"/>
                    </a:lnTo>
                    <a:lnTo>
                      <a:pt x="853" y="866"/>
                    </a:lnTo>
                    <a:lnTo>
                      <a:pt x="852" y="860"/>
                    </a:lnTo>
                    <a:lnTo>
                      <a:pt x="853" y="854"/>
                    </a:lnTo>
                    <a:lnTo>
                      <a:pt x="855" y="846"/>
                    </a:lnTo>
                    <a:lnTo>
                      <a:pt x="855" y="846"/>
                    </a:lnTo>
                    <a:close/>
                  </a:path>
                </a:pathLst>
              </a:custGeom>
              <a:ln>
                <a:solidFill>
                  <a:schemeClr val="tx2"/>
                </a:solidFill>
              </a:ln>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457200" tIns="91440" rIns="91440" bIns="91440" numCol="1" spcCol="0" rtlCol="0" fromWordArt="0" anchor="ctr" anchorCtr="0" forceAA="0" compatLnSpc="1">
                <a:prstTxWarp prst="textNoShape">
                  <a:avLst/>
                </a:prstTxWarp>
                <a:noAutofit/>
              </a:bodyPr>
              <a:lstStyle/>
              <a:p>
                <a:pPr lvl="0" defTabSz="932472" fontAlgn="base">
                  <a:lnSpc>
                    <a:spcPct val="90000"/>
                  </a:lnSpc>
                  <a:spcBef>
                    <a:spcPct val="0"/>
                  </a:spcBef>
                  <a:spcAft>
                    <a:spcPct val="0"/>
                  </a:spcAft>
                </a:pPr>
                <a:endParaRPr lang="en-US" sz="1400" spc="50">
                  <a:solidFill>
                    <a:schemeClr val="bg1">
                      <a:lumMod val="65000"/>
                    </a:schemeClr>
                  </a:solidFill>
                  <a:latin typeface="Segoe UI Semibold" panose="020B0702040204020203" pitchFamily="34" charset="0"/>
                  <a:cs typeface="Segoe UI Semibold" panose="020B0702040204020203" pitchFamily="34" charset="0"/>
                </a:endParaRPr>
              </a:p>
            </p:txBody>
          </p:sp>
        </p:grpSp>
        <p:cxnSp>
          <p:nvCxnSpPr>
            <p:cNvPr id="42" name="Straight Connector 41">
              <a:extLst>
                <a:ext uri="{FF2B5EF4-FFF2-40B4-BE49-F238E27FC236}">
                  <a16:creationId xmlns:a16="http://schemas.microsoft.com/office/drawing/2014/main" id="{63B7FC49-8849-4B69-9016-335F7DFF72E4}"/>
                </a:ext>
              </a:extLst>
            </p:cNvPr>
            <p:cNvCxnSpPr/>
            <p:nvPr userDrawn="1"/>
          </p:nvCxnSpPr>
          <p:spPr>
            <a:xfrm>
              <a:off x="5645539" y="6678172"/>
              <a:ext cx="0" cy="274320"/>
            </a:xfrm>
            <a:prstGeom prst="line">
              <a:avLst/>
            </a:prstGeom>
            <a:ln w="3175">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59462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220567"/>
            <a:ext cx="9143936" cy="1828786"/>
          </a:xfrm>
          <a:noFill/>
        </p:spPr>
        <p:txBody>
          <a:bodyPr lIns="146304" tIns="91440" rIns="146304" bIns="91440" anchor="t" anchorCtr="0"/>
          <a:lstStyle>
            <a:lvl1pPr>
              <a:defRPr sz="5400" spc="-100" baseline="0">
                <a:gradFill>
                  <a:gsLst>
                    <a:gs pos="62564">
                      <a:schemeClr val="tx1"/>
                    </a:gs>
                    <a:gs pos="55000">
                      <a:schemeClr val="tx1"/>
                    </a:gs>
                  </a:gsLst>
                  <a:lin ang="5400000" scaled="0"/>
                </a:gradFill>
              </a:defRPr>
            </a:lvl1pPr>
          </a:lstStyle>
          <a:p>
            <a:r>
              <a:rPr lang="en-US" dirty="0"/>
              <a:t>Presentation title</a:t>
            </a:r>
          </a:p>
        </p:txBody>
      </p:sp>
      <p:sp>
        <p:nvSpPr>
          <p:cNvPr id="5" name="Text Placeholder 4"/>
          <p:cNvSpPr>
            <a:spLocks noGrp="1"/>
          </p:cNvSpPr>
          <p:nvPr>
            <p:ph type="body" sz="quarter" idx="12" hasCustomPrompt="1"/>
          </p:nvPr>
        </p:nvSpPr>
        <p:spPr>
          <a:xfrm>
            <a:off x="274701" y="3050675"/>
            <a:ext cx="7315137" cy="1828007"/>
          </a:xfrm>
          <a:noFill/>
        </p:spPr>
        <p:txBody>
          <a:bodyPr lIns="164592" tIns="109728" rIns="164592" bIns="109728">
            <a:noAutofit/>
          </a:bodyPr>
          <a:lstStyle>
            <a:lvl1pPr marL="0" indent="0">
              <a:spcBef>
                <a:spcPts val="0"/>
              </a:spcBef>
              <a:buNone/>
              <a:defRPr sz="3200" spc="0" baseline="0">
                <a:gradFill>
                  <a:gsLst>
                    <a:gs pos="91000">
                      <a:schemeClr val="tx1"/>
                    </a:gs>
                    <a:gs pos="0">
                      <a:schemeClr val="tx1"/>
                    </a:gs>
                  </a:gsLst>
                  <a:lin ang="5400000" scaled="0"/>
                </a:gradFill>
                <a:latin typeface="+mn-lt"/>
              </a:defRPr>
            </a:lvl1pPr>
          </a:lstStyle>
          <a:p>
            <a:pPr lvl="0"/>
            <a:r>
              <a:rPr lang="en-US" dirty="0"/>
              <a:t>Speaker name</a:t>
            </a:r>
          </a:p>
        </p:txBody>
      </p:sp>
      <p:sp>
        <p:nvSpPr>
          <p:cNvPr id="7" name="Rectangle 6"/>
          <p:cNvSpPr/>
          <p:nvPr userDrawn="1"/>
        </p:nvSpPr>
        <p:spPr bwMode="gray">
          <a:xfrm>
            <a:off x="0" y="5758901"/>
            <a:ext cx="12435840" cy="1235624"/>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398"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8" name="Picture 7"/>
          <p:cNvPicPr>
            <a:picLocks noChangeAspect="1"/>
          </p:cNvPicPr>
          <p:nvPr userDrawn="1"/>
        </p:nvPicPr>
        <p:blipFill>
          <a:blip r:embed="rId2"/>
          <a:stretch>
            <a:fillRect/>
          </a:stretch>
        </p:blipFill>
        <p:spPr>
          <a:xfrm>
            <a:off x="462280" y="6209084"/>
            <a:ext cx="1456418" cy="310896"/>
          </a:xfrm>
          <a:prstGeom prst="rect">
            <a:avLst/>
          </a:prstGeom>
        </p:spPr>
      </p:pic>
    </p:spTree>
    <p:extLst>
      <p:ext uri="{BB962C8B-B14F-4D97-AF65-F5344CB8AC3E}">
        <p14:creationId xmlns:p14="http://schemas.microsoft.com/office/powerpoint/2010/main" val="40986479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8" y="1212850"/>
            <a:ext cx="11888787" cy="2308324"/>
          </a:xfrm>
        </p:spPr>
        <p:txBody>
          <a:bodyPr>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7570247"/>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Click to edit Master title style</a:t>
            </a:r>
          </a:p>
        </p:txBody>
      </p:sp>
      <p:sp>
        <p:nvSpPr>
          <p:cNvPr id="3" name="Text Placeholder 2"/>
          <p:cNvSpPr>
            <a:spLocks noGrp="1"/>
          </p:cNvSpPr>
          <p:nvPr>
            <p:ph type="body" sz="quarter" idx="10"/>
          </p:nvPr>
        </p:nvSpPr>
        <p:spPr>
          <a:xfrm>
            <a:off x="274702" y="1211287"/>
            <a:ext cx="11888787" cy="548481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12321570"/>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0" indent="0">
              <a:spcBef>
                <a:spcPts val="1224"/>
              </a:spcBef>
              <a:buClr>
                <a:schemeClr val="tx1"/>
              </a:buClr>
              <a:buFont typeface="Wingdings" panose="05000000000000000000" pitchFamily="2" charset="2"/>
              <a:buNone/>
              <a:defRPr sz="3000" b="0">
                <a:latin typeface="+mn-lt"/>
              </a:defRPr>
            </a:lvl1pPr>
            <a:lvl2pPr marL="255588" indent="0">
              <a:buFont typeface="Wingdings" panose="05000000000000000000" pitchFamily="2" charset="2"/>
              <a:buNone/>
              <a:defRPr sz="2400" b="0"/>
            </a:lvl2pPr>
            <a:lvl3pPr marL="450850" indent="0">
              <a:buFont typeface="Wingdings" panose="05000000000000000000" pitchFamily="2" charset="2"/>
              <a:buNone/>
              <a:tabLst/>
              <a:defRPr sz="2200" b="0"/>
            </a:lvl3pPr>
            <a:lvl4pPr marL="652462" indent="0">
              <a:buFont typeface="Wingdings" panose="05000000000000000000" pitchFamily="2" charset="2"/>
              <a:buNone/>
              <a:defRPr sz="2200" b="0"/>
            </a:lvl4pPr>
            <a:lvl5pPr marL="854075" indent="0">
              <a:buFont typeface="Wingdings" panose="05000000000000000000" pitchFamily="2" charset="2"/>
              <a:buNone/>
              <a:tabLst/>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0" indent="0">
              <a:spcBef>
                <a:spcPts val="1224"/>
              </a:spcBef>
              <a:buClr>
                <a:schemeClr val="tx1"/>
              </a:buClr>
              <a:buFont typeface="Arial" panose="020B0604020202020204" pitchFamily="34" charset="0"/>
              <a:buNone/>
              <a:defRPr lang="en-US" sz="3000" b="0" kern="1200" spc="0" baseline="0" dirty="0">
                <a:gradFill>
                  <a:gsLst>
                    <a:gs pos="1250">
                      <a:schemeClr val="tx1"/>
                    </a:gs>
                    <a:gs pos="100000">
                      <a:schemeClr val="tx1"/>
                    </a:gs>
                  </a:gsLst>
                  <a:lin ang="5400000" scaled="0"/>
                </a:gradFill>
                <a:latin typeface="+mn-lt"/>
                <a:ea typeface="+mn-ea"/>
                <a:cs typeface="+mn-cs"/>
              </a:defRPr>
            </a:lvl1pPr>
            <a:lvl2pPr marL="255588" indent="0">
              <a:buFont typeface="Arial" panose="020B0604020202020204" pitchFamily="34" charset="0"/>
              <a:buNone/>
              <a:defRPr lang="en-US" sz="2400" b="0" kern="1200" spc="0" baseline="0" dirty="0">
                <a:gradFill>
                  <a:gsLst>
                    <a:gs pos="1250">
                      <a:schemeClr val="tx1"/>
                    </a:gs>
                    <a:gs pos="100000">
                      <a:schemeClr val="tx1"/>
                    </a:gs>
                  </a:gsLst>
                  <a:lin ang="5400000" scaled="0"/>
                </a:gradFill>
                <a:latin typeface="+mn-lt"/>
                <a:ea typeface="+mn-ea"/>
                <a:cs typeface="+mn-cs"/>
              </a:defRPr>
            </a:lvl2pPr>
            <a:lvl3pPr marL="450850"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3pPr>
            <a:lvl4pPr marL="652462" indent="0">
              <a:buFont typeface="Arial" panose="020B0604020202020204" pitchFamily="34" charset="0"/>
              <a:buNone/>
              <a:defRPr lang="en-US" sz="2200" b="0" kern="1200" spc="0" baseline="0" dirty="0">
                <a:gradFill>
                  <a:gsLst>
                    <a:gs pos="1250">
                      <a:schemeClr val="tx1"/>
                    </a:gs>
                    <a:gs pos="100000">
                      <a:schemeClr val="tx1"/>
                    </a:gs>
                  </a:gsLst>
                  <a:lin ang="5400000" scaled="0"/>
                </a:gradFill>
                <a:latin typeface="+mn-lt"/>
                <a:ea typeface="+mn-ea"/>
                <a:cs typeface="+mn-cs"/>
              </a:defRPr>
            </a:lvl4pPr>
            <a:lvl5pPr marL="854075"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514350" marR="0" lvl="0" indent="-514350" algn="l" defTabSz="932742" rtl="0" eaLnBrk="1" fontAlgn="auto" latinLnBrk="0" hangingPunct="1">
              <a:lnSpc>
                <a:spcPct val="90000"/>
              </a:lnSpc>
              <a:spcBef>
                <a:spcPts val="1224"/>
              </a:spcBef>
              <a:spcAft>
                <a:spcPts val="0"/>
              </a:spcAft>
              <a:buClr>
                <a:schemeClr val="tx1"/>
              </a:buClr>
              <a:buSzPct val="90000"/>
              <a:tabLst/>
            </a:pPr>
            <a:r>
              <a:rPr lang="en-US" dirty="0"/>
              <a:t>Click to edit Master text styles</a:t>
            </a:r>
          </a:p>
          <a:p>
            <a:pPr marL="712788" marR="0" lvl="1" indent="-457200" algn="l" defTabSz="932742" rtl="0" eaLnBrk="1" fontAlgn="auto" latinLnBrk="0" hangingPunct="1">
              <a:lnSpc>
                <a:spcPct val="90000"/>
              </a:lnSpc>
              <a:spcBef>
                <a:spcPct val="20000"/>
              </a:spcBef>
              <a:spcAft>
                <a:spcPts val="0"/>
              </a:spcAft>
              <a:buClrTx/>
              <a:buSzPct val="90000"/>
              <a:tabLst/>
            </a:pPr>
            <a:r>
              <a:rPr lang="en-US" dirty="0"/>
              <a:t>Second level</a:t>
            </a:r>
          </a:p>
          <a:p>
            <a:pPr marL="908050" marR="0" lvl="2" indent="-457200" algn="l" defTabSz="932742" rtl="0" eaLnBrk="1" fontAlgn="auto" latinLnBrk="0" hangingPunct="1">
              <a:lnSpc>
                <a:spcPct val="90000"/>
              </a:lnSpc>
              <a:spcBef>
                <a:spcPct val="20000"/>
              </a:spcBef>
              <a:spcAft>
                <a:spcPts val="0"/>
              </a:spcAft>
              <a:buClrTx/>
              <a:buSzPct val="90000"/>
              <a:tabLst/>
            </a:pPr>
            <a:r>
              <a:rPr lang="en-US" dirty="0"/>
              <a:t>Third level</a:t>
            </a:r>
          </a:p>
          <a:p>
            <a:pPr marL="1109662" marR="0" lvl="3" indent="-457200" algn="l" defTabSz="932742" rtl="0" eaLnBrk="1" fontAlgn="auto" latinLnBrk="0" hangingPunct="1">
              <a:lnSpc>
                <a:spcPct val="90000"/>
              </a:lnSpc>
              <a:spcBef>
                <a:spcPct val="20000"/>
              </a:spcBef>
              <a:spcAft>
                <a:spcPts val="0"/>
              </a:spcAft>
              <a:buClrTx/>
              <a:buSzPct val="90000"/>
              <a:tabLst/>
            </a:pPr>
            <a:r>
              <a:rPr lang="en-US" dirty="0"/>
              <a:t>Fourth level</a:t>
            </a:r>
          </a:p>
          <a:p>
            <a:pPr marL="1311275" marR="0" lvl="4" indent="-457200" algn="l" defTabSz="932742" rtl="0" eaLnBrk="1" fontAlgn="auto" latinLnBrk="0" hangingPunct="1">
              <a:lnSpc>
                <a:spcPct val="90000"/>
              </a:lnSpc>
              <a:spcBef>
                <a:spcPct val="20000"/>
              </a:spcBef>
              <a:spcAft>
                <a:spcPts val="0"/>
              </a:spcAft>
              <a:buClrTx/>
              <a:buSzPct val="90000"/>
              <a:tabLst/>
            </a:pPr>
            <a:r>
              <a:rPr lang="en-US" dirty="0"/>
              <a:t>Fifth level</a:t>
            </a:r>
          </a:p>
        </p:txBody>
      </p:sp>
    </p:spTree>
    <p:extLst>
      <p:ext uri="{BB962C8B-B14F-4D97-AF65-F5344CB8AC3E}">
        <p14:creationId xmlns:p14="http://schemas.microsoft.com/office/powerpoint/2010/main" val="1954530601"/>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231775" indent="-231775">
              <a:spcBef>
                <a:spcPts val="1224"/>
              </a:spcBef>
              <a:buClr>
                <a:schemeClr val="tx1"/>
              </a:buClr>
              <a:buFont typeface="Wingdings" panose="05000000000000000000" pitchFamily="2" charset="2"/>
              <a:buChar char=""/>
              <a:defRPr sz="3000" b="0">
                <a:latin typeface="+mn-lt"/>
              </a:defRPr>
            </a:lvl1pPr>
            <a:lvl2pPr marL="427038" indent="-171450">
              <a:buFont typeface="Wingdings" panose="05000000000000000000" pitchFamily="2" charset="2"/>
              <a:buChar char=""/>
              <a:defRPr sz="2400" b="0"/>
            </a:lvl2pPr>
            <a:lvl3pPr marL="639763" indent="-188913">
              <a:buFont typeface="Wingdings" panose="05000000000000000000" pitchFamily="2" charset="2"/>
              <a:buChar char=""/>
              <a:tabLst/>
              <a:defRPr sz="2200" b="0"/>
            </a:lvl3pPr>
            <a:lvl4pPr marL="828675" indent="-176213">
              <a:buFont typeface="Wingdings" panose="05000000000000000000" pitchFamily="2" charset="2"/>
              <a:buChar char=""/>
              <a:defRPr sz="2200" b="0"/>
            </a:lvl4pPr>
            <a:lvl5pPr marL="1023938" indent="-169863">
              <a:buFont typeface="Wingdings" panose="05000000000000000000" pitchFamily="2" charset="2"/>
              <a:buChar char=""/>
              <a:tabLst/>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287338" indent="-287338">
              <a:spcBef>
                <a:spcPts val="1224"/>
              </a:spcBef>
              <a:buClr>
                <a:schemeClr val="tx1"/>
              </a:buClr>
              <a:buFont typeface="Arial" pitchFamily="34" charset="0"/>
              <a:buChar char="•"/>
              <a:defRPr lang="en-US" sz="3000" b="0" kern="1200" spc="0" baseline="0" dirty="0">
                <a:gradFill>
                  <a:gsLst>
                    <a:gs pos="1250">
                      <a:schemeClr val="tx1"/>
                    </a:gs>
                    <a:gs pos="100000">
                      <a:schemeClr val="tx1"/>
                    </a:gs>
                  </a:gsLst>
                  <a:lin ang="5400000" scaled="0"/>
                </a:gradFill>
                <a:latin typeface="+mn-lt"/>
                <a:ea typeface="+mn-ea"/>
                <a:cs typeface="+mn-cs"/>
              </a:defRPr>
            </a:lvl1pPr>
            <a:lvl2pPr marL="598488" indent="-342900">
              <a:defRPr lang="en-US" sz="2400" b="0" kern="1200" spc="0" baseline="0" dirty="0">
                <a:gradFill>
                  <a:gsLst>
                    <a:gs pos="1250">
                      <a:schemeClr val="tx1"/>
                    </a:gs>
                    <a:gs pos="100000">
                      <a:schemeClr val="tx1"/>
                    </a:gs>
                  </a:gsLst>
                  <a:lin ang="5400000" scaled="0"/>
                </a:gradFill>
                <a:latin typeface="+mn-lt"/>
                <a:ea typeface="+mn-ea"/>
                <a:cs typeface="+mn-cs"/>
              </a:defRPr>
            </a:lvl2pPr>
            <a:lvl3pPr marL="793750" indent="-342900">
              <a:tabLst/>
              <a:defRPr lang="en-US" sz="2200" b="0" kern="1200" spc="0" baseline="0" dirty="0">
                <a:gradFill>
                  <a:gsLst>
                    <a:gs pos="1250">
                      <a:schemeClr val="tx1"/>
                    </a:gs>
                    <a:gs pos="100000">
                      <a:schemeClr val="tx1"/>
                    </a:gs>
                  </a:gsLst>
                  <a:lin ang="5400000" scaled="0"/>
                </a:gradFill>
                <a:latin typeface="+mn-lt"/>
                <a:ea typeface="+mn-ea"/>
                <a:cs typeface="+mn-cs"/>
              </a:defRPr>
            </a:lvl3pPr>
            <a:lvl4pPr marL="995362" indent="-342900">
              <a:defRPr lang="en-US" sz="2200" b="0" kern="1200" spc="0" baseline="0" dirty="0">
                <a:gradFill>
                  <a:gsLst>
                    <a:gs pos="1250">
                      <a:schemeClr val="tx1"/>
                    </a:gs>
                    <a:gs pos="100000">
                      <a:schemeClr val="tx1"/>
                    </a:gs>
                  </a:gsLst>
                  <a:lin ang="5400000" scaled="0"/>
                </a:gradFill>
                <a:latin typeface="+mn-lt"/>
                <a:ea typeface="+mn-ea"/>
                <a:cs typeface="+mn-cs"/>
              </a:defRPr>
            </a:lvl4pPr>
            <a:lvl5pPr marL="1196975" indent="-342900">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231775" marR="0" lvl="0"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dirty="0"/>
              <a:t>Click to edit Master text styles</a:t>
            </a:r>
          </a:p>
          <a:p>
            <a:pPr marL="427038" marR="0" lvl="1" indent="-17145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pPr>
            <a:r>
              <a:rPr lang="en-US" dirty="0"/>
              <a:t>Second level</a:t>
            </a:r>
          </a:p>
          <a:p>
            <a:pPr marL="639763" marR="0" lvl="2" indent="-188913"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pPr>
            <a:r>
              <a:rPr lang="en-US" dirty="0"/>
              <a:t>Third level</a:t>
            </a:r>
          </a:p>
          <a:p>
            <a:pPr marL="828675" marR="0" lvl="3" indent="-176213"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pPr>
            <a:r>
              <a:rPr lang="en-US" dirty="0"/>
              <a:t>Fourth level</a:t>
            </a:r>
          </a:p>
          <a:p>
            <a:pPr marL="1023938" marR="0" lvl="4" indent="-169863"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pPr>
            <a:r>
              <a:rPr lang="en-US" dirty="0"/>
              <a:t>Fifth level</a:t>
            </a:r>
          </a:p>
        </p:txBody>
      </p:sp>
    </p:spTree>
    <p:extLst>
      <p:ext uri="{BB962C8B-B14F-4D97-AF65-F5344CB8AC3E}">
        <p14:creationId xmlns:p14="http://schemas.microsoft.com/office/powerpoint/2010/main" val="679650135"/>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681027781"/>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ustomer Evidence Slide">
    <p:bg bwMode="gray">
      <p:bgPr>
        <a:solidFill>
          <a:srgbClr val="E6E6E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gradFill>
                  <a:gsLst>
                    <a:gs pos="18584">
                      <a:schemeClr val="tx2"/>
                    </a:gs>
                    <a:gs pos="57000">
                      <a:schemeClr val="tx2"/>
                    </a:gs>
                  </a:gsLst>
                  <a:lin ang="5400000" scaled="0"/>
                </a:gradFill>
              </a:defRPr>
            </a:lvl1pPr>
          </a:lstStyle>
          <a:p>
            <a:r>
              <a:rPr lang="en-US" dirty="0"/>
              <a:t>Customer evidence slide</a:t>
            </a:r>
          </a:p>
        </p:txBody>
      </p:sp>
      <p:sp>
        <p:nvSpPr>
          <p:cNvPr id="4" name="Picture Placeholder 3"/>
          <p:cNvSpPr>
            <a:spLocks noGrp="1"/>
          </p:cNvSpPr>
          <p:nvPr>
            <p:ph type="pic" sz="quarter" idx="10"/>
          </p:nvPr>
        </p:nvSpPr>
        <p:spPr bwMode="gray">
          <a:xfrm>
            <a:off x="274638" y="1434069"/>
            <a:ext cx="5486400" cy="1827214"/>
          </a:xfrm>
          <a:blipFill>
            <a:blip r:embed="rId2"/>
            <a:stretch>
              <a:fillRect/>
            </a:stretch>
          </a:blipFill>
        </p:spPr>
        <p:txBody>
          <a:bodyPr lIns="182880" tIns="146304" rIns="182880" bIns="146304">
            <a:noAutofit/>
          </a:bodyPr>
          <a:lstStyle>
            <a:lvl1pPr marL="0" indent="0">
              <a:buNone/>
              <a:defRPr lang="en-US" sz="2400" kern="1200" spc="0" baseline="0" dirty="0">
                <a:noFill/>
                <a:latin typeface="+mn-lt"/>
                <a:ea typeface="+mn-ea"/>
                <a:cs typeface="+mn-cs"/>
              </a:defRPr>
            </a:lvl1pPr>
            <a:lvl2pPr>
              <a:defRPr lang="en-US" sz="2400" kern="1200" spc="0" baseline="0" dirty="0">
                <a:gradFill>
                  <a:gsLst>
                    <a:gs pos="1250">
                      <a:schemeClr val="tx1"/>
                    </a:gs>
                    <a:gs pos="100000">
                      <a:schemeClr val="tx1"/>
                    </a:gs>
                  </a:gsLst>
                  <a:lin ang="5400000" scaled="0"/>
                </a:gradFill>
                <a:latin typeface="+mn-lt"/>
                <a:ea typeface="+mn-ea"/>
                <a:cs typeface="+mn-cs"/>
              </a:defRPr>
            </a:lvl2pPr>
          </a:lstStyle>
          <a:p>
            <a:pPr marL="0" marR="0" lvl="0" indent="0" algn="l" defTabSz="932742" rtl="0" eaLnBrk="1" fontAlgn="auto" latinLnBrk="0" hangingPunct="1">
              <a:lnSpc>
                <a:spcPct val="90000"/>
              </a:lnSpc>
              <a:spcBef>
                <a:spcPct val="20000"/>
              </a:spcBef>
              <a:spcAft>
                <a:spcPts val="0"/>
              </a:spcAft>
              <a:buClrTx/>
              <a:buSzPct val="90000"/>
              <a:buFont typeface="Arial" pitchFamily="34" charset="0"/>
              <a:buNone/>
              <a:tabLst/>
            </a:pPr>
            <a:endParaRPr lang="en-US" dirty="0"/>
          </a:p>
        </p:txBody>
      </p:sp>
      <p:sp>
        <p:nvSpPr>
          <p:cNvPr id="5" name="Rectangle 4"/>
          <p:cNvSpPr/>
          <p:nvPr userDrawn="1"/>
        </p:nvSpPr>
        <p:spPr bwMode="auto">
          <a:xfrm>
            <a:off x="6218237" y="4868863"/>
            <a:ext cx="5945966" cy="1828800"/>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82880" tIns="146304" rIns="182880" bIns="146304"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5439">
                    <a:srgbClr val="F8F8F8"/>
                  </a:gs>
                  <a:gs pos="10000">
                    <a:srgbClr val="F8F8F8"/>
                  </a:gs>
                </a:gsLst>
                <a:lin ang="5400000" scaled="0"/>
              </a:gradFill>
            </a:endParaRPr>
          </a:p>
        </p:txBody>
      </p:sp>
      <p:sp>
        <p:nvSpPr>
          <p:cNvPr id="6" name="Picture Placeholder 3"/>
          <p:cNvSpPr>
            <a:spLocks noGrp="1"/>
          </p:cNvSpPr>
          <p:nvPr>
            <p:ph type="pic" sz="quarter" idx="11" hasCustomPrompt="1"/>
          </p:nvPr>
        </p:nvSpPr>
        <p:spPr bwMode="gray">
          <a:xfrm>
            <a:off x="6218237" y="1434069"/>
            <a:ext cx="5943601" cy="3433208"/>
          </a:xfrm>
          <a:blipFill>
            <a:blip r:embed="rId3"/>
            <a:stretch>
              <a:fillRect/>
            </a:stretch>
          </a:blipFill>
        </p:spPr>
        <p:txBody>
          <a:bodyPr lIns="182880" tIns="146304" rIns="182880" bIns="146304">
            <a:noAutofit/>
          </a:bodyPr>
          <a:lstStyle>
            <a:lvl1pPr marL="0" indent="0">
              <a:buNone/>
              <a:defRPr lang="en-US" sz="2400" kern="1200" spc="0" baseline="0" dirty="0">
                <a:gradFill>
                  <a:gsLst>
                    <a:gs pos="1250">
                      <a:schemeClr val="tx1"/>
                    </a:gs>
                    <a:gs pos="100000">
                      <a:schemeClr val="tx1"/>
                    </a:gs>
                  </a:gsLst>
                  <a:lin ang="5400000" scaled="0"/>
                </a:gradFill>
                <a:latin typeface="+mn-lt"/>
                <a:ea typeface="+mn-ea"/>
                <a:cs typeface="+mn-cs"/>
              </a:defRPr>
            </a:lvl1pPr>
            <a:lvl2pPr algn="ctr">
              <a:defRPr lang="en-US" sz="2400" kern="1200" spc="0" baseline="0" dirty="0">
                <a:gradFill>
                  <a:gsLst>
                    <a:gs pos="1250">
                      <a:schemeClr val="tx1"/>
                    </a:gs>
                    <a:gs pos="100000">
                      <a:schemeClr val="tx1"/>
                    </a:gs>
                  </a:gsLst>
                  <a:lin ang="5400000" scaled="0"/>
                </a:gradFill>
                <a:latin typeface="+mn-lt"/>
                <a:ea typeface="+mn-ea"/>
                <a:cs typeface="+mn-cs"/>
              </a:defRPr>
            </a:lvl2pPr>
          </a:lstStyle>
          <a:p>
            <a:pPr marL="0" marR="0" lvl="0" indent="0" algn="l" defTabSz="932742" rtl="0" eaLnBrk="1" fontAlgn="auto" latinLnBrk="0" hangingPunct="1">
              <a:lnSpc>
                <a:spcPct val="90000"/>
              </a:lnSpc>
              <a:spcBef>
                <a:spcPct val="20000"/>
              </a:spcBef>
              <a:spcAft>
                <a:spcPts val="0"/>
              </a:spcAft>
              <a:buClrTx/>
              <a:buSzPct val="90000"/>
              <a:buFont typeface="Arial" pitchFamily="34" charset="0"/>
              <a:buNone/>
              <a:tabLst/>
            </a:pPr>
            <a:r>
              <a:rPr lang="en-US" dirty="0"/>
              <a:t>Your image here</a:t>
            </a:r>
          </a:p>
        </p:txBody>
      </p:sp>
      <p:cxnSp>
        <p:nvCxnSpPr>
          <p:cNvPr id="7" name="Straight Connector 6"/>
          <p:cNvCxnSpPr/>
          <p:nvPr userDrawn="1"/>
        </p:nvCxnSpPr>
        <p:spPr>
          <a:xfrm>
            <a:off x="5989638" y="1836883"/>
            <a:ext cx="0" cy="4754828"/>
          </a:xfrm>
          <a:prstGeom prst="line">
            <a:avLst/>
          </a:prstGeom>
          <a:ln w="3175">
            <a:solidFill>
              <a:schemeClr val="tx1">
                <a:alpha val="2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10"/>
          <p:cNvSpPr>
            <a:spLocks noGrp="1"/>
          </p:cNvSpPr>
          <p:nvPr>
            <p:ph type="body" sz="quarter" idx="12"/>
          </p:nvPr>
        </p:nvSpPr>
        <p:spPr>
          <a:xfrm>
            <a:off x="274638" y="3260725"/>
            <a:ext cx="5486400" cy="3436938"/>
          </a:xfrm>
        </p:spPr>
        <p:txBody>
          <a:bodyPr lIns="182880" tIns="146304" rIns="182880" bIns="146304">
            <a:noAutofit/>
          </a:bodyPr>
          <a:lstStyle>
            <a:lvl1pPr marL="0" indent="0">
              <a:buNone/>
              <a:defRPr sz="2400">
                <a:latin typeface="+mn-lt"/>
              </a:defRPr>
            </a:lvl1pPr>
          </a:lstStyle>
          <a:p>
            <a:pPr lvl="0"/>
            <a:r>
              <a:rPr lang="en-US" dirty="0"/>
              <a:t>Edit Master text styles</a:t>
            </a:r>
          </a:p>
        </p:txBody>
      </p:sp>
      <p:sp>
        <p:nvSpPr>
          <p:cNvPr id="15" name="Text Placeholder 14"/>
          <p:cNvSpPr>
            <a:spLocks noGrp="1"/>
          </p:cNvSpPr>
          <p:nvPr>
            <p:ph type="body" sz="quarter" idx="13"/>
          </p:nvPr>
        </p:nvSpPr>
        <p:spPr>
          <a:xfrm>
            <a:off x="6218238" y="4868863"/>
            <a:ext cx="5943600" cy="1827214"/>
          </a:xfrm>
        </p:spPr>
        <p:txBody>
          <a:bodyPr lIns="182880" tIns="146304" rIns="182880" bIns="146304" anchor="ctr">
            <a:noAutofit/>
          </a:bodyPr>
          <a:lstStyle>
            <a:lvl1pPr marL="0" indent="0" algn="ctr">
              <a:buNone/>
              <a:defRPr sz="3200">
                <a:gradFill>
                  <a:gsLst>
                    <a:gs pos="27434">
                      <a:srgbClr val="FFFFFF"/>
                    </a:gs>
                    <a:gs pos="54000">
                      <a:srgbClr val="FFFFFF"/>
                    </a:gs>
                  </a:gsLst>
                  <a:lin ang="5400000" scaled="0"/>
                </a:gradFill>
                <a:latin typeface="+mj-lt"/>
              </a:defRPr>
            </a:lvl1pPr>
          </a:lstStyle>
          <a:p>
            <a:pPr lvl="0"/>
            <a:r>
              <a:rPr lang="en-US" dirty="0"/>
              <a:t>Edit Master text styles</a:t>
            </a:r>
          </a:p>
        </p:txBody>
      </p:sp>
    </p:spTree>
    <p:extLst>
      <p:ext uri="{BB962C8B-B14F-4D97-AF65-F5344CB8AC3E}">
        <p14:creationId xmlns:p14="http://schemas.microsoft.com/office/powerpoint/2010/main" val="193764688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77"/>
            <a:ext cx="10056812" cy="1181862"/>
          </a:xfrm>
          <a:noFill/>
        </p:spPr>
        <p:txBody>
          <a:bodyPr tIns="91440" bIns="91440" anchor="t" anchorCtr="0">
            <a:spAutoFit/>
          </a:bodyPr>
          <a:lstStyle>
            <a:lvl1pPr>
              <a:defRPr sz="7200" spc="-100" baseline="0">
                <a:gradFill>
                  <a:gsLst>
                    <a:gs pos="0">
                      <a:schemeClr val="tx1"/>
                    </a:gs>
                    <a:gs pos="100000">
                      <a:schemeClr val="tx1"/>
                    </a:gs>
                  </a:gsLst>
                  <a:lin ang="5400000" scaled="0"/>
                </a:gradFill>
              </a:defRPr>
            </a:lvl1pPr>
          </a:lstStyle>
          <a:p>
            <a:r>
              <a:rPr lang="en-US" dirty="0"/>
              <a:t>Demo title</a:t>
            </a:r>
          </a:p>
        </p:txBody>
      </p:sp>
      <p:sp>
        <p:nvSpPr>
          <p:cNvPr id="5" name="Text Placeholder 4"/>
          <p:cNvSpPr>
            <a:spLocks noGrp="1"/>
          </p:cNvSpPr>
          <p:nvPr>
            <p:ph type="body" sz="quarter" idx="12" hasCustomPrompt="1"/>
          </p:nvPr>
        </p:nvSpPr>
        <p:spPr>
          <a:xfrm>
            <a:off x="274638" y="3954463"/>
            <a:ext cx="10058401" cy="738664"/>
          </a:xfrm>
          <a:noFill/>
        </p:spPr>
        <p:txBody>
          <a:bodyPr lIns="182880" tIns="146304" rIns="182880" bIns="146304">
            <a:spAutoFit/>
          </a:bodyPr>
          <a:lstStyle>
            <a:lvl1pPr marL="0" indent="0">
              <a:spcBef>
                <a:spcPts val="0"/>
              </a:spcBef>
              <a:buNone/>
              <a:defRPr sz="3200" spc="0" baseline="0">
                <a:gradFill>
                  <a:gsLst>
                    <a:gs pos="0">
                      <a:schemeClr val="tx1"/>
                    </a:gs>
                    <a:gs pos="100000">
                      <a:schemeClr val="tx1"/>
                    </a:gs>
                  </a:gsLst>
                  <a:lin ang="5400000" scaled="0"/>
                </a:gradFill>
                <a:latin typeface="+mj-lt"/>
              </a:defRPr>
            </a:lvl1pPr>
          </a:lstStyle>
          <a:p>
            <a:pPr lvl="0"/>
            <a:r>
              <a:rPr lang="en-US" dirty="0"/>
              <a:t>Speaker Name</a:t>
            </a:r>
          </a:p>
        </p:txBody>
      </p:sp>
    </p:spTree>
    <p:extLst>
      <p:ext uri="{BB962C8B-B14F-4D97-AF65-F5344CB8AC3E}">
        <p14:creationId xmlns:p14="http://schemas.microsoft.com/office/powerpoint/2010/main" val="7962452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125677"/>
            <a:ext cx="10056812" cy="1181862"/>
          </a:xfrm>
          <a:noFill/>
        </p:spPr>
        <p:txBody>
          <a:bodyPr tIns="91440" bIns="91440" anchor="t" anchorCtr="0">
            <a:spAutoFit/>
          </a:bodyPr>
          <a:lstStyle>
            <a:lvl1pPr>
              <a:defRPr lang="en-US" sz="7200" b="0" kern="1200" cap="none" spc="-100"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a:t>Video title</a:t>
            </a:r>
          </a:p>
        </p:txBody>
      </p:sp>
    </p:spTree>
    <p:extLst>
      <p:ext uri="{BB962C8B-B14F-4D97-AF65-F5344CB8AC3E}">
        <p14:creationId xmlns:p14="http://schemas.microsoft.com/office/powerpoint/2010/main" val="34050760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2574406291"/>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100745424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quare Right Photo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740132"/>
            <a:ext cx="4892040" cy="1514261"/>
          </a:xfrm>
        </p:spPr>
        <p:txBody>
          <a:bodyPr wrap="square" anchor="ctr">
            <a:spAutoFit/>
          </a:bodyPr>
          <a:lstStyle>
            <a:lvl1pPr>
              <a:defRPr sz="4800" baseline="0">
                <a:gradFill>
                  <a:gsLst>
                    <a:gs pos="1250">
                      <a:schemeClr val="tx1"/>
                    </a:gs>
                    <a:gs pos="100000">
                      <a:schemeClr val="tx1"/>
                    </a:gs>
                  </a:gsLst>
                  <a:lin ang="5400000" scaled="0"/>
                </a:gradFill>
              </a:defRPr>
            </a:lvl1pPr>
          </a:lstStyle>
          <a:p>
            <a:r>
              <a:rPr lang="en-US" dirty="0"/>
              <a:t>Square photo layout</a:t>
            </a:r>
          </a:p>
        </p:txBody>
      </p:sp>
      <p:sp>
        <p:nvSpPr>
          <p:cNvPr id="6" name="Picture Placeholder 4"/>
          <p:cNvSpPr>
            <a:spLocks noGrp="1" noChangeAspect="1"/>
          </p:cNvSpPr>
          <p:nvPr>
            <p:ph type="pic" sz="quarter" idx="10"/>
          </p:nvPr>
        </p:nvSpPr>
        <p:spPr bwMode="ltGray">
          <a:xfrm>
            <a:off x="5441315" y="0"/>
            <a:ext cx="6995160" cy="6992587"/>
          </a:xfrm>
          <a:prstGeom prst="rect">
            <a:avLst/>
          </a:prstGeom>
          <a:blipFill>
            <a:blip r:embed="rId2"/>
            <a:stretch>
              <a:fillRect/>
            </a:stretch>
          </a:blipFill>
        </p:spPr>
        <p:txBody>
          <a:bodyPr tIns="548640" anchor="ctr" anchorCtr="0">
            <a:noAutofit/>
          </a:bodyPr>
          <a:lstStyle>
            <a:lvl1pPr marL="0" indent="0" algn="ctr">
              <a:buNone/>
              <a:defRPr sz="1600" b="1" cap="none" baseline="0">
                <a:gradFill>
                  <a:gsLst>
                    <a:gs pos="0">
                      <a:srgbClr val="FFFFFF"/>
                    </a:gs>
                    <a:gs pos="27000">
                      <a:srgbClr val="FFFFFF"/>
                    </a:gs>
                  </a:gsLst>
                  <a:lin ang="5400000" scaled="0"/>
                </a:gradFill>
                <a:latin typeface="+mn-lt"/>
              </a:defRPr>
            </a:lvl1pPr>
          </a:lstStyle>
          <a:p>
            <a:r>
              <a:rPr lang="en-US" dirty="0"/>
              <a:t>Click icon to add picture</a:t>
            </a:r>
          </a:p>
        </p:txBody>
      </p:sp>
    </p:spTree>
    <p:extLst>
      <p:ext uri="{BB962C8B-B14F-4D97-AF65-F5344CB8AC3E}">
        <p14:creationId xmlns:p14="http://schemas.microsoft.com/office/powerpoint/2010/main" val="2667155633"/>
      </p:ext>
    </p:extLst>
  </p:cSld>
  <p:clrMapOvr>
    <a:masterClrMapping/>
  </p:clrMapOvr>
  <p:transition>
    <p:fade/>
  </p:transition>
  <p:extLst mod="1">
    <p:ext uri="{DCECCB84-F9BA-43D5-87BE-67443E8EF086}">
      <p15:sldGuideLst xmlns:p15="http://schemas.microsoft.com/office/powerpoint/2012/main">
        <p15:guide id="1" pos="342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Evaluation Slide">
    <p:spTree>
      <p:nvGrpSpPr>
        <p:cNvPr id="1" name=""/>
        <p:cNvGrpSpPr/>
        <p:nvPr/>
      </p:nvGrpSpPr>
      <p:grpSpPr>
        <a:xfrm>
          <a:off x="0" y="0"/>
          <a:ext cx="0" cy="0"/>
          <a:chOff x="0" y="0"/>
          <a:chExt cx="0" cy="0"/>
        </a:xfrm>
      </p:grpSpPr>
      <p:sp>
        <p:nvSpPr>
          <p:cNvPr id="2" name="Title 1"/>
          <p:cNvSpPr>
            <a:spLocks noGrp="1"/>
          </p:cNvSpPr>
          <p:nvPr>
            <p:ph type="title"/>
          </p:nvPr>
        </p:nvSpPr>
        <p:spPr>
          <a:xfrm>
            <a:off x="5120969" y="295274"/>
            <a:ext cx="7043233" cy="917575"/>
          </a:xfrm>
        </p:spPr>
        <p:txBody>
          <a:bodyPr/>
          <a:lstStyle>
            <a:lvl1pPr>
              <a:defRPr sz="4000"/>
            </a:lvl1pPr>
          </a:lstStyle>
          <a:p>
            <a:r>
              <a:rPr lang="en-US" dirty="0"/>
              <a:t>Click to edit Master title style</a:t>
            </a:r>
          </a:p>
        </p:txBody>
      </p:sp>
      <p:sp>
        <p:nvSpPr>
          <p:cNvPr id="4" name="Text Placeholder 3"/>
          <p:cNvSpPr>
            <a:spLocks noGrp="1"/>
          </p:cNvSpPr>
          <p:nvPr>
            <p:ph type="body" sz="quarter" idx="10"/>
          </p:nvPr>
        </p:nvSpPr>
        <p:spPr>
          <a:xfrm>
            <a:off x="5120970" y="4868863"/>
            <a:ext cx="7042456" cy="1828800"/>
          </a:xfrm>
        </p:spPr>
        <p:txBody>
          <a:bodyPr wrap="square">
            <a:noAutofit/>
          </a:bodyPr>
          <a:lstStyle>
            <a:lvl1pPr marL="0" indent="0">
              <a:spcBef>
                <a:spcPts val="1800"/>
              </a:spcBef>
              <a:buNone/>
              <a:defRPr sz="2000">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Edit Master text styles</a:t>
            </a:r>
          </a:p>
        </p:txBody>
      </p:sp>
      <p:pic>
        <p:nvPicPr>
          <p:cNvPr id="5" name="Picture 4" descr="Image of Ignite app on a Windows Device." title="Ignite event image">
            <a:extLst>
              <a:ext uri="{FF2B5EF4-FFF2-40B4-BE49-F238E27FC236}">
                <a16:creationId xmlns:a16="http://schemas.microsoft.com/office/drawing/2014/main" id="{E803C22C-E970-4ADA-A60C-5127C1C2C1DE}"/>
              </a:ext>
            </a:extLst>
          </p:cNvPr>
          <p:cNvPicPr>
            <a:picLocks noChangeAspect="1"/>
          </p:cNvPicPr>
          <p:nvPr userDrawn="1"/>
        </p:nvPicPr>
        <p:blipFill rotWithShape="1">
          <a:blip r:embed="rId2"/>
          <a:srcRect l="17119" r="5881"/>
          <a:stretch/>
        </p:blipFill>
        <p:spPr>
          <a:xfrm>
            <a:off x="0" y="-1"/>
            <a:ext cx="4925696" cy="6995160"/>
          </a:xfrm>
          <a:prstGeom prst="rect">
            <a:avLst/>
          </a:prstGeom>
        </p:spPr>
      </p:pic>
    </p:spTree>
    <p:extLst>
      <p:ext uri="{BB962C8B-B14F-4D97-AF65-F5344CB8AC3E}">
        <p14:creationId xmlns:p14="http://schemas.microsoft.com/office/powerpoint/2010/main" val="3871779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6420015"/>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205857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dirty="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1995931"/>
          </a:xfrm>
        </p:spPr>
        <p:txBody>
          <a:bodyPr/>
          <a:lstStyle>
            <a:lvl1pPr marL="0" indent="0">
              <a:buNone/>
              <a:defRPr sz="3300">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1pPr>
            <a:lvl2pPr marL="34655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2pPr>
            <a:lvl3pPr marL="58460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3pPr>
            <a:lvl4pPr marL="81456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4pPr>
            <a:lvl5pPr marL="105099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61737675"/>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rgbClr val="E6E6E6"/>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pic>
        <p:nvPicPr>
          <p:cNvPr id="4" name="Picture 3"/>
          <p:cNvPicPr>
            <a:picLocks noChangeAspect="1"/>
          </p:cNvPicPr>
          <p:nvPr userDrawn="1"/>
        </p:nvPicPr>
        <p:blipFill>
          <a:blip r:embed="rId2"/>
          <a:stretch>
            <a:fillRect/>
          </a:stretch>
        </p:blipFill>
        <p:spPr bwMode="invGray">
          <a:xfrm>
            <a:off x="464013" y="479425"/>
            <a:ext cx="1436313" cy="306604"/>
          </a:xfrm>
          <a:prstGeom prst="rect">
            <a:avLst/>
          </a:prstGeom>
        </p:spPr>
      </p:pic>
    </p:spTree>
    <p:extLst>
      <p:ext uri="{BB962C8B-B14F-4D97-AF65-F5344CB8AC3E}">
        <p14:creationId xmlns:p14="http://schemas.microsoft.com/office/powerpoint/2010/main" val="408761204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dirty="0"/>
              <a:t>Click to edit Master title style</a:t>
            </a:r>
          </a:p>
        </p:txBody>
      </p:sp>
    </p:spTree>
    <p:extLst>
      <p:ext uri="{BB962C8B-B14F-4D97-AF65-F5344CB8AC3E}">
        <p14:creationId xmlns:p14="http://schemas.microsoft.com/office/powerpoint/2010/main" val="147724681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image" Target="../media/image1.emf"/><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10" Type="http://schemas.openxmlformats.org/officeDocument/2006/relationships/slideLayout" Target="../slideLayouts/slideLayout30.xml"/><Relationship Id="rId19" Type="http://schemas.openxmlformats.org/officeDocument/2006/relationships/theme" Target="../theme/theme2.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p:cNvPicPr>
            <a:picLocks noChangeAspect="1"/>
          </p:cNvPicPr>
          <p:nvPr userDrawn="1"/>
        </p:nvPicPr>
        <p:blipFill>
          <a:blip r:embed="rId22"/>
          <a:stretch>
            <a:fillRect/>
          </a:stretch>
        </p:blipFill>
        <p:spPr>
          <a:xfrm rot="5400000">
            <a:off x="9371795" y="3072299"/>
            <a:ext cx="6995160" cy="849926"/>
          </a:xfrm>
          <a:prstGeom prst="rect">
            <a:avLst/>
          </a:prstGeom>
        </p:spPr>
      </p:pic>
    </p:spTree>
    <p:extLst>
      <p:ext uri="{BB962C8B-B14F-4D97-AF65-F5344CB8AC3E}">
        <p14:creationId xmlns:p14="http://schemas.microsoft.com/office/powerpoint/2010/main" val="4059602932"/>
      </p:ext>
    </p:extLst>
  </p:cSld>
  <p:clrMap bg1="lt1" tx1="dk1" bg2="lt2" tx2="dk2" accent1="accent1" accent2="accent2" accent3="accent3" accent4="accent4" accent5="accent5" accent6="accent6" hlink="hlink" folHlink="folHlink"/>
  <p:sldLayoutIdLst>
    <p:sldLayoutId id="2147484478" r:id="rId1"/>
    <p:sldLayoutId id="2147484480" r:id="rId2"/>
    <p:sldLayoutId id="2147484481" r:id="rId3"/>
    <p:sldLayoutId id="2147484482" r:id="rId4"/>
    <p:sldLayoutId id="2147484483" r:id="rId5"/>
    <p:sldLayoutId id="2147484484" r:id="rId6"/>
    <p:sldLayoutId id="2147484485" r:id="rId7"/>
    <p:sldLayoutId id="2147484486" r:id="rId8"/>
    <p:sldLayoutId id="2147484487" r:id="rId9"/>
    <p:sldLayoutId id="2147484488" r:id="rId10"/>
    <p:sldLayoutId id="2147484489" r:id="rId11"/>
    <p:sldLayoutId id="2147484490" r:id="rId12"/>
    <p:sldLayoutId id="2147484491" r:id="rId13"/>
    <p:sldLayoutId id="2147484517" r:id="rId14"/>
    <p:sldLayoutId id="2147484492" r:id="rId15"/>
    <p:sldLayoutId id="2147484493" r:id="rId16"/>
    <p:sldLayoutId id="2147484494" r:id="rId17"/>
    <p:sldLayoutId id="2147484519" r:id="rId18"/>
    <p:sldLayoutId id="2147484520" r:id="rId19"/>
    <p:sldLayoutId id="2147484521" r:id="rId20"/>
  </p:sldLayoutIdLst>
  <p:transition>
    <p:fade/>
  </p:transition>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dirty="0"/>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p:cNvPicPr>
            <a:picLocks noChangeAspect="1"/>
          </p:cNvPicPr>
          <p:nvPr userDrawn="1"/>
        </p:nvPicPr>
        <p:blipFill>
          <a:blip r:embed="rId20"/>
          <a:stretch>
            <a:fillRect/>
          </a:stretch>
        </p:blipFill>
        <p:spPr>
          <a:xfrm rot="5400000">
            <a:off x="9371795" y="3072299"/>
            <a:ext cx="6995160" cy="849926"/>
          </a:xfrm>
          <a:prstGeom prst="rect">
            <a:avLst/>
          </a:prstGeom>
        </p:spPr>
      </p:pic>
    </p:spTree>
    <p:extLst>
      <p:ext uri="{BB962C8B-B14F-4D97-AF65-F5344CB8AC3E}">
        <p14:creationId xmlns:p14="http://schemas.microsoft.com/office/powerpoint/2010/main" val="2005544715"/>
      </p:ext>
    </p:extLst>
  </p:cSld>
  <p:clrMap bg1="dk1" tx1="lt1" bg2="dk2" tx2="lt2" accent1="accent1" accent2="accent2" accent3="accent3" accent4="accent4" accent5="accent5" accent6="accent6" hlink="hlink" folHlink="folHlink"/>
  <p:sldLayoutIdLst>
    <p:sldLayoutId id="2147484498" r:id="rId1"/>
    <p:sldLayoutId id="2147484500" r:id="rId2"/>
    <p:sldLayoutId id="2147484501" r:id="rId3"/>
    <p:sldLayoutId id="2147484502" r:id="rId4"/>
    <p:sldLayoutId id="2147484503" r:id="rId5"/>
    <p:sldLayoutId id="2147484504" r:id="rId6"/>
    <p:sldLayoutId id="2147484516" r:id="rId7"/>
    <p:sldLayoutId id="2147484505" r:id="rId8"/>
    <p:sldLayoutId id="2147484506" r:id="rId9"/>
    <p:sldLayoutId id="2147484507" r:id="rId10"/>
    <p:sldLayoutId id="2147484508" r:id="rId11"/>
    <p:sldLayoutId id="2147484509" r:id="rId12"/>
    <p:sldLayoutId id="2147484518" r:id="rId13"/>
    <p:sldLayoutId id="2147484510" r:id="rId14"/>
    <p:sldLayoutId id="2147484511" r:id="rId15"/>
    <p:sldLayoutId id="2147484512" r:id="rId16"/>
    <p:sldLayoutId id="2147484513" r:id="rId17"/>
    <p:sldLayoutId id="2147484514" r:id="rId18"/>
  </p:sldLayoutIdLst>
  <p:transition>
    <p:fade/>
  </p:transition>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4701" y="1211263"/>
            <a:ext cx="11582336" cy="1828786"/>
          </a:xfrm>
        </p:spPr>
        <p:txBody>
          <a:bodyPr/>
          <a:lstStyle/>
          <a:p>
            <a:r>
              <a:rPr lang="en-US" b="1" dirty="0"/>
              <a:t>Azure Device </a:t>
            </a:r>
            <a:r>
              <a:rPr lang="en-US" b="1" dirty="0" smtClean="0"/>
              <a:t>Provisioning Service </a:t>
            </a:r>
            <a:r>
              <a:rPr lang="en-US" b="1" dirty="0"/>
              <a:t>– </a:t>
            </a:r>
            <a:br>
              <a:rPr lang="en-US" b="1" dirty="0"/>
            </a:br>
            <a:r>
              <a:rPr lang="en-US" b="1" dirty="0" smtClean="0"/>
              <a:t>Deep </a:t>
            </a:r>
            <a:r>
              <a:rPr lang="en-US" b="1" dirty="0"/>
              <a:t>Dive</a:t>
            </a:r>
            <a:endParaRPr lang="en-US" dirty="0"/>
          </a:p>
        </p:txBody>
      </p:sp>
      <p:sp>
        <p:nvSpPr>
          <p:cNvPr id="5" name="Text Placeholder 4"/>
          <p:cNvSpPr>
            <a:spLocks noGrp="1"/>
          </p:cNvSpPr>
          <p:nvPr>
            <p:ph type="body" sz="quarter" idx="12"/>
          </p:nvPr>
        </p:nvSpPr>
        <p:spPr/>
        <p:txBody>
          <a:bodyPr/>
          <a:lstStyle/>
          <a:p>
            <a:r>
              <a:rPr lang="en-US" dirty="0" smtClean="0"/>
              <a:t>Ilyas F</a:t>
            </a:r>
          </a:p>
          <a:p>
            <a:r>
              <a:rPr lang="en-US" dirty="0" smtClean="0"/>
              <a:t>IoT Evangelist, ABB</a:t>
            </a:r>
          </a:p>
          <a:p>
            <a:r>
              <a:rPr lang="en-US" dirty="0" smtClean="0"/>
              <a:t>Microsoft MVP, Azure</a:t>
            </a:r>
            <a:endParaRPr lang="en-US" dirty="0"/>
          </a:p>
        </p:txBody>
      </p:sp>
      <p:pic>
        <p:nvPicPr>
          <p:cNvPr id="6" name="Picture 5">
            <a:extLst>
              <a:ext uri="{FF2B5EF4-FFF2-40B4-BE49-F238E27FC236}">
                <a16:creationId xmlns:a16="http://schemas.microsoft.com/office/drawing/2014/main" id="{365AFF2B-97DD-47B6-BF0C-A18F79BEF57B}"/>
              </a:ext>
            </a:extLst>
          </p:cNvPr>
          <p:cNvPicPr>
            <a:picLocks noChangeAspect="1"/>
          </p:cNvPicPr>
          <p:nvPr/>
        </p:nvPicPr>
        <p:blipFill rotWithShape="1">
          <a:blip r:embed="rId3">
            <a:biLevel thresh="25000"/>
            <a:extLst>
              <a:ext uri="{28A0092B-C50C-407E-A947-70E740481C1C}">
                <a14:useLocalDpi xmlns:a14="http://schemas.microsoft.com/office/drawing/2010/main" val="0"/>
              </a:ext>
            </a:extLst>
          </a:blip>
          <a:srcRect l="25154" r="24205"/>
          <a:stretch/>
        </p:blipFill>
        <p:spPr>
          <a:xfrm>
            <a:off x="10028237" y="3421062"/>
            <a:ext cx="2057271" cy="2039665"/>
          </a:xfrm>
          <a:prstGeom prst="rect">
            <a:avLst/>
          </a:prstGeom>
        </p:spPr>
      </p:pic>
      <p:sp>
        <p:nvSpPr>
          <p:cNvPr id="2" name="Rectangle 1">
            <a:extLst>
              <a:ext uri="{FF2B5EF4-FFF2-40B4-BE49-F238E27FC236}">
                <a16:creationId xmlns:a16="http://schemas.microsoft.com/office/drawing/2014/main" id="{256679AD-6C88-4C2A-91DF-B316A685F12E}"/>
              </a:ext>
            </a:extLst>
          </p:cNvPr>
          <p:cNvSpPr/>
          <p:nvPr/>
        </p:nvSpPr>
        <p:spPr>
          <a:xfrm>
            <a:off x="11247437" y="144462"/>
            <a:ext cx="1037463" cy="369332"/>
          </a:xfrm>
          <a:prstGeom prst="rect">
            <a:avLst/>
          </a:prstGeom>
        </p:spPr>
        <p:txBody>
          <a:bodyPr wrap="none">
            <a:spAutoFit/>
          </a:bodyPr>
          <a:lstStyle/>
          <a:p>
            <a:r>
              <a:rPr lang="en-US" dirty="0">
                <a:solidFill>
                  <a:schemeClr val="accent6"/>
                </a:solidFill>
                <a:latin typeface="Segoe UI Light" pitchFamily="34" charset="0"/>
              </a:rPr>
              <a:t>BRK4026</a:t>
            </a:r>
            <a:endParaRPr lang="en-US" dirty="0">
              <a:solidFill>
                <a:schemeClr val="accent6"/>
              </a:solidFill>
            </a:endParaRPr>
          </a:p>
        </p:txBody>
      </p:sp>
      <p:sp>
        <p:nvSpPr>
          <p:cNvPr id="3" name="Rectangle 2">
            <a:extLst>
              <a:ext uri="{FF2B5EF4-FFF2-40B4-BE49-F238E27FC236}">
                <a16:creationId xmlns:a16="http://schemas.microsoft.com/office/drawing/2014/main" id="{31B4A863-F5E3-454C-91D3-A9D2F91BBEEF}"/>
              </a:ext>
            </a:extLst>
          </p:cNvPr>
          <p:cNvSpPr/>
          <p:nvPr/>
        </p:nvSpPr>
        <p:spPr>
          <a:xfrm>
            <a:off x="309307" y="5289911"/>
            <a:ext cx="3470529" cy="341632"/>
          </a:xfrm>
          <a:prstGeom prst="rect">
            <a:avLst/>
          </a:prstGeom>
        </p:spPr>
        <p:txBody>
          <a:bodyPr wrap="square">
            <a:spAutoFit/>
          </a:bodyPr>
          <a:lstStyle/>
          <a:p>
            <a:pPr>
              <a:lnSpc>
                <a:spcPct val="90000"/>
              </a:lnSpc>
              <a:spcAft>
                <a:spcPts val="600"/>
              </a:spcAft>
            </a:pPr>
            <a:r>
              <a:rPr lang="en-US" dirty="0" smtClean="0">
                <a:gradFill>
                  <a:gsLst>
                    <a:gs pos="2917">
                      <a:schemeClr val="tx1"/>
                    </a:gs>
                    <a:gs pos="30000">
                      <a:schemeClr val="tx1"/>
                    </a:gs>
                  </a:gsLst>
                  <a:lin ang="5400000" scaled="0"/>
                </a:gradFill>
                <a:latin typeface="Segoe UI" panose="020B0502040204020203" pitchFamily="34" charset="0"/>
                <a:cs typeface="Segoe UI" panose="020B0502040204020203" pitchFamily="34" charset="0"/>
              </a:rPr>
              <a:t>@</a:t>
            </a:r>
            <a:r>
              <a:rPr lang="en-US" dirty="0" err="1" smtClean="0">
                <a:gradFill>
                  <a:gsLst>
                    <a:gs pos="2917">
                      <a:schemeClr val="tx1"/>
                    </a:gs>
                    <a:gs pos="30000">
                      <a:schemeClr val="tx1"/>
                    </a:gs>
                  </a:gsLst>
                  <a:lin ang="5400000" scaled="0"/>
                </a:gradFill>
                <a:latin typeface="Segoe UI" panose="020B0502040204020203" pitchFamily="34" charset="0"/>
                <a:cs typeface="Segoe UI" panose="020B0502040204020203" pitchFamily="34" charset="0"/>
              </a:rPr>
              <a:t>Ilyas_tweets</a:t>
            </a:r>
            <a:r>
              <a:rPr lang="en-US" dirty="0" smtClean="0">
                <a:gradFill>
                  <a:gsLst>
                    <a:gs pos="2917">
                      <a:schemeClr val="tx1"/>
                    </a:gs>
                    <a:gs pos="30000">
                      <a:schemeClr val="tx1"/>
                    </a:gs>
                  </a:gsLst>
                  <a:lin ang="5400000" scaled="0"/>
                </a:gradFill>
                <a:latin typeface="Segoe UI" panose="020B0502040204020203" pitchFamily="34" charset="0"/>
                <a:cs typeface="Segoe UI" panose="020B0502040204020203" pitchFamily="34" charset="0"/>
              </a:rPr>
              <a:t> </a:t>
            </a:r>
            <a:r>
              <a:rPr lang="en-US" dirty="0">
                <a:gradFill>
                  <a:gsLst>
                    <a:gs pos="2917">
                      <a:schemeClr val="tx1"/>
                    </a:gs>
                    <a:gs pos="30000">
                      <a:schemeClr val="tx1"/>
                    </a:gs>
                  </a:gsLst>
                  <a:lin ang="5400000" scaled="0"/>
                </a:gradFill>
                <a:latin typeface="Segoe UI" panose="020B0502040204020203" pitchFamily="34" charset="0"/>
                <a:cs typeface="Segoe UI" panose="020B0502040204020203" pitchFamily="34" charset="0"/>
              </a:rPr>
              <a:t>| </a:t>
            </a:r>
            <a:r>
              <a:rPr lang="en-US" dirty="0" smtClean="0">
                <a:gradFill>
                  <a:gsLst>
                    <a:gs pos="2917">
                      <a:schemeClr val="tx1"/>
                    </a:gs>
                    <a:gs pos="30000">
                      <a:schemeClr val="tx1"/>
                    </a:gs>
                  </a:gsLst>
                  <a:lin ang="5400000" scaled="0"/>
                </a:gradFill>
                <a:latin typeface="Segoe UI" panose="020B0502040204020203" pitchFamily="34" charset="0"/>
                <a:cs typeface="Segoe UI" panose="020B0502040204020203" pitchFamily="34" charset="0"/>
              </a:rPr>
              <a:t>#</a:t>
            </a:r>
            <a:r>
              <a:rPr lang="en-US" dirty="0" err="1" smtClean="0">
                <a:gradFill>
                  <a:gsLst>
                    <a:gs pos="2917">
                      <a:schemeClr val="tx1"/>
                    </a:gs>
                    <a:gs pos="30000">
                      <a:schemeClr val="tx1"/>
                    </a:gs>
                  </a:gsLst>
                  <a:lin ang="5400000" scaled="0"/>
                </a:gradFill>
                <a:latin typeface="Segoe UI" panose="020B0502040204020203" pitchFamily="34" charset="0"/>
                <a:cs typeface="Segoe UI" panose="020B0502040204020203" pitchFamily="34" charset="0"/>
              </a:rPr>
              <a:t>blr-azmeetup</a:t>
            </a:r>
            <a:endParaRPr lang="en-US" dirty="0">
              <a:gradFill>
                <a:gsLst>
                  <a:gs pos="2917">
                    <a:schemeClr val="tx1"/>
                  </a:gs>
                  <a:gs pos="30000">
                    <a:schemeClr val="tx1"/>
                  </a:gs>
                </a:gsLst>
                <a:lin ang="5400000" scaled="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788647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extLst>
              <p:ext uri="{D42A27DB-BD31-4B8C-83A1-F6EECF244321}">
                <p14:modId xmlns:p14="http://schemas.microsoft.com/office/powerpoint/2010/main" val="619801789"/>
              </p:ext>
            </p:extLst>
          </p:nvPr>
        </p:nvGraphicFramePr>
        <p:xfrm>
          <a:off x="656426" y="678263"/>
          <a:ext cx="11047433" cy="563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Rectangle 1"/>
          <p:cNvSpPr/>
          <p:nvPr/>
        </p:nvSpPr>
        <p:spPr>
          <a:xfrm>
            <a:off x="8427724" y="1714180"/>
            <a:ext cx="3809459" cy="1035882"/>
          </a:xfrm>
          <a:prstGeom prst="rect">
            <a:avLst/>
          </a:prstGeom>
        </p:spPr>
        <p:txBody>
          <a:bodyPr wrap="square">
            <a:spAutoFit/>
          </a:bodyPr>
          <a:lstStyle/>
          <a:p>
            <a:pPr lvl="0" algn="r"/>
            <a:r>
              <a:rPr lang="en-US" sz="2000" dirty="0">
                <a:latin typeface="Segoe UI Light" panose="020B0502040204020203" pitchFamily="34" charset="0"/>
                <a:cs typeface="Segoe UI Light" panose="020B0502040204020203" pitchFamily="34" charset="0"/>
              </a:rPr>
              <a:t>Group devices and control access according to your organization's needs</a:t>
            </a:r>
          </a:p>
        </p:txBody>
      </p:sp>
      <p:sp>
        <p:nvSpPr>
          <p:cNvPr id="3" name="Rectangle 2"/>
          <p:cNvSpPr/>
          <p:nvPr/>
        </p:nvSpPr>
        <p:spPr>
          <a:xfrm>
            <a:off x="8719876" y="4164265"/>
            <a:ext cx="3504703" cy="1035882"/>
          </a:xfrm>
          <a:prstGeom prst="rect">
            <a:avLst/>
          </a:prstGeom>
        </p:spPr>
        <p:txBody>
          <a:bodyPr wrap="square">
            <a:spAutoFit/>
          </a:bodyPr>
          <a:lstStyle/>
          <a:p>
            <a:pPr lvl="0" algn="r"/>
            <a:r>
              <a:rPr lang="en-US" sz="2000" dirty="0">
                <a:latin typeface="Segoe UI Light" panose="020B0502040204020203" pitchFamily="34" charset="0"/>
                <a:cs typeface="Segoe UI Light" panose="020B0502040204020203" pitchFamily="34" charset="0"/>
              </a:rPr>
              <a:t>Securely authenticate devices, on-board for management and provision for service</a:t>
            </a:r>
          </a:p>
        </p:txBody>
      </p:sp>
      <p:sp>
        <p:nvSpPr>
          <p:cNvPr id="4" name="Rectangle 3"/>
          <p:cNvSpPr/>
          <p:nvPr/>
        </p:nvSpPr>
        <p:spPr>
          <a:xfrm>
            <a:off x="3856373" y="6164390"/>
            <a:ext cx="5180865" cy="721978"/>
          </a:xfrm>
          <a:prstGeom prst="rect">
            <a:avLst/>
          </a:prstGeom>
        </p:spPr>
        <p:txBody>
          <a:bodyPr wrap="square">
            <a:spAutoFit/>
          </a:bodyPr>
          <a:lstStyle/>
          <a:p>
            <a:pPr lvl="0" algn="ctr"/>
            <a:r>
              <a:rPr lang="en-US" sz="2000" dirty="0">
                <a:latin typeface="Segoe UI Light" panose="020B0502040204020203" pitchFamily="34" charset="0"/>
                <a:cs typeface="Segoe UI Light" panose="020B0502040204020203" pitchFamily="34" charset="0"/>
              </a:rPr>
              <a:t>Provide updates, configuration &amp; applications to assign the purpose of each device</a:t>
            </a:r>
          </a:p>
        </p:txBody>
      </p:sp>
      <p:sp>
        <p:nvSpPr>
          <p:cNvPr id="8" name="Rectangle 7"/>
          <p:cNvSpPr/>
          <p:nvPr/>
        </p:nvSpPr>
        <p:spPr>
          <a:xfrm>
            <a:off x="329442" y="3996840"/>
            <a:ext cx="3428514" cy="1349785"/>
          </a:xfrm>
          <a:prstGeom prst="rect">
            <a:avLst/>
          </a:prstGeom>
        </p:spPr>
        <p:txBody>
          <a:bodyPr wrap="square">
            <a:spAutoFit/>
          </a:bodyPr>
          <a:lstStyle/>
          <a:p>
            <a:pPr lvl="0"/>
            <a:r>
              <a:rPr lang="en-US" sz="2000" dirty="0">
                <a:latin typeface="Segoe UI Light" panose="020B0502040204020203" pitchFamily="34" charset="0"/>
                <a:cs typeface="Segoe UI Light" panose="020B0502040204020203" pitchFamily="34" charset="0"/>
              </a:rPr>
              <a:t>Monitor device inventory, health &amp; security while providing proactive remediation of issues</a:t>
            </a:r>
          </a:p>
        </p:txBody>
      </p:sp>
      <p:sp>
        <p:nvSpPr>
          <p:cNvPr id="9" name="Rectangle 8"/>
          <p:cNvSpPr/>
          <p:nvPr/>
        </p:nvSpPr>
        <p:spPr>
          <a:xfrm>
            <a:off x="225750" y="1845414"/>
            <a:ext cx="3751519" cy="941711"/>
          </a:xfrm>
          <a:prstGeom prst="rect">
            <a:avLst/>
          </a:prstGeom>
        </p:spPr>
        <p:txBody>
          <a:bodyPr wrap="square">
            <a:spAutoFit/>
          </a:bodyPr>
          <a:lstStyle/>
          <a:p>
            <a:pPr defTabSz="888830">
              <a:lnSpc>
                <a:spcPct val="90000"/>
              </a:lnSpc>
              <a:spcBef>
                <a:spcPct val="0"/>
              </a:spcBef>
              <a:spcAft>
                <a:spcPct val="35000"/>
              </a:spcAft>
            </a:pPr>
            <a:r>
              <a:rPr lang="en-US" sz="2000" dirty="0">
                <a:latin typeface="Segoe UI Light" panose="020B0502040204020203" pitchFamily="34" charset="0"/>
                <a:cs typeface="Segoe UI Light" panose="020B0502040204020203" pitchFamily="34" charset="0"/>
              </a:rPr>
              <a:t>Replace or decommission devices after failure, upgrade cycle or service lifetime</a:t>
            </a:r>
          </a:p>
        </p:txBody>
      </p:sp>
      <p:sp>
        <p:nvSpPr>
          <p:cNvPr id="11" name="Title 5"/>
          <p:cNvSpPr>
            <a:spLocks noGrp="1"/>
          </p:cNvSpPr>
          <p:nvPr>
            <p:ph type="title" idx="4294967295"/>
          </p:nvPr>
        </p:nvSpPr>
        <p:spPr>
          <a:xfrm>
            <a:off x="882" y="-8096"/>
            <a:ext cx="11887454" cy="762598"/>
          </a:xfrm>
          <a:prstGeom prst="rect">
            <a:avLst/>
          </a:prstGeom>
        </p:spPr>
        <p:txBody>
          <a:bodyPr/>
          <a:lstStyle/>
          <a:p>
            <a:pPr algn="ctr"/>
            <a:r>
              <a:rPr lang="en-US" sz="4799"/>
              <a:t>IoT Device Lifecycle</a:t>
            </a:r>
          </a:p>
        </p:txBody>
      </p:sp>
      <p:cxnSp>
        <p:nvCxnSpPr>
          <p:cNvPr id="13" name="Straight Connector 12"/>
          <p:cNvCxnSpPr>
            <a:cxnSpLocks/>
          </p:cNvCxnSpPr>
          <p:nvPr/>
        </p:nvCxnSpPr>
        <p:spPr>
          <a:xfrm flipH="1" flipV="1">
            <a:off x="3780184" y="1758672"/>
            <a:ext cx="1066648" cy="376889"/>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cxnSpLocks/>
          </p:cNvCxnSpPr>
          <p:nvPr/>
        </p:nvCxnSpPr>
        <p:spPr>
          <a:xfrm flipH="1" flipV="1">
            <a:off x="3014311" y="3878209"/>
            <a:ext cx="1066649" cy="10109"/>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cxnSpLocks/>
          </p:cNvCxnSpPr>
          <p:nvPr/>
        </p:nvCxnSpPr>
        <p:spPr>
          <a:xfrm>
            <a:off x="6142049" y="5401993"/>
            <a:ext cx="31766" cy="762398"/>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cxnSpLocks/>
          </p:cNvCxnSpPr>
          <p:nvPr/>
        </p:nvCxnSpPr>
        <p:spPr>
          <a:xfrm>
            <a:off x="8427724" y="3878209"/>
            <a:ext cx="756297" cy="10109"/>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a:cxnSpLocks/>
          </p:cNvCxnSpPr>
          <p:nvPr/>
        </p:nvCxnSpPr>
        <p:spPr>
          <a:xfrm flipV="1">
            <a:off x="7284886" y="1602137"/>
            <a:ext cx="1142838" cy="517818"/>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54" name="Group 53"/>
          <p:cNvGrpSpPr/>
          <p:nvPr/>
        </p:nvGrpSpPr>
        <p:grpSpPr>
          <a:xfrm>
            <a:off x="3451737" y="6068777"/>
            <a:ext cx="412670" cy="717621"/>
            <a:chOff x="6170618" y="4144969"/>
            <a:chExt cx="431800" cy="750889"/>
          </a:xfrm>
          <a:solidFill>
            <a:schemeClr val="tx1"/>
          </a:solidFill>
        </p:grpSpPr>
        <p:sp>
          <p:nvSpPr>
            <p:cNvPr id="55" name="Freeform 22"/>
            <p:cNvSpPr>
              <a:spLocks/>
            </p:cNvSpPr>
            <p:nvPr/>
          </p:nvSpPr>
          <p:spPr bwMode="auto">
            <a:xfrm>
              <a:off x="6232531" y="4197357"/>
              <a:ext cx="160338" cy="160338"/>
            </a:xfrm>
            <a:custGeom>
              <a:avLst/>
              <a:gdLst>
                <a:gd name="T0" fmla="*/ 46 w 47"/>
                <a:gd name="T1" fmla="*/ 24 h 47"/>
                <a:gd name="T2" fmla="*/ 45 w 47"/>
                <a:gd name="T3" fmla="*/ 24 h 47"/>
                <a:gd name="T4" fmla="*/ 39 w 47"/>
                <a:gd name="T5" fmla="*/ 39 h 47"/>
                <a:gd name="T6" fmla="*/ 24 w 47"/>
                <a:gd name="T7" fmla="*/ 45 h 47"/>
                <a:gd name="T8" fmla="*/ 9 w 47"/>
                <a:gd name="T9" fmla="*/ 39 h 47"/>
                <a:gd name="T10" fmla="*/ 3 w 47"/>
                <a:gd name="T11" fmla="*/ 24 h 47"/>
                <a:gd name="T12" fmla="*/ 9 w 47"/>
                <a:gd name="T13" fmla="*/ 9 h 47"/>
                <a:gd name="T14" fmla="*/ 24 w 47"/>
                <a:gd name="T15" fmla="*/ 3 h 47"/>
                <a:gd name="T16" fmla="*/ 39 w 47"/>
                <a:gd name="T17" fmla="*/ 9 h 47"/>
                <a:gd name="T18" fmla="*/ 45 w 47"/>
                <a:gd name="T19" fmla="*/ 24 h 47"/>
                <a:gd name="T20" fmla="*/ 46 w 47"/>
                <a:gd name="T21" fmla="*/ 24 h 47"/>
                <a:gd name="T22" fmla="*/ 47 w 47"/>
                <a:gd name="T23" fmla="*/ 24 h 47"/>
                <a:gd name="T24" fmla="*/ 24 w 47"/>
                <a:gd name="T25" fmla="*/ 0 h 47"/>
                <a:gd name="T26" fmla="*/ 0 w 47"/>
                <a:gd name="T27" fmla="*/ 24 h 47"/>
                <a:gd name="T28" fmla="*/ 24 w 47"/>
                <a:gd name="T29" fmla="*/ 47 h 47"/>
                <a:gd name="T30" fmla="*/ 47 w 47"/>
                <a:gd name="T31" fmla="*/ 24 h 47"/>
                <a:gd name="T32" fmla="*/ 46 w 47"/>
                <a:gd name="T33" fmla="*/ 24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7" h="47">
                  <a:moveTo>
                    <a:pt x="46" y="24"/>
                  </a:moveTo>
                  <a:cubicBezTo>
                    <a:pt x="45" y="24"/>
                    <a:pt x="45" y="24"/>
                    <a:pt x="45" y="24"/>
                  </a:cubicBezTo>
                  <a:cubicBezTo>
                    <a:pt x="45" y="30"/>
                    <a:pt x="42" y="35"/>
                    <a:pt x="39" y="39"/>
                  </a:cubicBezTo>
                  <a:cubicBezTo>
                    <a:pt x="35" y="43"/>
                    <a:pt x="30" y="45"/>
                    <a:pt x="24" y="45"/>
                  </a:cubicBezTo>
                  <a:cubicBezTo>
                    <a:pt x="18" y="45"/>
                    <a:pt x="13" y="43"/>
                    <a:pt x="9" y="39"/>
                  </a:cubicBezTo>
                  <a:cubicBezTo>
                    <a:pt x="5" y="35"/>
                    <a:pt x="3" y="30"/>
                    <a:pt x="3" y="24"/>
                  </a:cubicBezTo>
                  <a:cubicBezTo>
                    <a:pt x="3" y="18"/>
                    <a:pt x="5" y="13"/>
                    <a:pt x="9" y="9"/>
                  </a:cubicBezTo>
                  <a:cubicBezTo>
                    <a:pt x="13" y="5"/>
                    <a:pt x="18" y="3"/>
                    <a:pt x="24" y="3"/>
                  </a:cubicBezTo>
                  <a:cubicBezTo>
                    <a:pt x="30" y="3"/>
                    <a:pt x="35" y="5"/>
                    <a:pt x="39" y="9"/>
                  </a:cubicBezTo>
                  <a:cubicBezTo>
                    <a:pt x="42" y="13"/>
                    <a:pt x="45" y="18"/>
                    <a:pt x="45" y="24"/>
                  </a:cubicBezTo>
                  <a:cubicBezTo>
                    <a:pt x="46" y="24"/>
                    <a:pt x="46" y="24"/>
                    <a:pt x="46" y="24"/>
                  </a:cubicBezTo>
                  <a:cubicBezTo>
                    <a:pt x="47" y="24"/>
                    <a:pt x="47" y="24"/>
                    <a:pt x="47" y="24"/>
                  </a:cubicBezTo>
                  <a:cubicBezTo>
                    <a:pt x="47" y="11"/>
                    <a:pt x="37" y="0"/>
                    <a:pt x="24" y="0"/>
                  </a:cubicBezTo>
                  <a:cubicBezTo>
                    <a:pt x="11" y="0"/>
                    <a:pt x="0" y="11"/>
                    <a:pt x="0" y="24"/>
                  </a:cubicBezTo>
                  <a:cubicBezTo>
                    <a:pt x="0" y="37"/>
                    <a:pt x="11" y="47"/>
                    <a:pt x="24" y="47"/>
                  </a:cubicBezTo>
                  <a:cubicBezTo>
                    <a:pt x="37" y="47"/>
                    <a:pt x="47" y="37"/>
                    <a:pt x="47" y="24"/>
                  </a:cubicBezTo>
                  <a:lnTo>
                    <a:pt x="46"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Segoe UI Light" panose="020B0502040204020203" pitchFamily="34" charset="0"/>
                <a:cs typeface="Segoe UI Light" panose="020B0502040204020203" pitchFamily="34" charset="0"/>
              </a:endParaRPr>
            </a:p>
          </p:txBody>
        </p:sp>
        <p:sp>
          <p:nvSpPr>
            <p:cNvPr id="56" name="Freeform 23"/>
            <p:cNvSpPr>
              <a:spLocks/>
            </p:cNvSpPr>
            <p:nvPr/>
          </p:nvSpPr>
          <p:spPr bwMode="auto">
            <a:xfrm>
              <a:off x="6176968" y="4144969"/>
              <a:ext cx="271463" cy="266700"/>
            </a:xfrm>
            <a:custGeom>
              <a:avLst/>
              <a:gdLst>
                <a:gd name="T0" fmla="*/ 78 w 79"/>
                <a:gd name="T1" fmla="*/ 39 h 78"/>
                <a:gd name="T2" fmla="*/ 76 w 79"/>
                <a:gd name="T3" fmla="*/ 39 h 78"/>
                <a:gd name="T4" fmla="*/ 66 w 79"/>
                <a:gd name="T5" fmla="*/ 65 h 78"/>
                <a:gd name="T6" fmla="*/ 40 w 79"/>
                <a:gd name="T7" fmla="*/ 75 h 78"/>
                <a:gd name="T8" fmla="*/ 14 w 79"/>
                <a:gd name="T9" fmla="*/ 65 h 78"/>
                <a:gd name="T10" fmla="*/ 3 w 79"/>
                <a:gd name="T11" fmla="*/ 39 h 78"/>
                <a:gd name="T12" fmla="*/ 14 w 79"/>
                <a:gd name="T13" fmla="*/ 13 h 78"/>
                <a:gd name="T14" fmla="*/ 40 w 79"/>
                <a:gd name="T15" fmla="*/ 2 h 78"/>
                <a:gd name="T16" fmla="*/ 66 w 79"/>
                <a:gd name="T17" fmla="*/ 13 h 78"/>
                <a:gd name="T18" fmla="*/ 76 w 79"/>
                <a:gd name="T19" fmla="*/ 39 h 78"/>
                <a:gd name="T20" fmla="*/ 78 w 79"/>
                <a:gd name="T21" fmla="*/ 39 h 78"/>
                <a:gd name="T22" fmla="*/ 79 w 79"/>
                <a:gd name="T23" fmla="*/ 39 h 78"/>
                <a:gd name="T24" fmla="*/ 40 w 79"/>
                <a:gd name="T25" fmla="*/ 0 h 78"/>
                <a:gd name="T26" fmla="*/ 0 w 79"/>
                <a:gd name="T27" fmla="*/ 39 h 78"/>
                <a:gd name="T28" fmla="*/ 40 w 79"/>
                <a:gd name="T29" fmla="*/ 78 h 78"/>
                <a:gd name="T30" fmla="*/ 79 w 79"/>
                <a:gd name="T31" fmla="*/ 39 h 78"/>
                <a:gd name="T32" fmla="*/ 78 w 79"/>
                <a:gd name="T33" fmla="*/ 39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9" h="78">
                  <a:moveTo>
                    <a:pt x="78" y="39"/>
                  </a:moveTo>
                  <a:cubicBezTo>
                    <a:pt x="76" y="39"/>
                    <a:pt x="76" y="39"/>
                    <a:pt x="76" y="39"/>
                  </a:cubicBezTo>
                  <a:cubicBezTo>
                    <a:pt x="76" y="49"/>
                    <a:pt x="72" y="58"/>
                    <a:pt x="66" y="65"/>
                  </a:cubicBezTo>
                  <a:cubicBezTo>
                    <a:pt x="59" y="71"/>
                    <a:pt x="50" y="75"/>
                    <a:pt x="40" y="75"/>
                  </a:cubicBezTo>
                  <a:cubicBezTo>
                    <a:pt x="30" y="75"/>
                    <a:pt x="20" y="71"/>
                    <a:pt x="14" y="65"/>
                  </a:cubicBezTo>
                  <a:cubicBezTo>
                    <a:pt x="7" y="58"/>
                    <a:pt x="3" y="49"/>
                    <a:pt x="3" y="39"/>
                  </a:cubicBezTo>
                  <a:cubicBezTo>
                    <a:pt x="3" y="29"/>
                    <a:pt x="7" y="19"/>
                    <a:pt x="14" y="13"/>
                  </a:cubicBezTo>
                  <a:cubicBezTo>
                    <a:pt x="20" y="6"/>
                    <a:pt x="30" y="2"/>
                    <a:pt x="40" y="2"/>
                  </a:cubicBezTo>
                  <a:cubicBezTo>
                    <a:pt x="50" y="2"/>
                    <a:pt x="59" y="6"/>
                    <a:pt x="66" y="13"/>
                  </a:cubicBezTo>
                  <a:cubicBezTo>
                    <a:pt x="72" y="19"/>
                    <a:pt x="76" y="29"/>
                    <a:pt x="76" y="39"/>
                  </a:cubicBezTo>
                  <a:cubicBezTo>
                    <a:pt x="78" y="39"/>
                    <a:pt x="78" y="39"/>
                    <a:pt x="78" y="39"/>
                  </a:cubicBezTo>
                  <a:cubicBezTo>
                    <a:pt x="79" y="39"/>
                    <a:pt x="79" y="39"/>
                    <a:pt x="79" y="39"/>
                  </a:cubicBezTo>
                  <a:cubicBezTo>
                    <a:pt x="79" y="17"/>
                    <a:pt x="61" y="0"/>
                    <a:pt x="40" y="0"/>
                  </a:cubicBezTo>
                  <a:cubicBezTo>
                    <a:pt x="18" y="0"/>
                    <a:pt x="0" y="17"/>
                    <a:pt x="0" y="39"/>
                  </a:cubicBezTo>
                  <a:cubicBezTo>
                    <a:pt x="0" y="60"/>
                    <a:pt x="18" y="78"/>
                    <a:pt x="40" y="78"/>
                  </a:cubicBezTo>
                  <a:cubicBezTo>
                    <a:pt x="61" y="78"/>
                    <a:pt x="79" y="60"/>
                    <a:pt x="79" y="39"/>
                  </a:cubicBezTo>
                  <a:lnTo>
                    <a:pt x="78" y="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Segoe UI Light" panose="020B0502040204020203" pitchFamily="34" charset="0"/>
                <a:cs typeface="Segoe UI Light" panose="020B0502040204020203" pitchFamily="34" charset="0"/>
              </a:endParaRPr>
            </a:p>
          </p:txBody>
        </p:sp>
        <p:sp>
          <p:nvSpPr>
            <p:cNvPr id="57" name="Freeform 24"/>
            <p:cNvSpPr>
              <a:spLocks/>
            </p:cNvSpPr>
            <p:nvPr/>
          </p:nvSpPr>
          <p:spPr bwMode="auto">
            <a:xfrm>
              <a:off x="6170618" y="4241807"/>
              <a:ext cx="431800" cy="654051"/>
            </a:xfrm>
            <a:custGeom>
              <a:avLst/>
              <a:gdLst>
                <a:gd name="T0" fmla="*/ 126 w 126"/>
                <a:gd name="T1" fmla="*/ 134 h 192"/>
                <a:gd name="T2" fmla="*/ 126 w 126"/>
                <a:gd name="T3" fmla="*/ 129 h 192"/>
                <a:gd name="T4" fmla="*/ 126 w 126"/>
                <a:gd name="T5" fmla="*/ 129 h 192"/>
                <a:gd name="T6" fmla="*/ 126 w 126"/>
                <a:gd name="T7" fmla="*/ 109 h 192"/>
                <a:gd name="T8" fmla="*/ 126 w 126"/>
                <a:gd name="T9" fmla="*/ 82 h 192"/>
                <a:gd name="T10" fmla="*/ 126 w 126"/>
                <a:gd name="T11" fmla="*/ 82 h 192"/>
                <a:gd name="T12" fmla="*/ 114 w 126"/>
                <a:gd name="T13" fmla="*/ 70 h 192"/>
                <a:gd name="T14" fmla="*/ 102 w 126"/>
                <a:gd name="T15" fmla="*/ 82 h 192"/>
                <a:gd name="T16" fmla="*/ 102 w 126"/>
                <a:gd name="T17" fmla="*/ 76 h 192"/>
                <a:gd name="T18" fmla="*/ 90 w 126"/>
                <a:gd name="T19" fmla="*/ 64 h 192"/>
                <a:gd name="T20" fmla="*/ 78 w 126"/>
                <a:gd name="T21" fmla="*/ 76 h 192"/>
                <a:gd name="T22" fmla="*/ 78 w 126"/>
                <a:gd name="T23" fmla="*/ 70 h 192"/>
                <a:gd name="T24" fmla="*/ 65 w 126"/>
                <a:gd name="T25" fmla="*/ 58 h 192"/>
                <a:gd name="T26" fmla="*/ 53 w 126"/>
                <a:gd name="T27" fmla="*/ 70 h 192"/>
                <a:gd name="T28" fmla="*/ 53 w 126"/>
                <a:gd name="T29" fmla="*/ 12 h 192"/>
                <a:gd name="T30" fmla="*/ 41 w 126"/>
                <a:gd name="T31" fmla="*/ 0 h 192"/>
                <a:gd name="T32" fmla="*/ 29 w 126"/>
                <a:gd name="T33" fmla="*/ 12 h 192"/>
                <a:gd name="T34" fmla="*/ 29 w 126"/>
                <a:gd name="T35" fmla="*/ 82 h 192"/>
                <a:gd name="T36" fmla="*/ 29 w 126"/>
                <a:gd name="T37" fmla="*/ 116 h 192"/>
                <a:gd name="T38" fmla="*/ 24 w 126"/>
                <a:gd name="T39" fmla="*/ 123 h 192"/>
                <a:gd name="T40" fmla="*/ 24 w 126"/>
                <a:gd name="T41" fmla="*/ 93 h 192"/>
                <a:gd name="T42" fmla="*/ 12 w 126"/>
                <a:gd name="T43" fmla="*/ 81 h 192"/>
                <a:gd name="T44" fmla="*/ 0 w 126"/>
                <a:gd name="T45" fmla="*/ 81 h 192"/>
                <a:gd name="T46" fmla="*/ 0 w 126"/>
                <a:gd name="T47" fmla="*/ 93 h 192"/>
                <a:gd name="T48" fmla="*/ 0 w 126"/>
                <a:gd name="T49" fmla="*/ 129 h 192"/>
                <a:gd name="T50" fmla="*/ 0 w 126"/>
                <a:gd name="T51" fmla="*/ 129 h 192"/>
                <a:gd name="T52" fmla="*/ 0 w 126"/>
                <a:gd name="T53" fmla="*/ 129 h 192"/>
                <a:gd name="T54" fmla="*/ 63 w 126"/>
                <a:gd name="T55" fmla="*/ 192 h 192"/>
                <a:gd name="T56" fmla="*/ 126 w 126"/>
                <a:gd name="T57" fmla="*/ 136 h 192"/>
                <a:gd name="T58" fmla="*/ 126 w 126"/>
                <a:gd name="T59" fmla="*/ 136 h 192"/>
                <a:gd name="T60" fmla="*/ 126 w 126"/>
                <a:gd name="T61" fmla="*/ 134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26" h="192">
                  <a:moveTo>
                    <a:pt x="126" y="134"/>
                  </a:moveTo>
                  <a:cubicBezTo>
                    <a:pt x="126" y="132"/>
                    <a:pt x="126" y="130"/>
                    <a:pt x="126" y="129"/>
                  </a:cubicBezTo>
                  <a:cubicBezTo>
                    <a:pt x="126" y="129"/>
                    <a:pt x="126" y="129"/>
                    <a:pt x="126" y="129"/>
                  </a:cubicBezTo>
                  <a:cubicBezTo>
                    <a:pt x="126" y="109"/>
                    <a:pt x="126" y="109"/>
                    <a:pt x="126" y="109"/>
                  </a:cubicBezTo>
                  <a:cubicBezTo>
                    <a:pt x="126" y="82"/>
                    <a:pt x="126" y="82"/>
                    <a:pt x="126" y="82"/>
                  </a:cubicBezTo>
                  <a:cubicBezTo>
                    <a:pt x="126" y="82"/>
                    <a:pt x="126" y="82"/>
                    <a:pt x="126" y="82"/>
                  </a:cubicBezTo>
                  <a:cubicBezTo>
                    <a:pt x="126" y="76"/>
                    <a:pt x="120" y="70"/>
                    <a:pt x="114" y="70"/>
                  </a:cubicBezTo>
                  <a:cubicBezTo>
                    <a:pt x="107" y="70"/>
                    <a:pt x="102" y="76"/>
                    <a:pt x="102" y="82"/>
                  </a:cubicBezTo>
                  <a:cubicBezTo>
                    <a:pt x="102" y="76"/>
                    <a:pt x="102" y="76"/>
                    <a:pt x="102" y="76"/>
                  </a:cubicBezTo>
                  <a:cubicBezTo>
                    <a:pt x="102" y="69"/>
                    <a:pt x="96" y="64"/>
                    <a:pt x="90" y="64"/>
                  </a:cubicBezTo>
                  <a:cubicBezTo>
                    <a:pt x="83" y="64"/>
                    <a:pt x="78" y="69"/>
                    <a:pt x="78" y="76"/>
                  </a:cubicBezTo>
                  <a:cubicBezTo>
                    <a:pt x="78" y="70"/>
                    <a:pt x="78" y="70"/>
                    <a:pt x="78" y="70"/>
                  </a:cubicBezTo>
                  <a:cubicBezTo>
                    <a:pt x="78" y="63"/>
                    <a:pt x="72" y="58"/>
                    <a:pt x="65" y="58"/>
                  </a:cubicBezTo>
                  <a:cubicBezTo>
                    <a:pt x="59" y="58"/>
                    <a:pt x="53" y="63"/>
                    <a:pt x="53" y="70"/>
                  </a:cubicBezTo>
                  <a:cubicBezTo>
                    <a:pt x="53" y="12"/>
                    <a:pt x="53" y="12"/>
                    <a:pt x="53" y="12"/>
                  </a:cubicBezTo>
                  <a:cubicBezTo>
                    <a:pt x="53" y="5"/>
                    <a:pt x="48" y="0"/>
                    <a:pt x="41" y="0"/>
                  </a:cubicBezTo>
                  <a:cubicBezTo>
                    <a:pt x="35" y="0"/>
                    <a:pt x="29" y="5"/>
                    <a:pt x="29" y="12"/>
                  </a:cubicBezTo>
                  <a:cubicBezTo>
                    <a:pt x="29" y="82"/>
                    <a:pt x="29" y="82"/>
                    <a:pt x="29" y="82"/>
                  </a:cubicBezTo>
                  <a:cubicBezTo>
                    <a:pt x="29" y="116"/>
                    <a:pt x="29" y="116"/>
                    <a:pt x="29" y="116"/>
                  </a:cubicBezTo>
                  <a:cubicBezTo>
                    <a:pt x="29" y="119"/>
                    <a:pt x="28" y="123"/>
                    <a:pt x="24" y="123"/>
                  </a:cubicBezTo>
                  <a:cubicBezTo>
                    <a:pt x="24" y="93"/>
                    <a:pt x="24" y="93"/>
                    <a:pt x="24" y="93"/>
                  </a:cubicBezTo>
                  <a:cubicBezTo>
                    <a:pt x="24" y="87"/>
                    <a:pt x="19" y="81"/>
                    <a:pt x="12" y="81"/>
                  </a:cubicBezTo>
                  <a:cubicBezTo>
                    <a:pt x="0" y="81"/>
                    <a:pt x="0" y="81"/>
                    <a:pt x="0" y="81"/>
                  </a:cubicBezTo>
                  <a:cubicBezTo>
                    <a:pt x="0" y="93"/>
                    <a:pt x="0" y="93"/>
                    <a:pt x="0" y="93"/>
                  </a:cubicBezTo>
                  <a:cubicBezTo>
                    <a:pt x="0" y="129"/>
                    <a:pt x="0" y="129"/>
                    <a:pt x="0" y="129"/>
                  </a:cubicBezTo>
                  <a:cubicBezTo>
                    <a:pt x="0" y="129"/>
                    <a:pt x="0" y="129"/>
                    <a:pt x="0" y="129"/>
                  </a:cubicBezTo>
                  <a:cubicBezTo>
                    <a:pt x="0" y="129"/>
                    <a:pt x="0" y="129"/>
                    <a:pt x="0" y="129"/>
                  </a:cubicBezTo>
                  <a:cubicBezTo>
                    <a:pt x="0" y="164"/>
                    <a:pt x="28" y="192"/>
                    <a:pt x="63" y="192"/>
                  </a:cubicBezTo>
                  <a:cubicBezTo>
                    <a:pt x="95" y="192"/>
                    <a:pt x="122" y="167"/>
                    <a:pt x="126" y="136"/>
                  </a:cubicBezTo>
                  <a:cubicBezTo>
                    <a:pt x="126" y="136"/>
                    <a:pt x="126" y="136"/>
                    <a:pt x="126" y="136"/>
                  </a:cubicBezTo>
                  <a:lnTo>
                    <a:pt x="126" y="1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Segoe UI Light" panose="020B0502040204020203" pitchFamily="34" charset="0"/>
                <a:cs typeface="Segoe UI Light" panose="020B0502040204020203" pitchFamily="34" charset="0"/>
              </a:endParaRPr>
            </a:p>
          </p:txBody>
        </p:sp>
      </p:grpSp>
      <p:sp>
        <p:nvSpPr>
          <p:cNvPr id="58" name="Freeform 66"/>
          <p:cNvSpPr>
            <a:spLocks noEditPoints="1"/>
          </p:cNvSpPr>
          <p:nvPr/>
        </p:nvSpPr>
        <p:spPr bwMode="auto">
          <a:xfrm>
            <a:off x="9344281" y="3633012"/>
            <a:ext cx="531038" cy="547188"/>
          </a:xfrm>
          <a:custGeom>
            <a:avLst/>
            <a:gdLst>
              <a:gd name="T0" fmla="*/ 52 w 122"/>
              <a:gd name="T1" fmla="*/ 9 h 126"/>
              <a:gd name="T2" fmla="*/ 61 w 122"/>
              <a:gd name="T3" fmla="*/ 0 h 126"/>
              <a:gd name="T4" fmla="*/ 70 w 122"/>
              <a:gd name="T5" fmla="*/ 9 h 126"/>
              <a:gd name="T6" fmla="*/ 70 w 122"/>
              <a:gd name="T7" fmla="*/ 65 h 126"/>
              <a:gd name="T8" fmla="*/ 61 w 122"/>
              <a:gd name="T9" fmla="*/ 74 h 126"/>
              <a:gd name="T10" fmla="*/ 52 w 122"/>
              <a:gd name="T11" fmla="*/ 65 h 126"/>
              <a:gd name="T12" fmla="*/ 52 w 122"/>
              <a:gd name="T13" fmla="*/ 9 h 126"/>
              <a:gd name="T14" fmla="*/ 104 w 122"/>
              <a:gd name="T15" fmla="*/ 108 h 126"/>
              <a:gd name="T16" fmla="*/ 61 w 122"/>
              <a:gd name="T17" fmla="*/ 126 h 126"/>
              <a:gd name="T18" fmla="*/ 61 w 122"/>
              <a:gd name="T19" fmla="*/ 126 h 126"/>
              <a:gd name="T20" fmla="*/ 18 w 122"/>
              <a:gd name="T21" fmla="*/ 108 h 126"/>
              <a:gd name="T22" fmla="*/ 0 w 122"/>
              <a:gd name="T23" fmla="*/ 65 h 126"/>
              <a:gd name="T24" fmla="*/ 18 w 122"/>
              <a:gd name="T25" fmla="*/ 22 h 126"/>
              <a:gd name="T26" fmla="*/ 31 w 122"/>
              <a:gd name="T27" fmla="*/ 22 h 126"/>
              <a:gd name="T28" fmla="*/ 31 w 122"/>
              <a:gd name="T29" fmla="*/ 35 h 126"/>
              <a:gd name="T30" fmla="*/ 19 w 122"/>
              <a:gd name="T31" fmla="*/ 65 h 126"/>
              <a:gd name="T32" fmla="*/ 31 w 122"/>
              <a:gd name="T33" fmla="*/ 95 h 126"/>
              <a:gd name="T34" fmla="*/ 61 w 122"/>
              <a:gd name="T35" fmla="*/ 107 h 126"/>
              <a:gd name="T36" fmla="*/ 91 w 122"/>
              <a:gd name="T37" fmla="*/ 95 h 126"/>
              <a:gd name="T38" fmla="*/ 103 w 122"/>
              <a:gd name="T39" fmla="*/ 65 h 126"/>
              <a:gd name="T40" fmla="*/ 91 w 122"/>
              <a:gd name="T41" fmla="*/ 35 h 126"/>
              <a:gd name="T42" fmla="*/ 91 w 122"/>
              <a:gd name="T43" fmla="*/ 22 h 126"/>
              <a:gd name="T44" fmla="*/ 104 w 122"/>
              <a:gd name="T45" fmla="*/ 22 h 126"/>
              <a:gd name="T46" fmla="*/ 122 w 122"/>
              <a:gd name="T47" fmla="*/ 65 h 126"/>
              <a:gd name="T48" fmla="*/ 104 w 122"/>
              <a:gd name="T49" fmla="*/ 108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2" h="126">
                <a:moveTo>
                  <a:pt x="52" y="9"/>
                </a:moveTo>
                <a:cubicBezTo>
                  <a:pt x="52" y="4"/>
                  <a:pt x="56" y="0"/>
                  <a:pt x="61" y="0"/>
                </a:cubicBezTo>
                <a:cubicBezTo>
                  <a:pt x="66" y="0"/>
                  <a:pt x="70" y="4"/>
                  <a:pt x="70" y="9"/>
                </a:cubicBezTo>
                <a:cubicBezTo>
                  <a:pt x="70" y="65"/>
                  <a:pt x="70" y="65"/>
                  <a:pt x="70" y="65"/>
                </a:cubicBezTo>
                <a:cubicBezTo>
                  <a:pt x="70" y="70"/>
                  <a:pt x="66" y="74"/>
                  <a:pt x="61" y="74"/>
                </a:cubicBezTo>
                <a:cubicBezTo>
                  <a:pt x="56" y="74"/>
                  <a:pt x="52" y="70"/>
                  <a:pt x="52" y="65"/>
                </a:cubicBezTo>
                <a:lnTo>
                  <a:pt x="52" y="9"/>
                </a:lnTo>
                <a:close/>
                <a:moveTo>
                  <a:pt x="104" y="108"/>
                </a:moveTo>
                <a:cubicBezTo>
                  <a:pt x="92" y="120"/>
                  <a:pt x="77" y="126"/>
                  <a:pt x="61" y="126"/>
                </a:cubicBezTo>
                <a:cubicBezTo>
                  <a:pt x="61" y="126"/>
                  <a:pt x="61" y="126"/>
                  <a:pt x="61" y="126"/>
                </a:cubicBezTo>
                <a:cubicBezTo>
                  <a:pt x="46" y="126"/>
                  <a:pt x="30" y="120"/>
                  <a:pt x="18" y="108"/>
                </a:cubicBezTo>
                <a:cubicBezTo>
                  <a:pt x="6" y="96"/>
                  <a:pt x="0" y="81"/>
                  <a:pt x="0" y="65"/>
                </a:cubicBezTo>
                <a:cubicBezTo>
                  <a:pt x="0" y="50"/>
                  <a:pt x="6" y="34"/>
                  <a:pt x="18" y="22"/>
                </a:cubicBezTo>
                <a:cubicBezTo>
                  <a:pt x="22" y="18"/>
                  <a:pt x="28" y="18"/>
                  <a:pt x="31" y="22"/>
                </a:cubicBezTo>
                <a:cubicBezTo>
                  <a:pt x="35" y="26"/>
                  <a:pt x="35" y="32"/>
                  <a:pt x="31" y="35"/>
                </a:cubicBezTo>
                <a:cubicBezTo>
                  <a:pt x="23" y="43"/>
                  <a:pt x="19" y="54"/>
                  <a:pt x="19" y="65"/>
                </a:cubicBezTo>
                <a:cubicBezTo>
                  <a:pt x="19" y="76"/>
                  <a:pt x="23" y="87"/>
                  <a:pt x="31" y="95"/>
                </a:cubicBezTo>
                <a:cubicBezTo>
                  <a:pt x="39" y="103"/>
                  <a:pt x="50" y="107"/>
                  <a:pt x="61" y="107"/>
                </a:cubicBezTo>
                <a:cubicBezTo>
                  <a:pt x="72" y="107"/>
                  <a:pt x="83" y="103"/>
                  <a:pt x="91" y="95"/>
                </a:cubicBezTo>
                <a:cubicBezTo>
                  <a:pt x="99" y="87"/>
                  <a:pt x="103" y="76"/>
                  <a:pt x="103" y="65"/>
                </a:cubicBezTo>
                <a:cubicBezTo>
                  <a:pt x="103" y="54"/>
                  <a:pt x="99" y="43"/>
                  <a:pt x="91" y="35"/>
                </a:cubicBezTo>
                <a:cubicBezTo>
                  <a:pt x="87" y="32"/>
                  <a:pt x="87" y="26"/>
                  <a:pt x="91" y="22"/>
                </a:cubicBezTo>
                <a:cubicBezTo>
                  <a:pt x="95" y="18"/>
                  <a:pt x="101" y="18"/>
                  <a:pt x="104" y="22"/>
                </a:cubicBezTo>
                <a:cubicBezTo>
                  <a:pt x="116" y="34"/>
                  <a:pt x="122" y="50"/>
                  <a:pt x="122" y="65"/>
                </a:cubicBezTo>
                <a:cubicBezTo>
                  <a:pt x="122" y="81"/>
                  <a:pt x="116" y="96"/>
                  <a:pt x="104" y="108"/>
                </a:cubicBezTo>
                <a:close/>
              </a:path>
            </a:pathLst>
          </a:custGeom>
          <a:solidFill>
            <a:schemeClr val="tx1"/>
          </a:solidFill>
          <a:ln>
            <a:noFill/>
          </a:ln>
          <a:extLst/>
        </p:spPr>
        <p:txBody>
          <a:bodyPr vert="horz" wrap="square" lIns="91427" tIns="45713" rIns="91427" bIns="45713" numCol="1" anchor="t" anchorCtr="0" compatLnSpc="1">
            <a:prstTxWarp prst="textNoShape">
              <a:avLst/>
            </a:prstTxWarp>
          </a:bodyPr>
          <a:lstStyle/>
          <a:p>
            <a:endParaRPr lang="en-US">
              <a:latin typeface="Segoe UI Light" panose="020B0502040204020203" pitchFamily="34" charset="0"/>
              <a:cs typeface="Segoe UI Light" panose="020B0502040204020203" pitchFamily="34" charset="0"/>
            </a:endParaRPr>
          </a:p>
        </p:txBody>
      </p:sp>
      <p:grpSp>
        <p:nvGrpSpPr>
          <p:cNvPr id="59" name="Group 58"/>
          <p:cNvGrpSpPr/>
          <p:nvPr/>
        </p:nvGrpSpPr>
        <p:grpSpPr>
          <a:xfrm>
            <a:off x="2179230" y="3526711"/>
            <a:ext cx="793801" cy="454358"/>
            <a:chOff x="4903792" y="4316420"/>
            <a:chExt cx="712788" cy="407988"/>
          </a:xfrm>
        </p:grpSpPr>
        <p:sp>
          <p:nvSpPr>
            <p:cNvPr id="60" name="Freeform 158"/>
            <p:cNvSpPr>
              <a:spLocks/>
            </p:cNvSpPr>
            <p:nvPr/>
          </p:nvSpPr>
          <p:spPr bwMode="auto">
            <a:xfrm>
              <a:off x="4903792" y="4316420"/>
              <a:ext cx="712788" cy="407988"/>
            </a:xfrm>
            <a:custGeom>
              <a:avLst/>
              <a:gdLst>
                <a:gd name="T0" fmla="*/ 104 w 208"/>
                <a:gd name="T1" fmla="*/ 0 h 120"/>
                <a:gd name="T2" fmla="*/ 0 w 208"/>
                <a:gd name="T3" fmla="*/ 60 h 120"/>
                <a:gd name="T4" fmla="*/ 104 w 208"/>
                <a:gd name="T5" fmla="*/ 120 h 120"/>
                <a:gd name="T6" fmla="*/ 208 w 208"/>
                <a:gd name="T7" fmla="*/ 60 h 120"/>
                <a:gd name="T8" fmla="*/ 104 w 208"/>
                <a:gd name="T9" fmla="*/ 0 h 120"/>
              </a:gdLst>
              <a:ahLst/>
              <a:cxnLst>
                <a:cxn ang="0">
                  <a:pos x="T0" y="T1"/>
                </a:cxn>
                <a:cxn ang="0">
                  <a:pos x="T2" y="T3"/>
                </a:cxn>
                <a:cxn ang="0">
                  <a:pos x="T4" y="T5"/>
                </a:cxn>
                <a:cxn ang="0">
                  <a:pos x="T6" y="T7"/>
                </a:cxn>
                <a:cxn ang="0">
                  <a:pos x="T8" y="T9"/>
                </a:cxn>
              </a:cxnLst>
              <a:rect l="0" t="0" r="r" b="b"/>
              <a:pathLst>
                <a:path w="208" h="120">
                  <a:moveTo>
                    <a:pt x="104" y="0"/>
                  </a:moveTo>
                  <a:cubicBezTo>
                    <a:pt x="60" y="0"/>
                    <a:pt x="21" y="25"/>
                    <a:pt x="0" y="60"/>
                  </a:cubicBezTo>
                  <a:cubicBezTo>
                    <a:pt x="21" y="96"/>
                    <a:pt x="60" y="120"/>
                    <a:pt x="104" y="120"/>
                  </a:cubicBezTo>
                  <a:cubicBezTo>
                    <a:pt x="149" y="120"/>
                    <a:pt x="187" y="96"/>
                    <a:pt x="208" y="60"/>
                  </a:cubicBezTo>
                  <a:cubicBezTo>
                    <a:pt x="187" y="25"/>
                    <a:pt x="149" y="0"/>
                    <a:pt x="104" y="0"/>
                  </a:cubicBezTo>
                  <a:close/>
                </a:path>
              </a:pathLst>
            </a:custGeom>
            <a:solidFill>
              <a:srgbClr val="FFFFFF"/>
            </a:solidFill>
            <a:ln w="9525">
              <a:solidFill>
                <a:srgbClr val="000000"/>
              </a:solidFill>
              <a:round/>
              <a:headEnd/>
              <a:tailEnd/>
            </a:ln>
            <a:extLst/>
          </p:spPr>
          <p:txBody>
            <a:bodyPr vert="horz" wrap="square" lIns="91427" tIns="45713" rIns="91427" bIns="45713" numCol="1" anchor="t" anchorCtr="0" compatLnSpc="1">
              <a:prstTxWarp prst="textNoShape">
                <a:avLst/>
              </a:prstTxWarp>
            </a:bodyPr>
            <a:lstStyle/>
            <a:p>
              <a:endParaRPr lang="en-US">
                <a:latin typeface="Segoe UI Light" panose="020B0502040204020203" pitchFamily="34" charset="0"/>
                <a:cs typeface="Segoe UI Light" panose="020B0502040204020203" pitchFamily="34" charset="0"/>
              </a:endParaRPr>
            </a:p>
          </p:txBody>
        </p:sp>
        <p:sp>
          <p:nvSpPr>
            <p:cNvPr id="61" name="Oval 159"/>
            <p:cNvSpPr>
              <a:spLocks noChangeArrowheads="1"/>
            </p:cNvSpPr>
            <p:nvPr/>
          </p:nvSpPr>
          <p:spPr bwMode="auto">
            <a:xfrm>
              <a:off x="5132393" y="4397382"/>
              <a:ext cx="254000" cy="249238"/>
            </a:xfrm>
            <a:prstGeom prst="ellipse">
              <a:avLst/>
            </a:prstGeom>
            <a:solidFill>
              <a:srgbClr val="00BCF2"/>
            </a:solidFill>
            <a:ln w="9525">
              <a:solidFill>
                <a:srgbClr val="000000"/>
              </a:solidFill>
              <a:round/>
              <a:headEnd/>
              <a:tailEnd/>
            </a:ln>
            <a:extLst/>
          </p:spPr>
          <p:txBody>
            <a:bodyPr vert="horz" wrap="square" lIns="91427" tIns="45713" rIns="91427" bIns="45713" numCol="1" anchor="t" anchorCtr="0" compatLnSpc="1">
              <a:prstTxWarp prst="textNoShape">
                <a:avLst/>
              </a:prstTxWarp>
            </a:bodyPr>
            <a:lstStyle/>
            <a:p>
              <a:endParaRPr lang="en-US">
                <a:latin typeface="Segoe UI Light" panose="020B0502040204020203" pitchFamily="34" charset="0"/>
                <a:cs typeface="Segoe UI Light" panose="020B0502040204020203" pitchFamily="34" charset="0"/>
              </a:endParaRPr>
            </a:p>
          </p:txBody>
        </p:sp>
        <p:sp>
          <p:nvSpPr>
            <p:cNvPr id="62" name="Oval 160"/>
            <p:cNvSpPr>
              <a:spLocks noChangeArrowheads="1"/>
            </p:cNvSpPr>
            <p:nvPr/>
          </p:nvSpPr>
          <p:spPr bwMode="auto">
            <a:xfrm>
              <a:off x="5202243" y="4465645"/>
              <a:ext cx="115888" cy="112713"/>
            </a:xfrm>
            <a:prstGeom prst="ellipse">
              <a:avLst/>
            </a:prstGeom>
            <a:solidFill>
              <a:srgbClr val="282828"/>
            </a:solidFill>
            <a:ln w="9525">
              <a:solidFill>
                <a:srgbClr val="000000"/>
              </a:solidFill>
              <a:round/>
              <a:headEnd/>
              <a:tailEnd/>
            </a:ln>
            <a:extLst/>
          </p:spPr>
          <p:txBody>
            <a:bodyPr vert="horz" wrap="square" lIns="91427" tIns="45713" rIns="91427" bIns="45713" numCol="1" anchor="t" anchorCtr="0" compatLnSpc="1">
              <a:prstTxWarp prst="textNoShape">
                <a:avLst/>
              </a:prstTxWarp>
            </a:bodyPr>
            <a:lstStyle/>
            <a:p>
              <a:endParaRPr lang="en-US">
                <a:latin typeface="Segoe UI Light" panose="020B0502040204020203" pitchFamily="34" charset="0"/>
                <a:cs typeface="Segoe UI Light" panose="020B0502040204020203" pitchFamily="34" charset="0"/>
              </a:endParaRPr>
            </a:p>
          </p:txBody>
        </p:sp>
      </p:grpSp>
      <p:grpSp>
        <p:nvGrpSpPr>
          <p:cNvPr id="80" name="Group 79"/>
          <p:cNvGrpSpPr/>
          <p:nvPr/>
        </p:nvGrpSpPr>
        <p:grpSpPr>
          <a:xfrm rot="531761">
            <a:off x="8638100" y="992058"/>
            <a:ext cx="495131" cy="697687"/>
            <a:chOff x="2697163" y="5102225"/>
            <a:chExt cx="558800" cy="787401"/>
          </a:xfrm>
        </p:grpSpPr>
        <p:sp>
          <p:nvSpPr>
            <p:cNvPr id="81" name="Freeform 345"/>
            <p:cNvSpPr>
              <a:spLocks/>
            </p:cNvSpPr>
            <p:nvPr/>
          </p:nvSpPr>
          <p:spPr bwMode="auto">
            <a:xfrm>
              <a:off x="2697163" y="5138738"/>
              <a:ext cx="558800" cy="750888"/>
            </a:xfrm>
            <a:custGeom>
              <a:avLst/>
              <a:gdLst>
                <a:gd name="T0" fmla="*/ 163 w 163"/>
                <a:gd name="T1" fmla="*/ 214 h 220"/>
                <a:gd name="T2" fmla="*/ 156 w 163"/>
                <a:gd name="T3" fmla="*/ 220 h 220"/>
                <a:gd name="T4" fmla="*/ 7 w 163"/>
                <a:gd name="T5" fmla="*/ 220 h 220"/>
                <a:gd name="T6" fmla="*/ 0 w 163"/>
                <a:gd name="T7" fmla="*/ 214 h 220"/>
                <a:gd name="T8" fmla="*/ 0 w 163"/>
                <a:gd name="T9" fmla="*/ 7 h 220"/>
                <a:gd name="T10" fmla="*/ 7 w 163"/>
                <a:gd name="T11" fmla="*/ 0 h 220"/>
                <a:gd name="T12" fmla="*/ 156 w 163"/>
                <a:gd name="T13" fmla="*/ 0 h 220"/>
                <a:gd name="T14" fmla="*/ 163 w 163"/>
                <a:gd name="T15" fmla="*/ 7 h 220"/>
                <a:gd name="T16" fmla="*/ 163 w 163"/>
                <a:gd name="T17" fmla="*/ 214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3" h="220">
                  <a:moveTo>
                    <a:pt x="163" y="214"/>
                  </a:moveTo>
                  <a:cubicBezTo>
                    <a:pt x="163" y="217"/>
                    <a:pt x="160" y="220"/>
                    <a:pt x="156" y="220"/>
                  </a:cubicBezTo>
                  <a:cubicBezTo>
                    <a:pt x="7" y="220"/>
                    <a:pt x="7" y="220"/>
                    <a:pt x="7" y="220"/>
                  </a:cubicBezTo>
                  <a:cubicBezTo>
                    <a:pt x="3" y="220"/>
                    <a:pt x="0" y="217"/>
                    <a:pt x="0" y="214"/>
                  </a:cubicBezTo>
                  <a:cubicBezTo>
                    <a:pt x="0" y="7"/>
                    <a:pt x="0" y="7"/>
                    <a:pt x="0" y="7"/>
                  </a:cubicBezTo>
                  <a:cubicBezTo>
                    <a:pt x="0" y="3"/>
                    <a:pt x="3" y="0"/>
                    <a:pt x="7" y="0"/>
                  </a:cubicBezTo>
                  <a:cubicBezTo>
                    <a:pt x="156" y="0"/>
                    <a:pt x="156" y="0"/>
                    <a:pt x="156" y="0"/>
                  </a:cubicBezTo>
                  <a:cubicBezTo>
                    <a:pt x="160" y="0"/>
                    <a:pt x="163" y="3"/>
                    <a:pt x="163" y="7"/>
                  </a:cubicBezTo>
                  <a:lnTo>
                    <a:pt x="163" y="214"/>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Segoe UI Light" panose="020B0502040204020203" pitchFamily="34" charset="0"/>
                <a:cs typeface="Segoe UI Light" panose="020B0502040204020203" pitchFamily="34" charset="0"/>
              </a:endParaRPr>
            </a:p>
          </p:txBody>
        </p:sp>
        <p:sp>
          <p:nvSpPr>
            <p:cNvPr id="82" name="Freeform 346"/>
            <p:cNvSpPr>
              <a:spLocks/>
            </p:cNvSpPr>
            <p:nvPr/>
          </p:nvSpPr>
          <p:spPr bwMode="auto">
            <a:xfrm>
              <a:off x="2844800" y="5159375"/>
              <a:ext cx="263525" cy="31750"/>
            </a:xfrm>
            <a:custGeom>
              <a:avLst/>
              <a:gdLst>
                <a:gd name="T0" fmla="*/ 77 w 77"/>
                <a:gd name="T1" fmla="*/ 9 h 9"/>
                <a:gd name="T2" fmla="*/ 67 w 77"/>
                <a:gd name="T3" fmla="*/ 0 h 9"/>
                <a:gd name="T4" fmla="*/ 10 w 77"/>
                <a:gd name="T5" fmla="*/ 0 h 9"/>
                <a:gd name="T6" fmla="*/ 0 w 77"/>
                <a:gd name="T7" fmla="*/ 9 h 9"/>
                <a:gd name="T8" fmla="*/ 77 w 77"/>
                <a:gd name="T9" fmla="*/ 9 h 9"/>
              </a:gdLst>
              <a:ahLst/>
              <a:cxnLst>
                <a:cxn ang="0">
                  <a:pos x="T0" y="T1"/>
                </a:cxn>
                <a:cxn ang="0">
                  <a:pos x="T2" y="T3"/>
                </a:cxn>
                <a:cxn ang="0">
                  <a:pos x="T4" y="T5"/>
                </a:cxn>
                <a:cxn ang="0">
                  <a:pos x="T6" y="T7"/>
                </a:cxn>
                <a:cxn ang="0">
                  <a:pos x="T8" y="T9"/>
                </a:cxn>
              </a:cxnLst>
              <a:rect l="0" t="0" r="r" b="b"/>
              <a:pathLst>
                <a:path w="77" h="9">
                  <a:moveTo>
                    <a:pt x="77" y="9"/>
                  </a:moveTo>
                  <a:cubicBezTo>
                    <a:pt x="76" y="4"/>
                    <a:pt x="72" y="0"/>
                    <a:pt x="67" y="0"/>
                  </a:cubicBezTo>
                  <a:cubicBezTo>
                    <a:pt x="10" y="0"/>
                    <a:pt x="10" y="0"/>
                    <a:pt x="10" y="0"/>
                  </a:cubicBezTo>
                  <a:cubicBezTo>
                    <a:pt x="5" y="0"/>
                    <a:pt x="1" y="4"/>
                    <a:pt x="0" y="9"/>
                  </a:cubicBezTo>
                  <a:lnTo>
                    <a:pt x="77" y="9"/>
                  </a:ln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Segoe UI Light" panose="020B0502040204020203" pitchFamily="34" charset="0"/>
                <a:cs typeface="Segoe UI Light" panose="020B0502040204020203" pitchFamily="34" charset="0"/>
              </a:endParaRPr>
            </a:p>
          </p:txBody>
        </p:sp>
        <p:sp>
          <p:nvSpPr>
            <p:cNvPr id="83" name="Freeform 347"/>
            <p:cNvSpPr>
              <a:spLocks/>
            </p:cNvSpPr>
            <p:nvPr/>
          </p:nvSpPr>
          <p:spPr bwMode="auto">
            <a:xfrm>
              <a:off x="2844800" y="5162550"/>
              <a:ext cx="17463" cy="49213"/>
            </a:xfrm>
            <a:custGeom>
              <a:avLst/>
              <a:gdLst>
                <a:gd name="T0" fmla="*/ 5 w 5"/>
                <a:gd name="T1" fmla="*/ 12 h 14"/>
                <a:gd name="T2" fmla="*/ 3 w 5"/>
                <a:gd name="T3" fmla="*/ 14 h 14"/>
                <a:gd name="T4" fmla="*/ 3 w 5"/>
                <a:gd name="T5" fmla="*/ 14 h 14"/>
                <a:gd name="T6" fmla="*/ 0 w 5"/>
                <a:gd name="T7" fmla="*/ 12 h 14"/>
                <a:gd name="T8" fmla="*/ 0 w 5"/>
                <a:gd name="T9" fmla="*/ 3 h 14"/>
                <a:gd name="T10" fmla="*/ 3 w 5"/>
                <a:gd name="T11" fmla="*/ 0 h 14"/>
                <a:gd name="T12" fmla="*/ 3 w 5"/>
                <a:gd name="T13" fmla="*/ 0 h 14"/>
                <a:gd name="T14" fmla="*/ 5 w 5"/>
                <a:gd name="T15" fmla="*/ 3 h 14"/>
                <a:gd name="T16" fmla="*/ 5 w 5"/>
                <a:gd name="T17"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14">
                  <a:moveTo>
                    <a:pt x="5" y="12"/>
                  </a:moveTo>
                  <a:cubicBezTo>
                    <a:pt x="5" y="13"/>
                    <a:pt x="4" y="14"/>
                    <a:pt x="3" y="14"/>
                  </a:cubicBezTo>
                  <a:cubicBezTo>
                    <a:pt x="3" y="14"/>
                    <a:pt x="3" y="14"/>
                    <a:pt x="3" y="14"/>
                  </a:cubicBezTo>
                  <a:cubicBezTo>
                    <a:pt x="1" y="14"/>
                    <a:pt x="0" y="13"/>
                    <a:pt x="0" y="12"/>
                  </a:cubicBezTo>
                  <a:cubicBezTo>
                    <a:pt x="0" y="3"/>
                    <a:pt x="0" y="3"/>
                    <a:pt x="0" y="3"/>
                  </a:cubicBezTo>
                  <a:cubicBezTo>
                    <a:pt x="0" y="1"/>
                    <a:pt x="1" y="0"/>
                    <a:pt x="3" y="0"/>
                  </a:cubicBezTo>
                  <a:cubicBezTo>
                    <a:pt x="3" y="0"/>
                    <a:pt x="3" y="0"/>
                    <a:pt x="3" y="0"/>
                  </a:cubicBezTo>
                  <a:cubicBezTo>
                    <a:pt x="4" y="0"/>
                    <a:pt x="5" y="1"/>
                    <a:pt x="5" y="3"/>
                  </a:cubicBezTo>
                  <a:lnTo>
                    <a:pt x="5" y="12"/>
                  </a:ln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Segoe UI Light" panose="020B0502040204020203" pitchFamily="34" charset="0"/>
                <a:cs typeface="Segoe UI Light" panose="020B0502040204020203" pitchFamily="34" charset="0"/>
              </a:endParaRPr>
            </a:p>
          </p:txBody>
        </p:sp>
        <p:sp>
          <p:nvSpPr>
            <p:cNvPr id="84" name="Freeform 348"/>
            <p:cNvSpPr>
              <a:spLocks/>
            </p:cNvSpPr>
            <p:nvPr/>
          </p:nvSpPr>
          <p:spPr bwMode="auto">
            <a:xfrm>
              <a:off x="3090863" y="5162550"/>
              <a:ext cx="17463" cy="49213"/>
            </a:xfrm>
            <a:custGeom>
              <a:avLst/>
              <a:gdLst>
                <a:gd name="T0" fmla="*/ 5 w 5"/>
                <a:gd name="T1" fmla="*/ 12 h 14"/>
                <a:gd name="T2" fmla="*/ 2 w 5"/>
                <a:gd name="T3" fmla="*/ 14 h 14"/>
                <a:gd name="T4" fmla="*/ 2 w 5"/>
                <a:gd name="T5" fmla="*/ 14 h 14"/>
                <a:gd name="T6" fmla="*/ 0 w 5"/>
                <a:gd name="T7" fmla="*/ 12 h 14"/>
                <a:gd name="T8" fmla="*/ 0 w 5"/>
                <a:gd name="T9" fmla="*/ 3 h 14"/>
                <a:gd name="T10" fmla="*/ 2 w 5"/>
                <a:gd name="T11" fmla="*/ 0 h 14"/>
                <a:gd name="T12" fmla="*/ 2 w 5"/>
                <a:gd name="T13" fmla="*/ 0 h 14"/>
                <a:gd name="T14" fmla="*/ 5 w 5"/>
                <a:gd name="T15" fmla="*/ 3 h 14"/>
                <a:gd name="T16" fmla="*/ 5 w 5"/>
                <a:gd name="T17"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14">
                  <a:moveTo>
                    <a:pt x="5" y="12"/>
                  </a:moveTo>
                  <a:cubicBezTo>
                    <a:pt x="5" y="13"/>
                    <a:pt x="4" y="14"/>
                    <a:pt x="2" y="14"/>
                  </a:cubicBezTo>
                  <a:cubicBezTo>
                    <a:pt x="2" y="14"/>
                    <a:pt x="2" y="14"/>
                    <a:pt x="2" y="14"/>
                  </a:cubicBezTo>
                  <a:cubicBezTo>
                    <a:pt x="1" y="14"/>
                    <a:pt x="0" y="13"/>
                    <a:pt x="0" y="12"/>
                  </a:cubicBezTo>
                  <a:cubicBezTo>
                    <a:pt x="0" y="3"/>
                    <a:pt x="0" y="3"/>
                    <a:pt x="0" y="3"/>
                  </a:cubicBezTo>
                  <a:cubicBezTo>
                    <a:pt x="0" y="1"/>
                    <a:pt x="1" y="0"/>
                    <a:pt x="2" y="0"/>
                  </a:cubicBezTo>
                  <a:cubicBezTo>
                    <a:pt x="2" y="0"/>
                    <a:pt x="2" y="0"/>
                    <a:pt x="2" y="0"/>
                  </a:cubicBezTo>
                  <a:cubicBezTo>
                    <a:pt x="4" y="0"/>
                    <a:pt x="5" y="1"/>
                    <a:pt x="5" y="3"/>
                  </a:cubicBezTo>
                  <a:lnTo>
                    <a:pt x="5" y="12"/>
                  </a:ln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Segoe UI Light" panose="020B0502040204020203" pitchFamily="34" charset="0"/>
                <a:cs typeface="Segoe UI Light" panose="020B0502040204020203" pitchFamily="34" charset="0"/>
              </a:endParaRPr>
            </a:p>
          </p:txBody>
        </p:sp>
        <p:sp>
          <p:nvSpPr>
            <p:cNvPr id="85" name="Freeform 349"/>
            <p:cNvSpPr>
              <a:spLocks noEditPoints="1"/>
            </p:cNvSpPr>
            <p:nvPr/>
          </p:nvSpPr>
          <p:spPr bwMode="auto">
            <a:xfrm>
              <a:off x="2800350" y="5102225"/>
              <a:ext cx="349250" cy="136525"/>
            </a:xfrm>
            <a:custGeom>
              <a:avLst/>
              <a:gdLst>
                <a:gd name="T0" fmla="*/ 84 w 102"/>
                <a:gd name="T1" fmla="*/ 23 h 40"/>
                <a:gd name="T2" fmla="*/ 74 w 102"/>
                <a:gd name="T3" fmla="*/ 23 h 40"/>
                <a:gd name="T4" fmla="*/ 75 w 102"/>
                <a:gd name="T5" fmla="*/ 23 h 40"/>
                <a:gd name="T6" fmla="*/ 62 w 102"/>
                <a:gd name="T7" fmla="*/ 11 h 40"/>
                <a:gd name="T8" fmla="*/ 62 w 102"/>
                <a:gd name="T9" fmla="*/ 11 h 40"/>
                <a:gd name="T10" fmla="*/ 62 w 102"/>
                <a:gd name="T11" fmla="*/ 11 h 40"/>
                <a:gd name="T12" fmla="*/ 51 w 102"/>
                <a:gd name="T13" fmla="*/ 0 h 40"/>
                <a:gd name="T14" fmla="*/ 41 w 102"/>
                <a:gd name="T15" fmla="*/ 11 h 40"/>
                <a:gd name="T16" fmla="*/ 41 w 102"/>
                <a:gd name="T17" fmla="*/ 11 h 40"/>
                <a:gd name="T18" fmla="*/ 28 w 102"/>
                <a:gd name="T19" fmla="*/ 23 h 40"/>
                <a:gd name="T20" fmla="*/ 29 w 102"/>
                <a:gd name="T21" fmla="*/ 23 h 40"/>
                <a:gd name="T22" fmla="*/ 19 w 102"/>
                <a:gd name="T23" fmla="*/ 23 h 40"/>
                <a:gd name="T24" fmla="*/ 0 w 102"/>
                <a:gd name="T25" fmla="*/ 40 h 40"/>
                <a:gd name="T26" fmla="*/ 102 w 102"/>
                <a:gd name="T27" fmla="*/ 40 h 40"/>
                <a:gd name="T28" fmla="*/ 84 w 102"/>
                <a:gd name="T29" fmla="*/ 23 h 40"/>
                <a:gd name="T30" fmla="*/ 51 w 102"/>
                <a:gd name="T31" fmla="*/ 5 h 40"/>
                <a:gd name="T32" fmla="*/ 57 w 102"/>
                <a:gd name="T33" fmla="*/ 11 h 40"/>
                <a:gd name="T34" fmla="*/ 51 w 102"/>
                <a:gd name="T35" fmla="*/ 16 h 40"/>
                <a:gd name="T36" fmla="*/ 46 w 102"/>
                <a:gd name="T37" fmla="*/ 11 h 40"/>
                <a:gd name="T38" fmla="*/ 51 w 102"/>
                <a:gd name="T39" fmla="*/ 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2" h="40">
                  <a:moveTo>
                    <a:pt x="84" y="23"/>
                  </a:moveTo>
                  <a:cubicBezTo>
                    <a:pt x="74" y="23"/>
                    <a:pt x="74" y="23"/>
                    <a:pt x="74" y="23"/>
                  </a:cubicBezTo>
                  <a:cubicBezTo>
                    <a:pt x="75" y="23"/>
                    <a:pt x="75" y="23"/>
                    <a:pt x="75" y="23"/>
                  </a:cubicBezTo>
                  <a:cubicBezTo>
                    <a:pt x="68" y="23"/>
                    <a:pt x="62" y="18"/>
                    <a:pt x="62" y="11"/>
                  </a:cubicBezTo>
                  <a:cubicBezTo>
                    <a:pt x="62" y="11"/>
                    <a:pt x="62" y="11"/>
                    <a:pt x="62" y="11"/>
                  </a:cubicBezTo>
                  <a:cubicBezTo>
                    <a:pt x="62" y="11"/>
                    <a:pt x="62" y="11"/>
                    <a:pt x="62" y="11"/>
                  </a:cubicBezTo>
                  <a:cubicBezTo>
                    <a:pt x="62" y="5"/>
                    <a:pt x="57" y="0"/>
                    <a:pt x="51" y="0"/>
                  </a:cubicBezTo>
                  <a:cubicBezTo>
                    <a:pt x="45" y="0"/>
                    <a:pt x="41" y="5"/>
                    <a:pt x="41" y="11"/>
                  </a:cubicBezTo>
                  <a:cubicBezTo>
                    <a:pt x="41" y="11"/>
                    <a:pt x="41" y="11"/>
                    <a:pt x="41" y="11"/>
                  </a:cubicBezTo>
                  <a:cubicBezTo>
                    <a:pt x="41" y="18"/>
                    <a:pt x="35" y="23"/>
                    <a:pt x="28" y="23"/>
                  </a:cubicBezTo>
                  <a:cubicBezTo>
                    <a:pt x="29" y="23"/>
                    <a:pt x="29" y="23"/>
                    <a:pt x="29" y="23"/>
                  </a:cubicBezTo>
                  <a:cubicBezTo>
                    <a:pt x="19" y="23"/>
                    <a:pt x="19" y="23"/>
                    <a:pt x="19" y="23"/>
                  </a:cubicBezTo>
                  <a:cubicBezTo>
                    <a:pt x="9" y="23"/>
                    <a:pt x="1" y="31"/>
                    <a:pt x="0" y="40"/>
                  </a:cubicBezTo>
                  <a:cubicBezTo>
                    <a:pt x="102" y="40"/>
                    <a:pt x="102" y="40"/>
                    <a:pt x="102" y="40"/>
                  </a:cubicBezTo>
                  <a:cubicBezTo>
                    <a:pt x="102" y="31"/>
                    <a:pt x="94" y="23"/>
                    <a:pt x="84" y="23"/>
                  </a:cubicBezTo>
                  <a:close/>
                  <a:moveTo>
                    <a:pt x="51" y="5"/>
                  </a:moveTo>
                  <a:cubicBezTo>
                    <a:pt x="54" y="5"/>
                    <a:pt x="57" y="8"/>
                    <a:pt x="57" y="11"/>
                  </a:cubicBezTo>
                  <a:cubicBezTo>
                    <a:pt x="57" y="14"/>
                    <a:pt x="54" y="16"/>
                    <a:pt x="51" y="16"/>
                  </a:cubicBezTo>
                  <a:cubicBezTo>
                    <a:pt x="48" y="16"/>
                    <a:pt x="46" y="14"/>
                    <a:pt x="46" y="11"/>
                  </a:cubicBezTo>
                  <a:cubicBezTo>
                    <a:pt x="46" y="8"/>
                    <a:pt x="48" y="5"/>
                    <a:pt x="51" y="5"/>
                  </a:cubicBez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Segoe UI Light" panose="020B0502040204020203" pitchFamily="34" charset="0"/>
                <a:cs typeface="Segoe UI Light" panose="020B0502040204020203" pitchFamily="34" charset="0"/>
              </a:endParaRPr>
            </a:p>
          </p:txBody>
        </p:sp>
      </p:grpSp>
      <p:grpSp>
        <p:nvGrpSpPr>
          <p:cNvPr id="86" name="Group 85"/>
          <p:cNvGrpSpPr/>
          <p:nvPr/>
        </p:nvGrpSpPr>
        <p:grpSpPr>
          <a:xfrm>
            <a:off x="2662850" y="1202033"/>
            <a:ext cx="766654" cy="769828"/>
            <a:chOff x="10514013" y="1220788"/>
            <a:chExt cx="766763" cy="769937"/>
          </a:xfrm>
        </p:grpSpPr>
        <p:sp>
          <p:nvSpPr>
            <p:cNvPr id="87" name="Freeform 437"/>
            <p:cNvSpPr>
              <a:spLocks/>
            </p:cNvSpPr>
            <p:nvPr/>
          </p:nvSpPr>
          <p:spPr bwMode="auto">
            <a:xfrm>
              <a:off x="10785475" y="1571625"/>
              <a:ext cx="119063" cy="23812"/>
            </a:xfrm>
            <a:custGeom>
              <a:avLst/>
              <a:gdLst>
                <a:gd name="T0" fmla="*/ 4 w 35"/>
                <a:gd name="T1" fmla="*/ 7 h 7"/>
                <a:gd name="T2" fmla="*/ 0 w 35"/>
                <a:gd name="T3" fmla="*/ 4 h 7"/>
                <a:gd name="T4" fmla="*/ 0 w 35"/>
                <a:gd name="T5" fmla="*/ 4 h 7"/>
                <a:gd name="T6" fmla="*/ 4 w 35"/>
                <a:gd name="T7" fmla="*/ 0 h 7"/>
                <a:gd name="T8" fmla="*/ 32 w 35"/>
                <a:gd name="T9" fmla="*/ 0 h 7"/>
                <a:gd name="T10" fmla="*/ 35 w 35"/>
                <a:gd name="T11" fmla="*/ 4 h 7"/>
                <a:gd name="T12" fmla="*/ 35 w 35"/>
                <a:gd name="T13" fmla="*/ 4 h 7"/>
                <a:gd name="T14" fmla="*/ 32 w 35"/>
                <a:gd name="T15" fmla="*/ 7 h 7"/>
                <a:gd name="T16" fmla="*/ 4 w 35"/>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7">
                  <a:moveTo>
                    <a:pt x="4" y="7"/>
                  </a:moveTo>
                  <a:cubicBezTo>
                    <a:pt x="2" y="7"/>
                    <a:pt x="0" y="5"/>
                    <a:pt x="0" y="4"/>
                  </a:cubicBezTo>
                  <a:cubicBezTo>
                    <a:pt x="0" y="4"/>
                    <a:pt x="0" y="4"/>
                    <a:pt x="0" y="4"/>
                  </a:cubicBezTo>
                  <a:cubicBezTo>
                    <a:pt x="0" y="2"/>
                    <a:pt x="2" y="0"/>
                    <a:pt x="4" y="0"/>
                  </a:cubicBezTo>
                  <a:cubicBezTo>
                    <a:pt x="32" y="0"/>
                    <a:pt x="32" y="0"/>
                    <a:pt x="32" y="0"/>
                  </a:cubicBezTo>
                  <a:cubicBezTo>
                    <a:pt x="33" y="0"/>
                    <a:pt x="35" y="2"/>
                    <a:pt x="35" y="4"/>
                  </a:cubicBezTo>
                  <a:cubicBezTo>
                    <a:pt x="35" y="4"/>
                    <a:pt x="35" y="4"/>
                    <a:pt x="35" y="4"/>
                  </a:cubicBezTo>
                  <a:cubicBezTo>
                    <a:pt x="35" y="5"/>
                    <a:pt x="33" y="7"/>
                    <a:pt x="32" y="7"/>
                  </a:cubicBezTo>
                  <a:lnTo>
                    <a:pt x="4" y="7"/>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Segoe UI Light" panose="020B0502040204020203" pitchFamily="34" charset="0"/>
                <a:cs typeface="Segoe UI Light" panose="020B0502040204020203" pitchFamily="34" charset="0"/>
              </a:endParaRPr>
            </a:p>
          </p:txBody>
        </p:sp>
        <p:sp>
          <p:nvSpPr>
            <p:cNvPr id="88" name="Freeform 438"/>
            <p:cNvSpPr>
              <a:spLocks/>
            </p:cNvSpPr>
            <p:nvPr/>
          </p:nvSpPr>
          <p:spPr bwMode="auto">
            <a:xfrm>
              <a:off x="10785475" y="1616075"/>
              <a:ext cx="119063" cy="23812"/>
            </a:xfrm>
            <a:custGeom>
              <a:avLst/>
              <a:gdLst>
                <a:gd name="T0" fmla="*/ 4 w 35"/>
                <a:gd name="T1" fmla="*/ 7 h 7"/>
                <a:gd name="T2" fmla="*/ 0 w 35"/>
                <a:gd name="T3" fmla="*/ 4 h 7"/>
                <a:gd name="T4" fmla="*/ 0 w 35"/>
                <a:gd name="T5" fmla="*/ 4 h 7"/>
                <a:gd name="T6" fmla="*/ 4 w 35"/>
                <a:gd name="T7" fmla="*/ 0 h 7"/>
                <a:gd name="T8" fmla="*/ 32 w 35"/>
                <a:gd name="T9" fmla="*/ 0 h 7"/>
                <a:gd name="T10" fmla="*/ 35 w 35"/>
                <a:gd name="T11" fmla="*/ 4 h 7"/>
                <a:gd name="T12" fmla="*/ 35 w 35"/>
                <a:gd name="T13" fmla="*/ 4 h 7"/>
                <a:gd name="T14" fmla="*/ 32 w 35"/>
                <a:gd name="T15" fmla="*/ 7 h 7"/>
                <a:gd name="T16" fmla="*/ 4 w 35"/>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7">
                  <a:moveTo>
                    <a:pt x="4" y="7"/>
                  </a:moveTo>
                  <a:cubicBezTo>
                    <a:pt x="2" y="7"/>
                    <a:pt x="0" y="5"/>
                    <a:pt x="0" y="4"/>
                  </a:cubicBezTo>
                  <a:cubicBezTo>
                    <a:pt x="0" y="4"/>
                    <a:pt x="0" y="4"/>
                    <a:pt x="0" y="4"/>
                  </a:cubicBezTo>
                  <a:cubicBezTo>
                    <a:pt x="0" y="2"/>
                    <a:pt x="2" y="0"/>
                    <a:pt x="4" y="0"/>
                  </a:cubicBezTo>
                  <a:cubicBezTo>
                    <a:pt x="32" y="0"/>
                    <a:pt x="32" y="0"/>
                    <a:pt x="32" y="0"/>
                  </a:cubicBezTo>
                  <a:cubicBezTo>
                    <a:pt x="33" y="0"/>
                    <a:pt x="35" y="2"/>
                    <a:pt x="35" y="4"/>
                  </a:cubicBezTo>
                  <a:cubicBezTo>
                    <a:pt x="35" y="4"/>
                    <a:pt x="35" y="4"/>
                    <a:pt x="35" y="4"/>
                  </a:cubicBezTo>
                  <a:cubicBezTo>
                    <a:pt x="35" y="5"/>
                    <a:pt x="33" y="7"/>
                    <a:pt x="32" y="7"/>
                  </a:cubicBezTo>
                  <a:lnTo>
                    <a:pt x="4"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Segoe UI Light" panose="020B0502040204020203" pitchFamily="34" charset="0"/>
                <a:cs typeface="Segoe UI Light" panose="020B0502040204020203" pitchFamily="34" charset="0"/>
              </a:endParaRPr>
            </a:p>
          </p:txBody>
        </p:sp>
        <p:sp>
          <p:nvSpPr>
            <p:cNvPr id="89" name="Freeform 439"/>
            <p:cNvSpPr>
              <a:spLocks/>
            </p:cNvSpPr>
            <p:nvPr/>
          </p:nvSpPr>
          <p:spPr bwMode="auto">
            <a:xfrm>
              <a:off x="10729913" y="1544638"/>
              <a:ext cx="103188" cy="122237"/>
            </a:xfrm>
            <a:custGeom>
              <a:avLst/>
              <a:gdLst>
                <a:gd name="T0" fmla="*/ 30 w 30"/>
                <a:gd name="T1" fmla="*/ 0 h 36"/>
                <a:gd name="T2" fmla="*/ 13 w 30"/>
                <a:gd name="T3" fmla="*/ 0 h 36"/>
                <a:gd name="T4" fmla="*/ 0 w 30"/>
                <a:gd name="T5" fmla="*/ 14 h 36"/>
                <a:gd name="T6" fmla="*/ 0 w 30"/>
                <a:gd name="T7" fmla="*/ 22 h 36"/>
                <a:gd name="T8" fmla="*/ 13 w 30"/>
                <a:gd name="T9" fmla="*/ 36 h 36"/>
                <a:gd name="T10" fmla="*/ 30 w 30"/>
                <a:gd name="T11" fmla="*/ 36 h 36"/>
                <a:gd name="T12" fmla="*/ 30 w 30"/>
                <a:gd name="T13" fmla="*/ 0 h 36"/>
              </a:gdLst>
              <a:ahLst/>
              <a:cxnLst>
                <a:cxn ang="0">
                  <a:pos x="T0" y="T1"/>
                </a:cxn>
                <a:cxn ang="0">
                  <a:pos x="T2" y="T3"/>
                </a:cxn>
                <a:cxn ang="0">
                  <a:pos x="T4" y="T5"/>
                </a:cxn>
                <a:cxn ang="0">
                  <a:pos x="T6" y="T7"/>
                </a:cxn>
                <a:cxn ang="0">
                  <a:pos x="T8" y="T9"/>
                </a:cxn>
                <a:cxn ang="0">
                  <a:pos x="T10" y="T11"/>
                </a:cxn>
                <a:cxn ang="0">
                  <a:pos x="T12" y="T13"/>
                </a:cxn>
              </a:cxnLst>
              <a:rect l="0" t="0" r="r" b="b"/>
              <a:pathLst>
                <a:path w="30" h="36">
                  <a:moveTo>
                    <a:pt x="30" y="0"/>
                  </a:moveTo>
                  <a:cubicBezTo>
                    <a:pt x="13" y="0"/>
                    <a:pt x="13" y="0"/>
                    <a:pt x="13" y="0"/>
                  </a:cubicBezTo>
                  <a:cubicBezTo>
                    <a:pt x="6" y="0"/>
                    <a:pt x="0" y="6"/>
                    <a:pt x="0" y="14"/>
                  </a:cubicBezTo>
                  <a:cubicBezTo>
                    <a:pt x="0" y="22"/>
                    <a:pt x="0" y="22"/>
                    <a:pt x="0" y="22"/>
                  </a:cubicBezTo>
                  <a:cubicBezTo>
                    <a:pt x="0" y="30"/>
                    <a:pt x="6" y="36"/>
                    <a:pt x="13" y="36"/>
                  </a:cubicBezTo>
                  <a:cubicBezTo>
                    <a:pt x="30" y="36"/>
                    <a:pt x="30" y="36"/>
                    <a:pt x="30" y="36"/>
                  </a:cubicBezTo>
                  <a:lnTo>
                    <a:pt x="3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Segoe UI Light" panose="020B0502040204020203" pitchFamily="34" charset="0"/>
                <a:cs typeface="Segoe UI Light" panose="020B0502040204020203" pitchFamily="34" charset="0"/>
              </a:endParaRPr>
            </a:p>
          </p:txBody>
        </p:sp>
        <p:sp>
          <p:nvSpPr>
            <p:cNvPr id="90" name="Freeform 440"/>
            <p:cNvSpPr>
              <a:spLocks/>
            </p:cNvSpPr>
            <p:nvPr/>
          </p:nvSpPr>
          <p:spPr bwMode="auto">
            <a:xfrm>
              <a:off x="10694988" y="1582738"/>
              <a:ext cx="73025" cy="47625"/>
            </a:xfrm>
            <a:custGeom>
              <a:avLst/>
              <a:gdLst>
                <a:gd name="T0" fmla="*/ 0 w 46"/>
                <a:gd name="T1" fmla="*/ 25 h 30"/>
                <a:gd name="T2" fmla="*/ 0 w 46"/>
                <a:gd name="T3" fmla="*/ 4 h 30"/>
                <a:gd name="T4" fmla="*/ 46 w 46"/>
                <a:gd name="T5" fmla="*/ 0 h 30"/>
                <a:gd name="T6" fmla="*/ 46 w 46"/>
                <a:gd name="T7" fmla="*/ 30 h 30"/>
                <a:gd name="T8" fmla="*/ 0 w 46"/>
                <a:gd name="T9" fmla="*/ 25 h 30"/>
              </a:gdLst>
              <a:ahLst/>
              <a:cxnLst>
                <a:cxn ang="0">
                  <a:pos x="T0" y="T1"/>
                </a:cxn>
                <a:cxn ang="0">
                  <a:pos x="T2" y="T3"/>
                </a:cxn>
                <a:cxn ang="0">
                  <a:pos x="T4" y="T5"/>
                </a:cxn>
                <a:cxn ang="0">
                  <a:pos x="T6" y="T7"/>
                </a:cxn>
                <a:cxn ang="0">
                  <a:pos x="T8" y="T9"/>
                </a:cxn>
              </a:cxnLst>
              <a:rect l="0" t="0" r="r" b="b"/>
              <a:pathLst>
                <a:path w="46" h="30">
                  <a:moveTo>
                    <a:pt x="0" y="25"/>
                  </a:moveTo>
                  <a:lnTo>
                    <a:pt x="0" y="4"/>
                  </a:lnTo>
                  <a:lnTo>
                    <a:pt x="46" y="0"/>
                  </a:lnTo>
                  <a:lnTo>
                    <a:pt x="46" y="30"/>
                  </a:lnTo>
                  <a:lnTo>
                    <a:pt x="0" y="25"/>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Segoe UI Light" panose="020B0502040204020203" pitchFamily="34" charset="0"/>
                <a:cs typeface="Segoe UI Light" panose="020B0502040204020203" pitchFamily="34" charset="0"/>
              </a:endParaRPr>
            </a:p>
          </p:txBody>
        </p:sp>
        <p:sp>
          <p:nvSpPr>
            <p:cNvPr id="91" name="Freeform 441"/>
            <p:cNvSpPr>
              <a:spLocks/>
            </p:cNvSpPr>
            <p:nvPr/>
          </p:nvSpPr>
          <p:spPr bwMode="auto">
            <a:xfrm>
              <a:off x="10685463" y="1579563"/>
              <a:ext cx="20638" cy="53975"/>
            </a:xfrm>
            <a:custGeom>
              <a:avLst/>
              <a:gdLst>
                <a:gd name="T0" fmla="*/ 3 w 6"/>
                <a:gd name="T1" fmla="*/ 16 h 16"/>
                <a:gd name="T2" fmla="*/ 0 w 6"/>
                <a:gd name="T3" fmla="*/ 13 h 16"/>
                <a:gd name="T4" fmla="*/ 0 w 6"/>
                <a:gd name="T5" fmla="*/ 3 h 16"/>
                <a:gd name="T6" fmla="*/ 3 w 6"/>
                <a:gd name="T7" fmla="*/ 0 h 16"/>
                <a:gd name="T8" fmla="*/ 3 w 6"/>
                <a:gd name="T9" fmla="*/ 0 h 16"/>
                <a:gd name="T10" fmla="*/ 6 w 6"/>
                <a:gd name="T11" fmla="*/ 3 h 16"/>
                <a:gd name="T12" fmla="*/ 6 w 6"/>
                <a:gd name="T13" fmla="*/ 13 h 16"/>
                <a:gd name="T14" fmla="*/ 3 w 6"/>
                <a:gd name="T15" fmla="*/ 16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16">
                  <a:moveTo>
                    <a:pt x="3" y="16"/>
                  </a:moveTo>
                  <a:cubicBezTo>
                    <a:pt x="1" y="16"/>
                    <a:pt x="0" y="15"/>
                    <a:pt x="0" y="13"/>
                  </a:cubicBezTo>
                  <a:cubicBezTo>
                    <a:pt x="0" y="3"/>
                    <a:pt x="0" y="3"/>
                    <a:pt x="0" y="3"/>
                  </a:cubicBezTo>
                  <a:cubicBezTo>
                    <a:pt x="0" y="1"/>
                    <a:pt x="1" y="0"/>
                    <a:pt x="3" y="0"/>
                  </a:cubicBezTo>
                  <a:cubicBezTo>
                    <a:pt x="3" y="0"/>
                    <a:pt x="3" y="0"/>
                    <a:pt x="3" y="0"/>
                  </a:cubicBezTo>
                  <a:cubicBezTo>
                    <a:pt x="5" y="0"/>
                    <a:pt x="6" y="1"/>
                    <a:pt x="6" y="3"/>
                  </a:cubicBezTo>
                  <a:cubicBezTo>
                    <a:pt x="6" y="13"/>
                    <a:pt x="6" y="13"/>
                    <a:pt x="6" y="13"/>
                  </a:cubicBezTo>
                  <a:cubicBezTo>
                    <a:pt x="6" y="15"/>
                    <a:pt x="5" y="16"/>
                    <a:pt x="3" y="16"/>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Segoe UI Light" panose="020B0502040204020203" pitchFamily="34" charset="0"/>
                <a:cs typeface="Segoe UI Light" panose="020B0502040204020203" pitchFamily="34" charset="0"/>
              </a:endParaRPr>
            </a:p>
          </p:txBody>
        </p:sp>
        <p:sp>
          <p:nvSpPr>
            <p:cNvPr id="92" name="Freeform 442"/>
            <p:cNvSpPr>
              <a:spLocks/>
            </p:cNvSpPr>
            <p:nvPr/>
          </p:nvSpPr>
          <p:spPr bwMode="auto">
            <a:xfrm>
              <a:off x="10514013" y="1220788"/>
              <a:ext cx="165100" cy="385762"/>
            </a:xfrm>
            <a:custGeom>
              <a:avLst/>
              <a:gdLst>
                <a:gd name="T0" fmla="*/ 48 w 48"/>
                <a:gd name="T1" fmla="*/ 113 h 113"/>
                <a:gd name="T2" fmla="*/ 13 w 48"/>
                <a:gd name="T3" fmla="*/ 113 h 113"/>
                <a:gd name="T4" fmla="*/ 0 w 48"/>
                <a:gd name="T5" fmla="*/ 100 h 113"/>
                <a:gd name="T6" fmla="*/ 0 w 48"/>
                <a:gd name="T7" fmla="*/ 0 h 113"/>
              </a:gdLst>
              <a:ahLst/>
              <a:cxnLst>
                <a:cxn ang="0">
                  <a:pos x="T0" y="T1"/>
                </a:cxn>
                <a:cxn ang="0">
                  <a:pos x="T2" y="T3"/>
                </a:cxn>
                <a:cxn ang="0">
                  <a:pos x="T4" y="T5"/>
                </a:cxn>
                <a:cxn ang="0">
                  <a:pos x="T6" y="T7"/>
                </a:cxn>
              </a:cxnLst>
              <a:rect l="0" t="0" r="r" b="b"/>
              <a:pathLst>
                <a:path w="48" h="113">
                  <a:moveTo>
                    <a:pt x="48" y="113"/>
                  </a:moveTo>
                  <a:cubicBezTo>
                    <a:pt x="13" y="113"/>
                    <a:pt x="13" y="113"/>
                    <a:pt x="13" y="113"/>
                  </a:cubicBezTo>
                  <a:cubicBezTo>
                    <a:pt x="6" y="113"/>
                    <a:pt x="0" y="107"/>
                    <a:pt x="0" y="100"/>
                  </a:cubicBezTo>
                  <a:cubicBezTo>
                    <a:pt x="0" y="0"/>
                    <a:pt x="0" y="0"/>
                    <a:pt x="0" y="0"/>
                  </a:cubicBezTo>
                </a:path>
              </a:pathLst>
            </a:custGeom>
            <a:noFill/>
            <a:ln w="30163"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a:latin typeface="Segoe UI Light" panose="020B0502040204020203" pitchFamily="34" charset="0"/>
                <a:cs typeface="Segoe UI Light" panose="020B0502040204020203" pitchFamily="34" charset="0"/>
              </a:endParaRPr>
            </a:p>
          </p:txBody>
        </p:sp>
        <p:sp>
          <p:nvSpPr>
            <p:cNvPr id="93" name="Freeform 443"/>
            <p:cNvSpPr>
              <a:spLocks/>
            </p:cNvSpPr>
            <p:nvPr/>
          </p:nvSpPr>
          <p:spPr bwMode="auto">
            <a:xfrm>
              <a:off x="10963275" y="1544638"/>
              <a:ext cx="101600" cy="122237"/>
            </a:xfrm>
            <a:custGeom>
              <a:avLst/>
              <a:gdLst>
                <a:gd name="T0" fmla="*/ 0 w 30"/>
                <a:gd name="T1" fmla="*/ 36 h 36"/>
                <a:gd name="T2" fmla="*/ 17 w 30"/>
                <a:gd name="T3" fmla="*/ 36 h 36"/>
                <a:gd name="T4" fmla="*/ 30 w 30"/>
                <a:gd name="T5" fmla="*/ 22 h 36"/>
                <a:gd name="T6" fmla="*/ 30 w 30"/>
                <a:gd name="T7" fmla="*/ 14 h 36"/>
                <a:gd name="T8" fmla="*/ 17 w 30"/>
                <a:gd name="T9" fmla="*/ 0 h 36"/>
                <a:gd name="T10" fmla="*/ 0 w 30"/>
                <a:gd name="T11" fmla="*/ 0 h 36"/>
                <a:gd name="T12" fmla="*/ 0 w 3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30" h="36">
                  <a:moveTo>
                    <a:pt x="0" y="36"/>
                  </a:moveTo>
                  <a:cubicBezTo>
                    <a:pt x="17" y="36"/>
                    <a:pt x="17" y="36"/>
                    <a:pt x="17" y="36"/>
                  </a:cubicBezTo>
                  <a:cubicBezTo>
                    <a:pt x="25" y="36"/>
                    <a:pt x="30" y="30"/>
                    <a:pt x="30" y="22"/>
                  </a:cubicBezTo>
                  <a:cubicBezTo>
                    <a:pt x="30" y="14"/>
                    <a:pt x="30" y="14"/>
                    <a:pt x="30" y="14"/>
                  </a:cubicBezTo>
                  <a:cubicBezTo>
                    <a:pt x="30" y="6"/>
                    <a:pt x="25" y="0"/>
                    <a:pt x="17" y="0"/>
                  </a:cubicBezTo>
                  <a:cubicBezTo>
                    <a:pt x="0" y="0"/>
                    <a:pt x="0" y="0"/>
                    <a:pt x="0" y="0"/>
                  </a:cubicBezTo>
                  <a:lnTo>
                    <a:pt x="0" y="3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Segoe UI Light" panose="020B0502040204020203" pitchFamily="34" charset="0"/>
                <a:cs typeface="Segoe UI Light" panose="020B0502040204020203" pitchFamily="34" charset="0"/>
              </a:endParaRPr>
            </a:p>
          </p:txBody>
        </p:sp>
        <p:sp>
          <p:nvSpPr>
            <p:cNvPr id="94" name="Freeform 444"/>
            <p:cNvSpPr>
              <a:spLocks/>
            </p:cNvSpPr>
            <p:nvPr/>
          </p:nvSpPr>
          <p:spPr bwMode="auto">
            <a:xfrm>
              <a:off x="11028363" y="1582738"/>
              <a:ext cx="71438" cy="47625"/>
            </a:xfrm>
            <a:custGeom>
              <a:avLst/>
              <a:gdLst>
                <a:gd name="T0" fmla="*/ 45 w 45"/>
                <a:gd name="T1" fmla="*/ 4 h 30"/>
                <a:gd name="T2" fmla="*/ 45 w 45"/>
                <a:gd name="T3" fmla="*/ 25 h 30"/>
                <a:gd name="T4" fmla="*/ 0 w 45"/>
                <a:gd name="T5" fmla="*/ 30 h 30"/>
                <a:gd name="T6" fmla="*/ 0 w 45"/>
                <a:gd name="T7" fmla="*/ 0 h 30"/>
                <a:gd name="T8" fmla="*/ 45 w 45"/>
                <a:gd name="T9" fmla="*/ 4 h 30"/>
              </a:gdLst>
              <a:ahLst/>
              <a:cxnLst>
                <a:cxn ang="0">
                  <a:pos x="T0" y="T1"/>
                </a:cxn>
                <a:cxn ang="0">
                  <a:pos x="T2" y="T3"/>
                </a:cxn>
                <a:cxn ang="0">
                  <a:pos x="T4" y="T5"/>
                </a:cxn>
                <a:cxn ang="0">
                  <a:pos x="T6" y="T7"/>
                </a:cxn>
                <a:cxn ang="0">
                  <a:pos x="T8" y="T9"/>
                </a:cxn>
              </a:cxnLst>
              <a:rect l="0" t="0" r="r" b="b"/>
              <a:pathLst>
                <a:path w="45" h="30">
                  <a:moveTo>
                    <a:pt x="45" y="4"/>
                  </a:moveTo>
                  <a:lnTo>
                    <a:pt x="45" y="25"/>
                  </a:lnTo>
                  <a:lnTo>
                    <a:pt x="0" y="30"/>
                  </a:lnTo>
                  <a:lnTo>
                    <a:pt x="0" y="0"/>
                  </a:lnTo>
                  <a:lnTo>
                    <a:pt x="45" y="4"/>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Segoe UI Light" panose="020B0502040204020203" pitchFamily="34" charset="0"/>
                <a:cs typeface="Segoe UI Light" panose="020B0502040204020203" pitchFamily="34" charset="0"/>
              </a:endParaRPr>
            </a:p>
          </p:txBody>
        </p:sp>
        <p:sp>
          <p:nvSpPr>
            <p:cNvPr id="95" name="Freeform 445"/>
            <p:cNvSpPr>
              <a:spLocks/>
            </p:cNvSpPr>
            <p:nvPr/>
          </p:nvSpPr>
          <p:spPr bwMode="auto">
            <a:xfrm>
              <a:off x="11090275" y="1579563"/>
              <a:ext cx="20638" cy="53975"/>
            </a:xfrm>
            <a:custGeom>
              <a:avLst/>
              <a:gdLst>
                <a:gd name="T0" fmla="*/ 3 w 6"/>
                <a:gd name="T1" fmla="*/ 0 h 16"/>
                <a:gd name="T2" fmla="*/ 6 w 6"/>
                <a:gd name="T3" fmla="*/ 3 h 16"/>
                <a:gd name="T4" fmla="*/ 6 w 6"/>
                <a:gd name="T5" fmla="*/ 13 h 16"/>
                <a:gd name="T6" fmla="*/ 3 w 6"/>
                <a:gd name="T7" fmla="*/ 16 h 16"/>
                <a:gd name="T8" fmla="*/ 3 w 6"/>
                <a:gd name="T9" fmla="*/ 16 h 16"/>
                <a:gd name="T10" fmla="*/ 0 w 6"/>
                <a:gd name="T11" fmla="*/ 13 h 16"/>
                <a:gd name="T12" fmla="*/ 0 w 6"/>
                <a:gd name="T13" fmla="*/ 3 h 16"/>
                <a:gd name="T14" fmla="*/ 3 w 6"/>
                <a:gd name="T15" fmla="*/ 0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16">
                  <a:moveTo>
                    <a:pt x="3" y="0"/>
                  </a:moveTo>
                  <a:cubicBezTo>
                    <a:pt x="5" y="0"/>
                    <a:pt x="6" y="1"/>
                    <a:pt x="6" y="3"/>
                  </a:cubicBezTo>
                  <a:cubicBezTo>
                    <a:pt x="6" y="13"/>
                    <a:pt x="6" y="13"/>
                    <a:pt x="6" y="13"/>
                  </a:cubicBezTo>
                  <a:cubicBezTo>
                    <a:pt x="6" y="15"/>
                    <a:pt x="5" y="16"/>
                    <a:pt x="3" y="16"/>
                  </a:cubicBezTo>
                  <a:cubicBezTo>
                    <a:pt x="3" y="16"/>
                    <a:pt x="3" y="16"/>
                    <a:pt x="3" y="16"/>
                  </a:cubicBezTo>
                  <a:cubicBezTo>
                    <a:pt x="1" y="16"/>
                    <a:pt x="0" y="15"/>
                    <a:pt x="0" y="13"/>
                  </a:cubicBezTo>
                  <a:cubicBezTo>
                    <a:pt x="0" y="3"/>
                    <a:pt x="0" y="3"/>
                    <a:pt x="0" y="3"/>
                  </a:cubicBezTo>
                  <a:cubicBezTo>
                    <a:pt x="0" y="1"/>
                    <a:pt x="1" y="0"/>
                    <a:pt x="3"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Segoe UI Light" panose="020B0502040204020203" pitchFamily="34" charset="0"/>
                <a:cs typeface="Segoe UI Light" panose="020B0502040204020203" pitchFamily="34" charset="0"/>
              </a:endParaRPr>
            </a:p>
          </p:txBody>
        </p:sp>
        <p:sp>
          <p:nvSpPr>
            <p:cNvPr id="96" name="Freeform 446"/>
            <p:cNvSpPr>
              <a:spLocks/>
            </p:cNvSpPr>
            <p:nvPr/>
          </p:nvSpPr>
          <p:spPr bwMode="auto">
            <a:xfrm>
              <a:off x="11117263" y="1606550"/>
              <a:ext cx="163513" cy="384175"/>
            </a:xfrm>
            <a:custGeom>
              <a:avLst/>
              <a:gdLst>
                <a:gd name="T0" fmla="*/ 0 w 48"/>
                <a:gd name="T1" fmla="*/ 0 h 113"/>
                <a:gd name="T2" fmla="*/ 35 w 48"/>
                <a:gd name="T3" fmla="*/ 0 h 113"/>
                <a:gd name="T4" fmla="*/ 48 w 48"/>
                <a:gd name="T5" fmla="*/ 13 h 113"/>
                <a:gd name="T6" fmla="*/ 48 w 48"/>
                <a:gd name="T7" fmla="*/ 113 h 113"/>
              </a:gdLst>
              <a:ahLst/>
              <a:cxnLst>
                <a:cxn ang="0">
                  <a:pos x="T0" y="T1"/>
                </a:cxn>
                <a:cxn ang="0">
                  <a:pos x="T2" y="T3"/>
                </a:cxn>
                <a:cxn ang="0">
                  <a:pos x="T4" y="T5"/>
                </a:cxn>
                <a:cxn ang="0">
                  <a:pos x="T6" y="T7"/>
                </a:cxn>
              </a:cxnLst>
              <a:rect l="0" t="0" r="r" b="b"/>
              <a:pathLst>
                <a:path w="48" h="113">
                  <a:moveTo>
                    <a:pt x="0" y="0"/>
                  </a:moveTo>
                  <a:cubicBezTo>
                    <a:pt x="35" y="0"/>
                    <a:pt x="35" y="0"/>
                    <a:pt x="35" y="0"/>
                  </a:cubicBezTo>
                  <a:cubicBezTo>
                    <a:pt x="42" y="0"/>
                    <a:pt x="48" y="6"/>
                    <a:pt x="48" y="13"/>
                  </a:cubicBezTo>
                  <a:cubicBezTo>
                    <a:pt x="48" y="113"/>
                    <a:pt x="48" y="113"/>
                    <a:pt x="48" y="113"/>
                  </a:cubicBezTo>
                </a:path>
              </a:pathLst>
            </a:custGeom>
            <a:noFill/>
            <a:ln w="30163"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a:latin typeface="Segoe UI Light" panose="020B0502040204020203" pitchFamily="34" charset="0"/>
                <a:cs typeface="Segoe UI Light" panose="020B0502040204020203" pitchFamily="34" charset="0"/>
              </a:endParaRPr>
            </a:p>
          </p:txBody>
        </p:sp>
      </p:grpSp>
    </p:spTree>
    <p:extLst>
      <p:ext uri="{BB962C8B-B14F-4D97-AF65-F5344CB8AC3E}">
        <p14:creationId xmlns:p14="http://schemas.microsoft.com/office/powerpoint/2010/main" val="33479530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p14="http://schemas.microsoft.com/office/powerpoint/2010/main" xmlns:dgm="http://schemas.openxmlformats.org/drawingml/2006/diagram" xmlns:a14="http://schemas.microsoft.com/office/drawing/2010/main">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80"/>
                                        </p:tgtEl>
                                        <p:attrNameLst>
                                          <p:attrName>style.visibility</p:attrName>
                                        </p:attrNameLst>
                                      </p:cBhvr>
                                      <p:to>
                                        <p:strVal val="visible"/>
                                      </p:to>
                                    </p:set>
                                    <p:animEffect transition="in" filter="fade">
                                      <p:cBhvr>
                                        <p:cTn id="10" dur="500"/>
                                        <p:tgtEl>
                                          <p:spTgt spid="80"/>
                                        </p:tgtEl>
                                      </p:cBhvr>
                                    </p:animEffect>
                                  </p:childTnLst>
                                </p:cTn>
                              </p:par>
                              <p:par>
                                <p:cTn id="11" presetID="10"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500"/>
                                        <p:tgtEl>
                                          <p:spTgt spid="2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8"/>
                                        </p:tgtEl>
                                        <p:attrNameLst>
                                          <p:attrName>style.visibility</p:attrName>
                                        </p:attrNameLst>
                                      </p:cBhvr>
                                      <p:to>
                                        <p:strVal val="visible"/>
                                      </p:to>
                                    </p:set>
                                    <p:animEffect transition="in" filter="fade">
                                      <p:cBhvr>
                                        <p:cTn id="21" dur="500"/>
                                        <p:tgtEl>
                                          <p:spTgt spid="58"/>
                                        </p:tgtEl>
                                      </p:cBhvr>
                                    </p:animEffect>
                                  </p:childTnLst>
                                </p:cTn>
                              </p:par>
                              <p:par>
                                <p:cTn id="22" presetID="10" presetClass="entr" presetSubtype="0" fill="hold"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500"/>
                                        <p:tgtEl>
                                          <p:spTgt spid="2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par>
                                <p:cTn id="30" presetID="10" presetClass="entr" presetSubtype="0" fill="hold" nodeType="withEffect">
                                  <p:stCondLst>
                                    <p:cond delay="0"/>
                                  </p:stCondLst>
                                  <p:childTnLst>
                                    <p:set>
                                      <p:cBhvr>
                                        <p:cTn id="31" dur="1" fill="hold">
                                          <p:stCondLst>
                                            <p:cond delay="0"/>
                                          </p:stCondLst>
                                        </p:cTn>
                                        <p:tgtEl>
                                          <p:spTgt spid="54"/>
                                        </p:tgtEl>
                                        <p:attrNameLst>
                                          <p:attrName>style.visibility</p:attrName>
                                        </p:attrNameLst>
                                      </p:cBhvr>
                                      <p:to>
                                        <p:strVal val="visible"/>
                                      </p:to>
                                    </p:set>
                                    <p:animEffect transition="in" filter="fade">
                                      <p:cBhvr>
                                        <p:cTn id="32" dur="500"/>
                                        <p:tgtEl>
                                          <p:spTgt spid="54"/>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59"/>
                                        </p:tgtEl>
                                        <p:attrNameLst>
                                          <p:attrName>style.visibility</p:attrName>
                                        </p:attrNameLst>
                                      </p:cBhvr>
                                      <p:to>
                                        <p:strVal val="visible"/>
                                      </p:to>
                                    </p:set>
                                    <p:animEffect transition="in" filter="fade">
                                      <p:cBhvr>
                                        <p:cTn id="40" dur="500"/>
                                        <p:tgtEl>
                                          <p:spTgt spid="5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500"/>
                                        <p:tgtEl>
                                          <p:spTgt spid="8"/>
                                        </p:tgtEl>
                                      </p:cBhvr>
                                    </p:animEffect>
                                  </p:childTnLst>
                                </p:cTn>
                              </p:par>
                              <p:par>
                                <p:cTn id="44" presetID="10" presetClass="entr" presetSubtype="0" fill="hold"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fade">
                                      <p:cBhvr>
                                        <p:cTn id="51" dur="500"/>
                                        <p:tgtEl>
                                          <p:spTgt spid="9"/>
                                        </p:tgtEl>
                                      </p:cBhvr>
                                    </p:animEffect>
                                  </p:childTnLst>
                                </p:cTn>
                              </p:par>
                              <p:par>
                                <p:cTn id="52" presetID="10" presetClass="entr" presetSubtype="0" fill="hold" nodeType="withEffect">
                                  <p:stCondLst>
                                    <p:cond delay="0"/>
                                  </p:stCondLst>
                                  <p:childTnLst>
                                    <p:set>
                                      <p:cBhvr>
                                        <p:cTn id="53" dur="1" fill="hold">
                                          <p:stCondLst>
                                            <p:cond delay="0"/>
                                          </p:stCondLst>
                                        </p:cTn>
                                        <p:tgtEl>
                                          <p:spTgt spid="86"/>
                                        </p:tgtEl>
                                        <p:attrNameLst>
                                          <p:attrName>style.visibility</p:attrName>
                                        </p:attrNameLst>
                                      </p:cBhvr>
                                      <p:to>
                                        <p:strVal val="visible"/>
                                      </p:to>
                                    </p:set>
                                    <p:animEffect transition="in" filter="fade">
                                      <p:cBhvr>
                                        <p:cTn id="54" dur="500"/>
                                        <p:tgtEl>
                                          <p:spTgt spid="86"/>
                                        </p:tgtEl>
                                      </p:cBhvr>
                                    </p:animEffect>
                                  </p:childTnLst>
                                </p:cTn>
                              </p:par>
                              <p:par>
                                <p:cTn id="55" presetID="10" presetClass="entr" presetSubtype="0" fill="hold" nodeType="with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8" grpId="0"/>
      <p:bldP spid="9" grpId="0"/>
      <p:bldP spid="5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extLst>
              <p:ext uri="{D42A27DB-BD31-4B8C-83A1-F6EECF244321}">
                <p14:modId xmlns:p14="http://schemas.microsoft.com/office/powerpoint/2010/main" val="1175413390"/>
              </p:ext>
            </p:extLst>
          </p:nvPr>
        </p:nvGraphicFramePr>
        <p:xfrm>
          <a:off x="656426" y="678263"/>
          <a:ext cx="11047433" cy="563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Rectangle 1"/>
          <p:cNvSpPr/>
          <p:nvPr/>
        </p:nvSpPr>
        <p:spPr>
          <a:xfrm>
            <a:off x="8427724" y="1714180"/>
            <a:ext cx="3809459" cy="1035882"/>
          </a:xfrm>
          <a:prstGeom prst="rect">
            <a:avLst/>
          </a:prstGeom>
        </p:spPr>
        <p:txBody>
          <a:bodyPr wrap="square">
            <a:spAutoFit/>
          </a:bodyPr>
          <a:lstStyle/>
          <a:p>
            <a:pPr lvl="0" algn="r"/>
            <a:r>
              <a:rPr lang="en-US" sz="2000" dirty="0">
                <a:latin typeface="Segoe UI Light" panose="020B0502040204020203" pitchFamily="34" charset="0"/>
                <a:cs typeface="Segoe UI Light" panose="020B0502040204020203" pitchFamily="34" charset="0"/>
              </a:rPr>
              <a:t>Group devices and control access according to your organization's needs</a:t>
            </a:r>
          </a:p>
        </p:txBody>
      </p:sp>
      <p:sp>
        <p:nvSpPr>
          <p:cNvPr id="3" name="Rectangle 2"/>
          <p:cNvSpPr/>
          <p:nvPr/>
        </p:nvSpPr>
        <p:spPr>
          <a:xfrm>
            <a:off x="8719876" y="4164265"/>
            <a:ext cx="3504703" cy="1035882"/>
          </a:xfrm>
          <a:prstGeom prst="rect">
            <a:avLst/>
          </a:prstGeom>
        </p:spPr>
        <p:txBody>
          <a:bodyPr wrap="square">
            <a:spAutoFit/>
          </a:bodyPr>
          <a:lstStyle/>
          <a:p>
            <a:pPr lvl="0" algn="r"/>
            <a:r>
              <a:rPr lang="en-US" sz="2000" dirty="0">
                <a:latin typeface="Segoe UI Light" panose="020B0502040204020203" pitchFamily="34" charset="0"/>
                <a:cs typeface="Segoe UI Light" panose="020B0502040204020203" pitchFamily="34" charset="0"/>
              </a:rPr>
              <a:t>Securely authenticate devices, on-board for management and provision for service</a:t>
            </a:r>
          </a:p>
        </p:txBody>
      </p:sp>
      <p:sp>
        <p:nvSpPr>
          <p:cNvPr id="4" name="Rectangle 3"/>
          <p:cNvSpPr/>
          <p:nvPr/>
        </p:nvSpPr>
        <p:spPr>
          <a:xfrm>
            <a:off x="3856373" y="6164390"/>
            <a:ext cx="5180865" cy="721978"/>
          </a:xfrm>
          <a:prstGeom prst="rect">
            <a:avLst/>
          </a:prstGeom>
        </p:spPr>
        <p:txBody>
          <a:bodyPr wrap="square">
            <a:spAutoFit/>
          </a:bodyPr>
          <a:lstStyle/>
          <a:p>
            <a:pPr lvl="0" algn="ctr"/>
            <a:r>
              <a:rPr lang="en-US" sz="2000" dirty="0">
                <a:latin typeface="Segoe UI Light" panose="020B0502040204020203" pitchFamily="34" charset="0"/>
                <a:cs typeface="Segoe UI Light" panose="020B0502040204020203" pitchFamily="34" charset="0"/>
              </a:rPr>
              <a:t>Provide updates, configuration &amp; applications to assign the purpose of each device</a:t>
            </a:r>
          </a:p>
        </p:txBody>
      </p:sp>
      <p:sp>
        <p:nvSpPr>
          <p:cNvPr id="8" name="Rectangle 7"/>
          <p:cNvSpPr/>
          <p:nvPr/>
        </p:nvSpPr>
        <p:spPr>
          <a:xfrm>
            <a:off x="329442" y="3996840"/>
            <a:ext cx="3428514" cy="1349785"/>
          </a:xfrm>
          <a:prstGeom prst="rect">
            <a:avLst/>
          </a:prstGeom>
        </p:spPr>
        <p:txBody>
          <a:bodyPr wrap="square">
            <a:spAutoFit/>
          </a:bodyPr>
          <a:lstStyle/>
          <a:p>
            <a:pPr lvl="0"/>
            <a:r>
              <a:rPr lang="en-US" sz="2000" dirty="0">
                <a:latin typeface="Segoe UI Light" panose="020B0502040204020203" pitchFamily="34" charset="0"/>
                <a:cs typeface="Segoe UI Light" panose="020B0502040204020203" pitchFamily="34" charset="0"/>
              </a:rPr>
              <a:t>Monitor device inventory, health &amp; security while providing proactive remediation of issues</a:t>
            </a:r>
          </a:p>
        </p:txBody>
      </p:sp>
      <p:sp>
        <p:nvSpPr>
          <p:cNvPr id="9" name="Rectangle 8"/>
          <p:cNvSpPr/>
          <p:nvPr/>
        </p:nvSpPr>
        <p:spPr>
          <a:xfrm>
            <a:off x="225750" y="1845414"/>
            <a:ext cx="3751519" cy="941711"/>
          </a:xfrm>
          <a:prstGeom prst="rect">
            <a:avLst/>
          </a:prstGeom>
        </p:spPr>
        <p:txBody>
          <a:bodyPr wrap="square">
            <a:spAutoFit/>
          </a:bodyPr>
          <a:lstStyle/>
          <a:p>
            <a:pPr defTabSz="888830">
              <a:lnSpc>
                <a:spcPct val="90000"/>
              </a:lnSpc>
              <a:spcBef>
                <a:spcPct val="0"/>
              </a:spcBef>
              <a:spcAft>
                <a:spcPct val="35000"/>
              </a:spcAft>
            </a:pPr>
            <a:r>
              <a:rPr lang="en-US" sz="2000" dirty="0">
                <a:latin typeface="Segoe UI Light"/>
              </a:rPr>
              <a:t>Replace or decommission devices after failure, upgrade cycle or service lifetime</a:t>
            </a:r>
          </a:p>
        </p:txBody>
      </p:sp>
      <p:sp>
        <p:nvSpPr>
          <p:cNvPr id="11" name="Title 5"/>
          <p:cNvSpPr>
            <a:spLocks noGrp="1"/>
          </p:cNvSpPr>
          <p:nvPr>
            <p:ph type="title" idx="4294967295"/>
          </p:nvPr>
        </p:nvSpPr>
        <p:spPr>
          <a:xfrm>
            <a:off x="882" y="-8096"/>
            <a:ext cx="11887454" cy="762598"/>
          </a:xfrm>
          <a:prstGeom prst="rect">
            <a:avLst/>
          </a:prstGeom>
        </p:spPr>
        <p:txBody>
          <a:bodyPr/>
          <a:lstStyle/>
          <a:p>
            <a:pPr algn="ctr"/>
            <a:r>
              <a:rPr lang="en-US" sz="4799"/>
              <a:t>IoT Device Lifecycle</a:t>
            </a:r>
          </a:p>
        </p:txBody>
      </p:sp>
      <p:cxnSp>
        <p:nvCxnSpPr>
          <p:cNvPr id="13" name="Straight Connector 12"/>
          <p:cNvCxnSpPr>
            <a:cxnSpLocks/>
          </p:cNvCxnSpPr>
          <p:nvPr/>
        </p:nvCxnSpPr>
        <p:spPr>
          <a:xfrm flipH="1" flipV="1">
            <a:off x="3780184" y="1758672"/>
            <a:ext cx="1066648" cy="376889"/>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cxnSpLocks/>
          </p:cNvCxnSpPr>
          <p:nvPr/>
        </p:nvCxnSpPr>
        <p:spPr>
          <a:xfrm flipH="1" flipV="1">
            <a:off x="3014311" y="3878209"/>
            <a:ext cx="1066649" cy="10109"/>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cxnSpLocks/>
          </p:cNvCxnSpPr>
          <p:nvPr/>
        </p:nvCxnSpPr>
        <p:spPr>
          <a:xfrm>
            <a:off x="6142049" y="5401993"/>
            <a:ext cx="31766" cy="762398"/>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cxnSpLocks/>
          </p:cNvCxnSpPr>
          <p:nvPr/>
        </p:nvCxnSpPr>
        <p:spPr>
          <a:xfrm>
            <a:off x="8427724" y="3878209"/>
            <a:ext cx="756297" cy="10109"/>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a:cxnSpLocks/>
          </p:cNvCxnSpPr>
          <p:nvPr/>
        </p:nvCxnSpPr>
        <p:spPr>
          <a:xfrm flipV="1">
            <a:off x="7284886" y="1602137"/>
            <a:ext cx="1142838" cy="517818"/>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54" name="Group 53"/>
          <p:cNvGrpSpPr/>
          <p:nvPr/>
        </p:nvGrpSpPr>
        <p:grpSpPr>
          <a:xfrm>
            <a:off x="3451737" y="6068777"/>
            <a:ext cx="412670" cy="717621"/>
            <a:chOff x="6170618" y="4144969"/>
            <a:chExt cx="431800" cy="750889"/>
          </a:xfrm>
          <a:solidFill>
            <a:schemeClr val="tx1"/>
          </a:solidFill>
        </p:grpSpPr>
        <p:sp>
          <p:nvSpPr>
            <p:cNvPr id="55" name="Freeform 22"/>
            <p:cNvSpPr>
              <a:spLocks/>
            </p:cNvSpPr>
            <p:nvPr/>
          </p:nvSpPr>
          <p:spPr bwMode="auto">
            <a:xfrm>
              <a:off x="6232531" y="4197357"/>
              <a:ext cx="160338" cy="160338"/>
            </a:xfrm>
            <a:custGeom>
              <a:avLst/>
              <a:gdLst>
                <a:gd name="T0" fmla="*/ 46 w 47"/>
                <a:gd name="T1" fmla="*/ 24 h 47"/>
                <a:gd name="T2" fmla="*/ 45 w 47"/>
                <a:gd name="T3" fmla="*/ 24 h 47"/>
                <a:gd name="T4" fmla="*/ 39 w 47"/>
                <a:gd name="T5" fmla="*/ 39 h 47"/>
                <a:gd name="T6" fmla="*/ 24 w 47"/>
                <a:gd name="T7" fmla="*/ 45 h 47"/>
                <a:gd name="T8" fmla="*/ 9 w 47"/>
                <a:gd name="T9" fmla="*/ 39 h 47"/>
                <a:gd name="T10" fmla="*/ 3 w 47"/>
                <a:gd name="T11" fmla="*/ 24 h 47"/>
                <a:gd name="T12" fmla="*/ 9 w 47"/>
                <a:gd name="T13" fmla="*/ 9 h 47"/>
                <a:gd name="T14" fmla="*/ 24 w 47"/>
                <a:gd name="T15" fmla="*/ 3 h 47"/>
                <a:gd name="T16" fmla="*/ 39 w 47"/>
                <a:gd name="T17" fmla="*/ 9 h 47"/>
                <a:gd name="T18" fmla="*/ 45 w 47"/>
                <a:gd name="T19" fmla="*/ 24 h 47"/>
                <a:gd name="T20" fmla="*/ 46 w 47"/>
                <a:gd name="T21" fmla="*/ 24 h 47"/>
                <a:gd name="T22" fmla="*/ 47 w 47"/>
                <a:gd name="T23" fmla="*/ 24 h 47"/>
                <a:gd name="T24" fmla="*/ 24 w 47"/>
                <a:gd name="T25" fmla="*/ 0 h 47"/>
                <a:gd name="T26" fmla="*/ 0 w 47"/>
                <a:gd name="T27" fmla="*/ 24 h 47"/>
                <a:gd name="T28" fmla="*/ 24 w 47"/>
                <a:gd name="T29" fmla="*/ 47 h 47"/>
                <a:gd name="T30" fmla="*/ 47 w 47"/>
                <a:gd name="T31" fmla="*/ 24 h 47"/>
                <a:gd name="T32" fmla="*/ 46 w 47"/>
                <a:gd name="T33" fmla="*/ 24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7" h="47">
                  <a:moveTo>
                    <a:pt x="46" y="24"/>
                  </a:moveTo>
                  <a:cubicBezTo>
                    <a:pt x="45" y="24"/>
                    <a:pt x="45" y="24"/>
                    <a:pt x="45" y="24"/>
                  </a:cubicBezTo>
                  <a:cubicBezTo>
                    <a:pt x="45" y="30"/>
                    <a:pt x="42" y="35"/>
                    <a:pt x="39" y="39"/>
                  </a:cubicBezTo>
                  <a:cubicBezTo>
                    <a:pt x="35" y="43"/>
                    <a:pt x="30" y="45"/>
                    <a:pt x="24" y="45"/>
                  </a:cubicBezTo>
                  <a:cubicBezTo>
                    <a:pt x="18" y="45"/>
                    <a:pt x="13" y="43"/>
                    <a:pt x="9" y="39"/>
                  </a:cubicBezTo>
                  <a:cubicBezTo>
                    <a:pt x="5" y="35"/>
                    <a:pt x="3" y="30"/>
                    <a:pt x="3" y="24"/>
                  </a:cubicBezTo>
                  <a:cubicBezTo>
                    <a:pt x="3" y="18"/>
                    <a:pt x="5" y="13"/>
                    <a:pt x="9" y="9"/>
                  </a:cubicBezTo>
                  <a:cubicBezTo>
                    <a:pt x="13" y="5"/>
                    <a:pt x="18" y="3"/>
                    <a:pt x="24" y="3"/>
                  </a:cubicBezTo>
                  <a:cubicBezTo>
                    <a:pt x="30" y="3"/>
                    <a:pt x="35" y="5"/>
                    <a:pt x="39" y="9"/>
                  </a:cubicBezTo>
                  <a:cubicBezTo>
                    <a:pt x="42" y="13"/>
                    <a:pt x="45" y="18"/>
                    <a:pt x="45" y="24"/>
                  </a:cubicBezTo>
                  <a:cubicBezTo>
                    <a:pt x="46" y="24"/>
                    <a:pt x="46" y="24"/>
                    <a:pt x="46" y="24"/>
                  </a:cubicBezTo>
                  <a:cubicBezTo>
                    <a:pt x="47" y="24"/>
                    <a:pt x="47" y="24"/>
                    <a:pt x="47" y="24"/>
                  </a:cubicBezTo>
                  <a:cubicBezTo>
                    <a:pt x="47" y="11"/>
                    <a:pt x="37" y="0"/>
                    <a:pt x="24" y="0"/>
                  </a:cubicBezTo>
                  <a:cubicBezTo>
                    <a:pt x="11" y="0"/>
                    <a:pt x="0" y="11"/>
                    <a:pt x="0" y="24"/>
                  </a:cubicBezTo>
                  <a:cubicBezTo>
                    <a:pt x="0" y="37"/>
                    <a:pt x="11" y="47"/>
                    <a:pt x="24" y="47"/>
                  </a:cubicBezTo>
                  <a:cubicBezTo>
                    <a:pt x="37" y="47"/>
                    <a:pt x="47" y="37"/>
                    <a:pt x="47" y="24"/>
                  </a:cubicBezTo>
                  <a:lnTo>
                    <a:pt x="46"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p>
          </p:txBody>
        </p:sp>
        <p:sp>
          <p:nvSpPr>
            <p:cNvPr id="56" name="Freeform 23"/>
            <p:cNvSpPr>
              <a:spLocks/>
            </p:cNvSpPr>
            <p:nvPr/>
          </p:nvSpPr>
          <p:spPr bwMode="auto">
            <a:xfrm>
              <a:off x="6176968" y="4144969"/>
              <a:ext cx="271463" cy="266700"/>
            </a:xfrm>
            <a:custGeom>
              <a:avLst/>
              <a:gdLst>
                <a:gd name="T0" fmla="*/ 78 w 79"/>
                <a:gd name="T1" fmla="*/ 39 h 78"/>
                <a:gd name="T2" fmla="*/ 76 w 79"/>
                <a:gd name="T3" fmla="*/ 39 h 78"/>
                <a:gd name="T4" fmla="*/ 66 w 79"/>
                <a:gd name="T5" fmla="*/ 65 h 78"/>
                <a:gd name="T6" fmla="*/ 40 w 79"/>
                <a:gd name="T7" fmla="*/ 75 h 78"/>
                <a:gd name="T8" fmla="*/ 14 w 79"/>
                <a:gd name="T9" fmla="*/ 65 h 78"/>
                <a:gd name="T10" fmla="*/ 3 w 79"/>
                <a:gd name="T11" fmla="*/ 39 h 78"/>
                <a:gd name="T12" fmla="*/ 14 w 79"/>
                <a:gd name="T13" fmla="*/ 13 h 78"/>
                <a:gd name="T14" fmla="*/ 40 w 79"/>
                <a:gd name="T15" fmla="*/ 2 h 78"/>
                <a:gd name="T16" fmla="*/ 66 w 79"/>
                <a:gd name="T17" fmla="*/ 13 h 78"/>
                <a:gd name="T18" fmla="*/ 76 w 79"/>
                <a:gd name="T19" fmla="*/ 39 h 78"/>
                <a:gd name="T20" fmla="*/ 78 w 79"/>
                <a:gd name="T21" fmla="*/ 39 h 78"/>
                <a:gd name="T22" fmla="*/ 79 w 79"/>
                <a:gd name="T23" fmla="*/ 39 h 78"/>
                <a:gd name="T24" fmla="*/ 40 w 79"/>
                <a:gd name="T25" fmla="*/ 0 h 78"/>
                <a:gd name="T26" fmla="*/ 0 w 79"/>
                <a:gd name="T27" fmla="*/ 39 h 78"/>
                <a:gd name="T28" fmla="*/ 40 w 79"/>
                <a:gd name="T29" fmla="*/ 78 h 78"/>
                <a:gd name="T30" fmla="*/ 79 w 79"/>
                <a:gd name="T31" fmla="*/ 39 h 78"/>
                <a:gd name="T32" fmla="*/ 78 w 79"/>
                <a:gd name="T33" fmla="*/ 39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9" h="78">
                  <a:moveTo>
                    <a:pt x="78" y="39"/>
                  </a:moveTo>
                  <a:cubicBezTo>
                    <a:pt x="76" y="39"/>
                    <a:pt x="76" y="39"/>
                    <a:pt x="76" y="39"/>
                  </a:cubicBezTo>
                  <a:cubicBezTo>
                    <a:pt x="76" y="49"/>
                    <a:pt x="72" y="58"/>
                    <a:pt x="66" y="65"/>
                  </a:cubicBezTo>
                  <a:cubicBezTo>
                    <a:pt x="59" y="71"/>
                    <a:pt x="50" y="75"/>
                    <a:pt x="40" y="75"/>
                  </a:cubicBezTo>
                  <a:cubicBezTo>
                    <a:pt x="30" y="75"/>
                    <a:pt x="20" y="71"/>
                    <a:pt x="14" y="65"/>
                  </a:cubicBezTo>
                  <a:cubicBezTo>
                    <a:pt x="7" y="58"/>
                    <a:pt x="3" y="49"/>
                    <a:pt x="3" y="39"/>
                  </a:cubicBezTo>
                  <a:cubicBezTo>
                    <a:pt x="3" y="29"/>
                    <a:pt x="7" y="19"/>
                    <a:pt x="14" y="13"/>
                  </a:cubicBezTo>
                  <a:cubicBezTo>
                    <a:pt x="20" y="6"/>
                    <a:pt x="30" y="2"/>
                    <a:pt x="40" y="2"/>
                  </a:cubicBezTo>
                  <a:cubicBezTo>
                    <a:pt x="50" y="2"/>
                    <a:pt x="59" y="6"/>
                    <a:pt x="66" y="13"/>
                  </a:cubicBezTo>
                  <a:cubicBezTo>
                    <a:pt x="72" y="19"/>
                    <a:pt x="76" y="29"/>
                    <a:pt x="76" y="39"/>
                  </a:cubicBezTo>
                  <a:cubicBezTo>
                    <a:pt x="78" y="39"/>
                    <a:pt x="78" y="39"/>
                    <a:pt x="78" y="39"/>
                  </a:cubicBezTo>
                  <a:cubicBezTo>
                    <a:pt x="79" y="39"/>
                    <a:pt x="79" y="39"/>
                    <a:pt x="79" y="39"/>
                  </a:cubicBezTo>
                  <a:cubicBezTo>
                    <a:pt x="79" y="17"/>
                    <a:pt x="61" y="0"/>
                    <a:pt x="40" y="0"/>
                  </a:cubicBezTo>
                  <a:cubicBezTo>
                    <a:pt x="18" y="0"/>
                    <a:pt x="0" y="17"/>
                    <a:pt x="0" y="39"/>
                  </a:cubicBezTo>
                  <a:cubicBezTo>
                    <a:pt x="0" y="60"/>
                    <a:pt x="18" y="78"/>
                    <a:pt x="40" y="78"/>
                  </a:cubicBezTo>
                  <a:cubicBezTo>
                    <a:pt x="61" y="78"/>
                    <a:pt x="79" y="60"/>
                    <a:pt x="79" y="39"/>
                  </a:cubicBezTo>
                  <a:lnTo>
                    <a:pt x="78" y="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p>
          </p:txBody>
        </p:sp>
        <p:sp>
          <p:nvSpPr>
            <p:cNvPr id="57" name="Freeform 24"/>
            <p:cNvSpPr>
              <a:spLocks/>
            </p:cNvSpPr>
            <p:nvPr/>
          </p:nvSpPr>
          <p:spPr bwMode="auto">
            <a:xfrm>
              <a:off x="6170618" y="4241807"/>
              <a:ext cx="431800" cy="654051"/>
            </a:xfrm>
            <a:custGeom>
              <a:avLst/>
              <a:gdLst>
                <a:gd name="T0" fmla="*/ 126 w 126"/>
                <a:gd name="T1" fmla="*/ 134 h 192"/>
                <a:gd name="T2" fmla="*/ 126 w 126"/>
                <a:gd name="T3" fmla="*/ 129 h 192"/>
                <a:gd name="T4" fmla="*/ 126 w 126"/>
                <a:gd name="T5" fmla="*/ 129 h 192"/>
                <a:gd name="T6" fmla="*/ 126 w 126"/>
                <a:gd name="T7" fmla="*/ 109 h 192"/>
                <a:gd name="T8" fmla="*/ 126 w 126"/>
                <a:gd name="T9" fmla="*/ 82 h 192"/>
                <a:gd name="T10" fmla="*/ 126 w 126"/>
                <a:gd name="T11" fmla="*/ 82 h 192"/>
                <a:gd name="T12" fmla="*/ 114 w 126"/>
                <a:gd name="T13" fmla="*/ 70 h 192"/>
                <a:gd name="T14" fmla="*/ 102 w 126"/>
                <a:gd name="T15" fmla="*/ 82 h 192"/>
                <a:gd name="T16" fmla="*/ 102 w 126"/>
                <a:gd name="T17" fmla="*/ 76 h 192"/>
                <a:gd name="T18" fmla="*/ 90 w 126"/>
                <a:gd name="T19" fmla="*/ 64 h 192"/>
                <a:gd name="T20" fmla="*/ 78 w 126"/>
                <a:gd name="T21" fmla="*/ 76 h 192"/>
                <a:gd name="T22" fmla="*/ 78 w 126"/>
                <a:gd name="T23" fmla="*/ 70 h 192"/>
                <a:gd name="T24" fmla="*/ 65 w 126"/>
                <a:gd name="T25" fmla="*/ 58 h 192"/>
                <a:gd name="T26" fmla="*/ 53 w 126"/>
                <a:gd name="T27" fmla="*/ 70 h 192"/>
                <a:gd name="T28" fmla="*/ 53 w 126"/>
                <a:gd name="T29" fmla="*/ 12 h 192"/>
                <a:gd name="T30" fmla="*/ 41 w 126"/>
                <a:gd name="T31" fmla="*/ 0 h 192"/>
                <a:gd name="T32" fmla="*/ 29 w 126"/>
                <a:gd name="T33" fmla="*/ 12 h 192"/>
                <a:gd name="T34" fmla="*/ 29 w 126"/>
                <a:gd name="T35" fmla="*/ 82 h 192"/>
                <a:gd name="T36" fmla="*/ 29 w 126"/>
                <a:gd name="T37" fmla="*/ 116 h 192"/>
                <a:gd name="T38" fmla="*/ 24 w 126"/>
                <a:gd name="T39" fmla="*/ 123 h 192"/>
                <a:gd name="T40" fmla="*/ 24 w 126"/>
                <a:gd name="T41" fmla="*/ 93 h 192"/>
                <a:gd name="T42" fmla="*/ 12 w 126"/>
                <a:gd name="T43" fmla="*/ 81 h 192"/>
                <a:gd name="T44" fmla="*/ 0 w 126"/>
                <a:gd name="T45" fmla="*/ 81 h 192"/>
                <a:gd name="T46" fmla="*/ 0 w 126"/>
                <a:gd name="T47" fmla="*/ 93 h 192"/>
                <a:gd name="T48" fmla="*/ 0 w 126"/>
                <a:gd name="T49" fmla="*/ 129 h 192"/>
                <a:gd name="T50" fmla="*/ 0 w 126"/>
                <a:gd name="T51" fmla="*/ 129 h 192"/>
                <a:gd name="T52" fmla="*/ 0 w 126"/>
                <a:gd name="T53" fmla="*/ 129 h 192"/>
                <a:gd name="T54" fmla="*/ 63 w 126"/>
                <a:gd name="T55" fmla="*/ 192 h 192"/>
                <a:gd name="T56" fmla="*/ 126 w 126"/>
                <a:gd name="T57" fmla="*/ 136 h 192"/>
                <a:gd name="T58" fmla="*/ 126 w 126"/>
                <a:gd name="T59" fmla="*/ 136 h 192"/>
                <a:gd name="T60" fmla="*/ 126 w 126"/>
                <a:gd name="T61" fmla="*/ 134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26" h="192">
                  <a:moveTo>
                    <a:pt x="126" y="134"/>
                  </a:moveTo>
                  <a:cubicBezTo>
                    <a:pt x="126" y="132"/>
                    <a:pt x="126" y="130"/>
                    <a:pt x="126" y="129"/>
                  </a:cubicBezTo>
                  <a:cubicBezTo>
                    <a:pt x="126" y="129"/>
                    <a:pt x="126" y="129"/>
                    <a:pt x="126" y="129"/>
                  </a:cubicBezTo>
                  <a:cubicBezTo>
                    <a:pt x="126" y="109"/>
                    <a:pt x="126" y="109"/>
                    <a:pt x="126" y="109"/>
                  </a:cubicBezTo>
                  <a:cubicBezTo>
                    <a:pt x="126" y="82"/>
                    <a:pt x="126" y="82"/>
                    <a:pt x="126" y="82"/>
                  </a:cubicBezTo>
                  <a:cubicBezTo>
                    <a:pt x="126" y="82"/>
                    <a:pt x="126" y="82"/>
                    <a:pt x="126" y="82"/>
                  </a:cubicBezTo>
                  <a:cubicBezTo>
                    <a:pt x="126" y="76"/>
                    <a:pt x="120" y="70"/>
                    <a:pt x="114" y="70"/>
                  </a:cubicBezTo>
                  <a:cubicBezTo>
                    <a:pt x="107" y="70"/>
                    <a:pt x="102" y="76"/>
                    <a:pt x="102" y="82"/>
                  </a:cubicBezTo>
                  <a:cubicBezTo>
                    <a:pt x="102" y="76"/>
                    <a:pt x="102" y="76"/>
                    <a:pt x="102" y="76"/>
                  </a:cubicBezTo>
                  <a:cubicBezTo>
                    <a:pt x="102" y="69"/>
                    <a:pt x="96" y="64"/>
                    <a:pt x="90" y="64"/>
                  </a:cubicBezTo>
                  <a:cubicBezTo>
                    <a:pt x="83" y="64"/>
                    <a:pt x="78" y="69"/>
                    <a:pt x="78" y="76"/>
                  </a:cubicBezTo>
                  <a:cubicBezTo>
                    <a:pt x="78" y="70"/>
                    <a:pt x="78" y="70"/>
                    <a:pt x="78" y="70"/>
                  </a:cubicBezTo>
                  <a:cubicBezTo>
                    <a:pt x="78" y="63"/>
                    <a:pt x="72" y="58"/>
                    <a:pt x="65" y="58"/>
                  </a:cubicBezTo>
                  <a:cubicBezTo>
                    <a:pt x="59" y="58"/>
                    <a:pt x="53" y="63"/>
                    <a:pt x="53" y="70"/>
                  </a:cubicBezTo>
                  <a:cubicBezTo>
                    <a:pt x="53" y="12"/>
                    <a:pt x="53" y="12"/>
                    <a:pt x="53" y="12"/>
                  </a:cubicBezTo>
                  <a:cubicBezTo>
                    <a:pt x="53" y="5"/>
                    <a:pt x="48" y="0"/>
                    <a:pt x="41" y="0"/>
                  </a:cubicBezTo>
                  <a:cubicBezTo>
                    <a:pt x="35" y="0"/>
                    <a:pt x="29" y="5"/>
                    <a:pt x="29" y="12"/>
                  </a:cubicBezTo>
                  <a:cubicBezTo>
                    <a:pt x="29" y="82"/>
                    <a:pt x="29" y="82"/>
                    <a:pt x="29" y="82"/>
                  </a:cubicBezTo>
                  <a:cubicBezTo>
                    <a:pt x="29" y="116"/>
                    <a:pt x="29" y="116"/>
                    <a:pt x="29" y="116"/>
                  </a:cubicBezTo>
                  <a:cubicBezTo>
                    <a:pt x="29" y="119"/>
                    <a:pt x="28" y="123"/>
                    <a:pt x="24" y="123"/>
                  </a:cubicBezTo>
                  <a:cubicBezTo>
                    <a:pt x="24" y="93"/>
                    <a:pt x="24" y="93"/>
                    <a:pt x="24" y="93"/>
                  </a:cubicBezTo>
                  <a:cubicBezTo>
                    <a:pt x="24" y="87"/>
                    <a:pt x="19" y="81"/>
                    <a:pt x="12" y="81"/>
                  </a:cubicBezTo>
                  <a:cubicBezTo>
                    <a:pt x="0" y="81"/>
                    <a:pt x="0" y="81"/>
                    <a:pt x="0" y="81"/>
                  </a:cubicBezTo>
                  <a:cubicBezTo>
                    <a:pt x="0" y="93"/>
                    <a:pt x="0" y="93"/>
                    <a:pt x="0" y="93"/>
                  </a:cubicBezTo>
                  <a:cubicBezTo>
                    <a:pt x="0" y="129"/>
                    <a:pt x="0" y="129"/>
                    <a:pt x="0" y="129"/>
                  </a:cubicBezTo>
                  <a:cubicBezTo>
                    <a:pt x="0" y="129"/>
                    <a:pt x="0" y="129"/>
                    <a:pt x="0" y="129"/>
                  </a:cubicBezTo>
                  <a:cubicBezTo>
                    <a:pt x="0" y="129"/>
                    <a:pt x="0" y="129"/>
                    <a:pt x="0" y="129"/>
                  </a:cubicBezTo>
                  <a:cubicBezTo>
                    <a:pt x="0" y="164"/>
                    <a:pt x="28" y="192"/>
                    <a:pt x="63" y="192"/>
                  </a:cubicBezTo>
                  <a:cubicBezTo>
                    <a:pt x="95" y="192"/>
                    <a:pt x="122" y="167"/>
                    <a:pt x="126" y="136"/>
                  </a:cubicBezTo>
                  <a:cubicBezTo>
                    <a:pt x="126" y="136"/>
                    <a:pt x="126" y="136"/>
                    <a:pt x="126" y="136"/>
                  </a:cubicBezTo>
                  <a:lnTo>
                    <a:pt x="126" y="1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p>
          </p:txBody>
        </p:sp>
      </p:grpSp>
      <p:sp>
        <p:nvSpPr>
          <p:cNvPr id="58" name="Freeform 66"/>
          <p:cNvSpPr>
            <a:spLocks noEditPoints="1"/>
          </p:cNvSpPr>
          <p:nvPr/>
        </p:nvSpPr>
        <p:spPr bwMode="auto">
          <a:xfrm>
            <a:off x="9344281" y="3633012"/>
            <a:ext cx="531038" cy="547188"/>
          </a:xfrm>
          <a:custGeom>
            <a:avLst/>
            <a:gdLst>
              <a:gd name="T0" fmla="*/ 52 w 122"/>
              <a:gd name="T1" fmla="*/ 9 h 126"/>
              <a:gd name="T2" fmla="*/ 61 w 122"/>
              <a:gd name="T3" fmla="*/ 0 h 126"/>
              <a:gd name="T4" fmla="*/ 70 w 122"/>
              <a:gd name="T5" fmla="*/ 9 h 126"/>
              <a:gd name="T6" fmla="*/ 70 w 122"/>
              <a:gd name="T7" fmla="*/ 65 h 126"/>
              <a:gd name="T8" fmla="*/ 61 w 122"/>
              <a:gd name="T9" fmla="*/ 74 h 126"/>
              <a:gd name="T10" fmla="*/ 52 w 122"/>
              <a:gd name="T11" fmla="*/ 65 h 126"/>
              <a:gd name="T12" fmla="*/ 52 w 122"/>
              <a:gd name="T13" fmla="*/ 9 h 126"/>
              <a:gd name="T14" fmla="*/ 104 w 122"/>
              <a:gd name="T15" fmla="*/ 108 h 126"/>
              <a:gd name="T16" fmla="*/ 61 w 122"/>
              <a:gd name="T17" fmla="*/ 126 h 126"/>
              <a:gd name="T18" fmla="*/ 61 w 122"/>
              <a:gd name="T19" fmla="*/ 126 h 126"/>
              <a:gd name="T20" fmla="*/ 18 w 122"/>
              <a:gd name="T21" fmla="*/ 108 h 126"/>
              <a:gd name="T22" fmla="*/ 0 w 122"/>
              <a:gd name="T23" fmla="*/ 65 h 126"/>
              <a:gd name="T24" fmla="*/ 18 w 122"/>
              <a:gd name="T25" fmla="*/ 22 h 126"/>
              <a:gd name="T26" fmla="*/ 31 w 122"/>
              <a:gd name="T27" fmla="*/ 22 h 126"/>
              <a:gd name="T28" fmla="*/ 31 w 122"/>
              <a:gd name="T29" fmla="*/ 35 h 126"/>
              <a:gd name="T30" fmla="*/ 19 w 122"/>
              <a:gd name="T31" fmla="*/ 65 h 126"/>
              <a:gd name="T32" fmla="*/ 31 w 122"/>
              <a:gd name="T33" fmla="*/ 95 h 126"/>
              <a:gd name="T34" fmla="*/ 61 w 122"/>
              <a:gd name="T35" fmla="*/ 107 h 126"/>
              <a:gd name="T36" fmla="*/ 91 w 122"/>
              <a:gd name="T37" fmla="*/ 95 h 126"/>
              <a:gd name="T38" fmla="*/ 103 w 122"/>
              <a:gd name="T39" fmla="*/ 65 h 126"/>
              <a:gd name="T40" fmla="*/ 91 w 122"/>
              <a:gd name="T41" fmla="*/ 35 h 126"/>
              <a:gd name="T42" fmla="*/ 91 w 122"/>
              <a:gd name="T43" fmla="*/ 22 h 126"/>
              <a:gd name="T44" fmla="*/ 104 w 122"/>
              <a:gd name="T45" fmla="*/ 22 h 126"/>
              <a:gd name="T46" fmla="*/ 122 w 122"/>
              <a:gd name="T47" fmla="*/ 65 h 126"/>
              <a:gd name="T48" fmla="*/ 104 w 122"/>
              <a:gd name="T49" fmla="*/ 108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2" h="126">
                <a:moveTo>
                  <a:pt x="52" y="9"/>
                </a:moveTo>
                <a:cubicBezTo>
                  <a:pt x="52" y="4"/>
                  <a:pt x="56" y="0"/>
                  <a:pt x="61" y="0"/>
                </a:cubicBezTo>
                <a:cubicBezTo>
                  <a:pt x="66" y="0"/>
                  <a:pt x="70" y="4"/>
                  <a:pt x="70" y="9"/>
                </a:cubicBezTo>
                <a:cubicBezTo>
                  <a:pt x="70" y="65"/>
                  <a:pt x="70" y="65"/>
                  <a:pt x="70" y="65"/>
                </a:cubicBezTo>
                <a:cubicBezTo>
                  <a:pt x="70" y="70"/>
                  <a:pt x="66" y="74"/>
                  <a:pt x="61" y="74"/>
                </a:cubicBezTo>
                <a:cubicBezTo>
                  <a:pt x="56" y="74"/>
                  <a:pt x="52" y="70"/>
                  <a:pt x="52" y="65"/>
                </a:cubicBezTo>
                <a:lnTo>
                  <a:pt x="52" y="9"/>
                </a:lnTo>
                <a:close/>
                <a:moveTo>
                  <a:pt x="104" y="108"/>
                </a:moveTo>
                <a:cubicBezTo>
                  <a:pt x="92" y="120"/>
                  <a:pt x="77" y="126"/>
                  <a:pt x="61" y="126"/>
                </a:cubicBezTo>
                <a:cubicBezTo>
                  <a:pt x="61" y="126"/>
                  <a:pt x="61" y="126"/>
                  <a:pt x="61" y="126"/>
                </a:cubicBezTo>
                <a:cubicBezTo>
                  <a:pt x="46" y="126"/>
                  <a:pt x="30" y="120"/>
                  <a:pt x="18" y="108"/>
                </a:cubicBezTo>
                <a:cubicBezTo>
                  <a:pt x="6" y="96"/>
                  <a:pt x="0" y="81"/>
                  <a:pt x="0" y="65"/>
                </a:cubicBezTo>
                <a:cubicBezTo>
                  <a:pt x="0" y="50"/>
                  <a:pt x="6" y="34"/>
                  <a:pt x="18" y="22"/>
                </a:cubicBezTo>
                <a:cubicBezTo>
                  <a:pt x="22" y="18"/>
                  <a:pt x="28" y="18"/>
                  <a:pt x="31" y="22"/>
                </a:cubicBezTo>
                <a:cubicBezTo>
                  <a:pt x="35" y="26"/>
                  <a:pt x="35" y="32"/>
                  <a:pt x="31" y="35"/>
                </a:cubicBezTo>
                <a:cubicBezTo>
                  <a:pt x="23" y="43"/>
                  <a:pt x="19" y="54"/>
                  <a:pt x="19" y="65"/>
                </a:cubicBezTo>
                <a:cubicBezTo>
                  <a:pt x="19" y="76"/>
                  <a:pt x="23" y="87"/>
                  <a:pt x="31" y="95"/>
                </a:cubicBezTo>
                <a:cubicBezTo>
                  <a:pt x="39" y="103"/>
                  <a:pt x="50" y="107"/>
                  <a:pt x="61" y="107"/>
                </a:cubicBezTo>
                <a:cubicBezTo>
                  <a:pt x="72" y="107"/>
                  <a:pt x="83" y="103"/>
                  <a:pt x="91" y="95"/>
                </a:cubicBezTo>
                <a:cubicBezTo>
                  <a:pt x="99" y="87"/>
                  <a:pt x="103" y="76"/>
                  <a:pt x="103" y="65"/>
                </a:cubicBezTo>
                <a:cubicBezTo>
                  <a:pt x="103" y="54"/>
                  <a:pt x="99" y="43"/>
                  <a:pt x="91" y="35"/>
                </a:cubicBezTo>
                <a:cubicBezTo>
                  <a:pt x="87" y="32"/>
                  <a:pt x="87" y="26"/>
                  <a:pt x="91" y="22"/>
                </a:cubicBezTo>
                <a:cubicBezTo>
                  <a:pt x="95" y="18"/>
                  <a:pt x="101" y="18"/>
                  <a:pt x="104" y="22"/>
                </a:cubicBezTo>
                <a:cubicBezTo>
                  <a:pt x="116" y="34"/>
                  <a:pt x="122" y="50"/>
                  <a:pt x="122" y="65"/>
                </a:cubicBezTo>
                <a:cubicBezTo>
                  <a:pt x="122" y="81"/>
                  <a:pt x="116" y="96"/>
                  <a:pt x="104" y="108"/>
                </a:cubicBezTo>
                <a:close/>
              </a:path>
            </a:pathLst>
          </a:custGeom>
          <a:solidFill>
            <a:schemeClr val="tx1"/>
          </a:solidFill>
          <a:ln>
            <a:noFill/>
          </a:ln>
          <a:extLst/>
        </p:spPr>
        <p:txBody>
          <a:bodyPr vert="horz" wrap="square" lIns="91427" tIns="45713" rIns="91427" bIns="45713" numCol="1" anchor="t" anchorCtr="0" compatLnSpc="1">
            <a:prstTxWarp prst="textNoShape">
              <a:avLst/>
            </a:prstTxWarp>
          </a:bodyPr>
          <a:lstStyle/>
          <a:p>
            <a:endParaRPr lang="en-US"/>
          </a:p>
        </p:txBody>
      </p:sp>
      <p:grpSp>
        <p:nvGrpSpPr>
          <p:cNvPr id="59" name="Group 58"/>
          <p:cNvGrpSpPr/>
          <p:nvPr/>
        </p:nvGrpSpPr>
        <p:grpSpPr>
          <a:xfrm>
            <a:off x="2179230" y="3526711"/>
            <a:ext cx="793801" cy="454358"/>
            <a:chOff x="4903792" y="4316420"/>
            <a:chExt cx="712788" cy="407988"/>
          </a:xfrm>
        </p:grpSpPr>
        <p:sp>
          <p:nvSpPr>
            <p:cNvPr id="60" name="Freeform 158"/>
            <p:cNvSpPr>
              <a:spLocks/>
            </p:cNvSpPr>
            <p:nvPr/>
          </p:nvSpPr>
          <p:spPr bwMode="auto">
            <a:xfrm>
              <a:off x="4903792" y="4316420"/>
              <a:ext cx="712788" cy="407988"/>
            </a:xfrm>
            <a:custGeom>
              <a:avLst/>
              <a:gdLst>
                <a:gd name="T0" fmla="*/ 104 w 208"/>
                <a:gd name="T1" fmla="*/ 0 h 120"/>
                <a:gd name="T2" fmla="*/ 0 w 208"/>
                <a:gd name="T3" fmla="*/ 60 h 120"/>
                <a:gd name="T4" fmla="*/ 104 w 208"/>
                <a:gd name="T5" fmla="*/ 120 h 120"/>
                <a:gd name="T6" fmla="*/ 208 w 208"/>
                <a:gd name="T7" fmla="*/ 60 h 120"/>
                <a:gd name="T8" fmla="*/ 104 w 208"/>
                <a:gd name="T9" fmla="*/ 0 h 120"/>
              </a:gdLst>
              <a:ahLst/>
              <a:cxnLst>
                <a:cxn ang="0">
                  <a:pos x="T0" y="T1"/>
                </a:cxn>
                <a:cxn ang="0">
                  <a:pos x="T2" y="T3"/>
                </a:cxn>
                <a:cxn ang="0">
                  <a:pos x="T4" y="T5"/>
                </a:cxn>
                <a:cxn ang="0">
                  <a:pos x="T6" y="T7"/>
                </a:cxn>
                <a:cxn ang="0">
                  <a:pos x="T8" y="T9"/>
                </a:cxn>
              </a:cxnLst>
              <a:rect l="0" t="0" r="r" b="b"/>
              <a:pathLst>
                <a:path w="208" h="120">
                  <a:moveTo>
                    <a:pt x="104" y="0"/>
                  </a:moveTo>
                  <a:cubicBezTo>
                    <a:pt x="60" y="0"/>
                    <a:pt x="21" y="25"/>
                    <a:pt x="0" y="60"/>
                  </a:cubicBezTo>
                  <a:cubicBezTo>
                    <a:pt x="21" y="96"/>
                    <a:pt x="60" y="120"/>
                    <a:pt x="104" y="120"/>
                  </a:cubicBezTo>
                  <a:cubicBezTo>
                    <a:pt x="149" y="120"/>
                    <a:pt x="187" y="96"/>
                    <a:pt x="208" y="60"/>
                  </a:cubicBezTo>
                  <a:cubicBezTo>
                    <a:pt x="187" y="25"/>
                    <a:pt x="149" y="0"/>
                    <a:pt x="104"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p>
          </p:txBody>
        </p:sp>
        <p:sp>
          <p:nvSpPr>
            <p:cNvPr id="61" name="Oval 159"/>
            <p:cNvSpPr>
              <a:spLocks noChangeArrowheads="1"/>
            </p:cNvSpPr>
            <p:nvPr/>
          </p:nvSpPr>
          <p:spPr bwMode="auto">
            <a:xfrm>
              <a:off x="5132393" y="4397382"/>
              <a:ext cx="254000" cy="249238"/>
            </a:xfrm>
            <a:prstGeom prst="ellipse">
              <a:avLst/>
            </a:prstGeom>
            <a:solidFill>
              <a:srgbClr val="00BC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p>
          </p:txBody>
        </p:sp>
        <p:sp>
          <p:nvSpPr>
            <p:cNvPr id="62" name="Oval 160"/>
            <p:cNvSpPr>
              <a:spLocks noChangeArrowheads="1"/>
            </p:cNvSpPr>
            <p:nvPr/>
          </p:nvSpPr>
          <p:spPr bwMode="auto">
            <a:xfrm>
              <a:off x="5202243" y="4465645"/>
              <a:ext cx="115888" cy="112713"/>
            </a:xfrm>
            <a:prstGeom prst="ellipse">
              <a:avLst/>
            </a:prstGeom>
            <a:solidFill>
              <a:srgbClr val="2828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p>
          </p:txBody>
        </p:sp>
      </p:grpSp>
      <p:grpSp>
        <p:nvGrpSpPr>
          <p:cNvPr id="80" name="Group 79"/>
          <p:cNvGrpSpPr/>
          <p:nvPr/>
        </p:nvGrpSpPr>
        <p:grpSpPr>
          <a:xfrm rot="531761">
            <a:off x="8638100" y="992058"/>
            <a:ext cx="495131" cy="697687"/>
            <a:chOff x="2697163" y="5102225"/>
            <a:chExt cx="558800" cy="787401"/>
          </a:xfrm>
        </p:grpSpPr>
        <p:sp>
          <p:nvSpPr>
            <p:cNvPr id="81" name="Freeform 345"/>
            <p:cNvSpPr>
              <a:spLocks/>
            </p:cNvSpPr>
            <p:nvPr/>
          </p:nvSpPr>
          <p:spPr bwMode="auto">
            <a:xfrm>
              <a:off x="2697163" y="5138738"/>
              <a:ext cx="558800" cy="750888"/>
            </a:xfrm>
            <a:custGeom>
              <a:avLst/>
              <a:gdLst>
                <a:gd name="T0" fmla="*/ 163 w 163"/>
                <a:gd name="T1" fmla="*/ 214 h 220"/>
                <a:gd name="T2" fmla="*/ 156 w 163"/>
                <a:gd name="T3" fmla="*/ 220 h 220"/>
                <a:gd name="T4" fmla="*/ 7 w 163"/>
                <a:gd name="T5" fmla="*/ 220 h 220"/>
                <a:gd name="T6" fmla="*/ 0 w 163"/>
                <a:gd name="T7" fmla="*/ 214 h 220"/>
                <a:gd name="T8" fmla="*/ 0 w 163"/>
                <a:gd name="T9" fmla="*/ 7 h 220"/>
                <a:gd name="T10" fmla="*/ 7 w 163"/>
                <a:gd name="T11" fmla="*/ 0 h 220"/>
                <a:gd name="T12" fmla="*/ 156 w 163"/>
                <a:gd name="T13" fmla="*/ 0 h 220"/>
                <a:gd name="T14" fmla="*/ 163 w 163"/>
                <a:gd name="T15" fmla="*/ 7 h 220"/>
                <a:gd name="T16" fmla="*/ 163 w 163"/>
                <a:gd name="T17" fmla="*/ 214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3" h="220">
                  <a:moveTo>
                    <a:pt x="163" y="214"/>
                  </a:moveTo>
                  <a:cubicBezTo>
                    <a:pt x="163" y="217"/>
                    <a:pt x="160" y="220"/>
                    <a:pt x="156" y="220"/>
                  </a:cubicBezTo>
                  <a:cubicBezTo>
                    <a:pt x="7" y="220"/>
                    <a:pt x="7" y="220"/>
                    <a:pt x="7" y="220"/>
                  </a:cubicBezTo>
                  <a:cubicBezTo>
                    <a:pt x="3" y="220"/>
                    <a:pt x="0" y="217"/>
                    <a:pt x="0" y="214"/>
                  </a:cubicBezTo>
                  <a:cubicBezTo>
                    <a:pt x="0" y="7"/>
                    <a:pt x="0" y="7"/>
                    <a:pt x="0" y="7"/>
                  </a:cubicBezTo>
                  <a:cubicBezTo>
                    <a:pt x="0" y="3"/>
                    <a:pt x="3" y="0"/>
                    <a:pt x="7" y="0"/>
                  </a:cubicBezTo>
                  <a:cubicBezTo>
                    <a:pt x="156" y="0"/>
                    <a:pt x="156" y="0"/>
                    <a:pt x="156" y="0"/>
                  </a:cubicBezTo>
                  <a:cubicBezTo>
                    <a:pt x="160" y="0"/>
                    <a:pt x="163" y="3"/>
                    <a:pt x="163" y="7"/>
                  </a:cubicBezTo>
                  <a:lnTo>
                    <a:pt x="163" y="214"/>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p>
          </p:txBody>
        </p:sp>
        <p:sp>
          <p:nvSpPr>
            <p:cNvPr id="82" name="Freeform 346"/>
            <p:cNvSpPr>
              <a:spLocks/>
            </p:cNvSpPr>
            <p:nvPr/>
          </p:nvSpPr>
          <p:spPr bwMode="auto">
            <a:xfrm>
              <a:off x="2844800" y="5159375"/>
              <a:ext cx="263525" cy="31750"/>
            </a:xfrm>
            <a:custGeom>
              <a:avLst/>
              <a:gdLst>
                <a:gd name="T0" fmla="*/ 77 w 77"/>
                <a:gd name="T1" fmla="*/ 9 h 9"/>
                <a:gd name="T2" fmla="*/ 67 w 77"/>
                <a:gd name="T3" fmla="*/ 0 h 9"/>
                <a:gd name="T4" fmla="*/ 10 w 77"/>
                <a:gd name="T5" fmla="*/ 0 h 9"/>
                <a:gd name="T6" fmla="*/ 0 w 77"/>
                <a:gd name="T7" fmla="*/ 9 h 9"/>
                <a:gd name="T8" fmla="*/ 77 w 77"/>
                <a:gd name="T9" fmla="*/ 9 h 9"/>
              </a:gdLst>
              <a:ahLst/>
              <a:cxnLst>
                <a:cxn ang="0">
                  <a:pos x="T0" y="T1"/>
                </a:cxn>
                <a:cxn ang="0">
                  <a:pos x="T2" y="T3"/>
                </a:cxn>
                <a:cxn ang="0">
                  <a:pos x="T4" y="T5"/>
                </a:cxn>
                <a:cxn ang="0">
                  <a:pos x="T6" y="T7"/>
                </a:cxn>
                <a:cxn ang="0">
                  <a:pos x="T8" y="T9"/>
                </a:cxn>
              </a:cxnLst>
              <a:rect l="0" t="0" r="r" b="b"/>
              <a:pathLst>
                <a:path w="77" h="9">
                  <a:moveTo>
                    <a:pt x="77" y="9"/>
                  </a:moveTo>
                  <a:cubicBezTo>
                    <a:pt x="76" y="4"/>
                    <a:pt x="72" y="0"/>
                    <a:pt x="67" y="0"/>
                  </a:cubicBezTo>
                  <a:cubicBezTo>
                    <a:pt x="10" y="0"/>
                    <a:pt x="10" y="0"/>
                    <a:pt x="10" y="0"/>
                  </a:cubicBezTo>
                  <a:cubicBezTo>
                    <a:pt x="5" y="0"/>
                    <a:pt x="1" y="4"/>
                    <a:pt x="0" y="9"/>
                  </a:cubicBezTo>
                  <a:lnTo>
                    <a:pt x="77" y="9"/>
                  </a:ln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p>
          </p:txBody>
        </p:sp>
        <p:sp>
          <p:nvSpPr>
            <p:cNvPr id="83" name="Freeform 347"/>
            <p:cNvSpPr>
              <a:spLocks/>
            </p:cNvSpPr>
            <p:nvPr/>
          </p:nvSpPr>
          <p:spPr bwMode="auto">
            <a:xfrm>
              <a:off x="2844800" y="5162550"/>
              <a:ext cx="17463" cy="49213"/>
            </a:xfrm>
            <a:custGeom>
              <a:avLst/>
              <a:gdLst>
                <a:gd name="T0" fmla="*/ 5 w 5"/>
                <a:gd name="T1" fmla="*/ 12 h 14"/>
                <a:gd name="T2" fmla="*/ 3 w 5"/>
                <a:gd name="T3" fmla="*/ 14 h 14"/>
                <a:gd name="T4" fmla="*/ 3 w 5"/>
                <a:gd name="T5" fmla="*/ 14 h 14"/>
                <a:gd name="T6" fmla="*/ 0 w 5"/>
                <a:gd name="T7" fmla="*/ 12 h 14"/>
                <a:gd name="T8" fmla="*/ 0 w 5"/>
                <a:gd name="T9" fmla="*/ 3 h 14"/>
                <a:gd name="T10" fmla="*/ 3 w 5"/>
                <a:gd name="T11" fmla="*/ 0 h 14"/>
                <a:gd name="T12" fmla="*/ 3 w 5"/>
                <a:gd name="T13" fmla="*/ 0 h 14"/>
                <a:gd name="T14" fmla="*/ 5 w 5"/>
                <a:gd name="T15" fmla="*/ 3 h 14"/>
                <a:gd name="T16" fmla="*/ 5 w 5"/>
                <a:gd name="T17"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14">
                  <a:moveTo>
                    <a:pt x="5" y="12"/>
                  </a:moveTo>
                  <a:cubicBezTo>
                    <a:pt x="5" y="13"/>
                    <a:pt x="4" y="14"/>
                    <a:pt x="3" y="14"/>
                  </a:cubicBezTo>
                  <a:cubicBezTo>
                    <a:pt x="3" y="14"/>
                    <a:pt x="3" y="14"/>
                    <a:pt x="3" y="14"/>
                  </a:cubicBezTo>
                  <a:cubicBezTo>
                    <a:pt x="1" y="14"/>
                    <a:pt x="0" y="13"/>
                    <a:pt x="0" y="12"/>
                  </a:cubicBezTo>
                  <a:cubicBezTo>
                    <a:pt x="0" y="3"/>
                    <a:pt x="0" y="3"/>
                    <a:pt x="0" y="3"/>
                  </a:cubicBezTo>
                  <a:cubicBezTo>
                    <a:pt x="0" y="1"/>
                    <a:pt x="1" y="0"/>
                    <a:pt x="3" y="0"/>
                  </a:cubicBezTo>
                  <a:cubicBezTo>
                    <a:pt x="3" y="0"/>
                    <a:pt x="3" y="0"/>
                    <a:pt x="3" y="0"/>
                  </a:cubicBezTo>
                  <a:cubicBezTo>
                    <a:pt x="4" y="0"/>
                    <a:pt x="5" y="1"/>
                    <a:pt x="5" y="3"/>
                  </a:cubicBezTo>
                  <a:lnTo>
                    <a:pt x="5" y="12"/>
                  </a:ln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p>
          </p:txBody>
        </p:sp>
        <p:sp>
          <p:nvSpPr>
            <p:cNvPr id="84" name="Freeform 348"/>
            <p:cNvSpPr>
              <a:spLocks/>
            </p:cNvSpPr>
            <p:nvPr/>
          </p:nvSpPr>
          <p:spPr bwMode="auto">
            <a:xfrm>
              <a:off x="3090863" y="5162550"/>
              <a:ext cx="17463" cy="49213"/>
            </a:xfrm>
            <a:custGeom>
              <a:avLst/>
              <a:gdLst>
                <a:gd name="T0" fmla="*/ 5 w 5"/>
                <a:gd name="T1" fmla="*/ 12 h 14"/>
                <a:gd name="T2" fmla="*/ 2 w 5"/>
                <a:gd name="T3" fmla="*/ 14 h 14"/>
                <a:gd name="T4" fmla="*/ 2 w 5"/>
                <a:gd name="T5" fmla="*/ 14 h 14"/>
                <a:gd name="T6" fmla="*/ 0 w 5"/>
                <a:gd name="T7" fmla="*/ 12 h 14"/>
                <a:gd name="T8" fmla="*/ 0 w 5"/>
                <a:gd name="T9" fmla="*/ 3 h 14"/>
                <a:gd name="T10" fmla="*/ 2 w 5"/>
                <a:gd name="T11" fmla="*/ 0 h 14"/>
                <a:gd name="T12" fmla="*/ 2 w 5"/>
                <a:gd name="T13" fmla="*/ 0 h 14"/>
                <a:gd name="T14" fmla="*/ 5 w 5"/>
                <a:gd name="T15" fmla="*/ 3 h 14"/>
                <a:gd name="T16" fmla="*/ 5 w 5"/>
                <a:gd name="T17"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14">
                  <a:moveTo>
                    <a:pt x="5" y="12"/>
                  </a:moveTo>
                  <a:cubicBezTo>
                    <a:pt x="5" y="13"/>
                    <a:pt x="4" y="14"/>
                    <a:pt x="2" y="14"/>
                  </a:cubicBezTo>
                  <a:cubicBezTo>
                    <a:pt x="2" y="14"/>
                    <a:pt x="2" y="14"/>
                    <a:pt x="2" y="14"/>
                  </a:cubicBezTo>
                  <a:cubicBezTo>
                    <a:pt x="1" y="14"/>
                    <a:pt x="0" y="13"/>
                    <a:pt x="0" y="12"/>
                  </a:cubicBezTo>
                  <a:cubicBezTo>
                    <a:pt x="0" y="3"/>
                    <a:pt x="0" y="3"/>
                    <a:pt x="0" y="3"/>
                  </a:cubicBezTo>
                  <a:cubicBezTo>
                    <a:pt x="0" y="1"/>
                    <a:pt x="1" y="0"/>
                    <a:pt x="2" y="0"/>
                  </a:cubicBezTo>
                  <a:cubicBezTo>
                    <a:pt x="2" y="0"/>
                    <a:pt x="2" y="0"/>
                    <a:pt x="2" y="0"/>
                  </a:cubicBezTo>
                  <a:cubicBezTo>
                    <a:pt x="4" y="0"/>
                    <a:pt x="5" y="1"/>
                    <a:pt x="5" y="3"/>
                  </a:cubicBezTo>
                  <a:lnTo>
                    <a:pt x="5" y="12"/>
                  </a:ln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p>
          </p:txBody>
        </p:sp>
        <p:sp>
          <p:nvSpPr>
            <p:cNvPr id="85" name="Freeform 349"/>
            <p:cNvSpPr>
              <a:spLocks noEditPoints="1"/>
            </p:cNvSpPr>
            <p:nvPr/>
          </p:nvSpPr>
          <p:spPr bwMode="auto">
            <a:xfrm>
              <a:off x="2800350" y="5102225"/>
              <a:ext cx="349250" cy="136525"/>
            </a:xfrm>
            <a:custGeom>
              <a:avLst/>
              <a:gdLst>
                <a:gd name="T0" fmla="*/ 84 w 102"/>
                <a:gd name="T1" fmla="*/ 23 h 40"/>
                <a:gd name="T2" fmla="*/ 74 w 102"/>
                <a:gd name="T3" fmla="*/ 23 h 40"/>
                <a:gd name="T4" fmla="*/ 75 w 102"/>
                <a:gd name="T5" fmla="*/ 23 h 40"/>
                <a:gd name="T6" fmla="*/ 62 w 102"/>
                <a:gd name="T7" fmla="*/ 11 h 40"/>
                <a:gd name="T8" fmla="*/ 62 w 102"/>
                <a:gd name="T9" fmla="*/ 11 h 40"/>
                <a:gd name="T10" fmla="*/ 62 w 102"/>
                <a:gd name="T11" fmla="*/ 11 h 40"/>
                <a:gd name="T12" fmla="*/ 51 w 102"/>
                <a:gd name="T13" fmla="*/ 0 h 40"/>
                <a:gd name="T14" fmla="*/ 41 w 102"/>
                <a:gd name="T15" fmla="*/ 11 h 40"/>
                <a:gd name="T16" fmla="*/ 41 w 102"/>
                <a:gd name="T17" fmla="*/ 11 h 40"/>
                <a:gd name="T18" fmla="*/ 28 w 102"/>
                <a:gd name="T19" fmla="*/ 23 h 40"/>
                <a:gd name="T20" fmla="*/ 29 w 102"/>
                <a:gd name="T21" fmla="*/ 23 h 40"/>
                <a:gd name="T22" fmla="*/ 19 w 102"/>
                <a:gd name="T23" fmla="*/ 23 h 40"/>
                <a:gd name="T24" fmla="*/ 0 w 102"/>
                <a:gd name="T25" fmla="*/ 40 h 40"/>
                <a:gd name="T26" fmla="*/ 102 w 102"/>
                <a:gd name="T27" fmla="*/ 40 h 40"/>
                <a:gd name="T28" fmla="*/ 84 w 102"/>
                <a:gd name="T29" fmla="*/ 23 h 40"/>
                <a:gd name="T30" fmla="*/ 51 w 102"/>
                <a:gd name="T31" fmla="*/ 5 h 40"/>
                <a:gd name="T32" fmla="*/ 57 w 102"/>
                <a:gd name="T33" fmla="*/ 11 h 40"/>
                <a:gd name="T34" fmla="*/ 51 w 102"/>
                <a:gd name="T35" fmla="*/ 16 h 40"/>
                <a:gd name="T36" fmla="*/ 46 w 102"/>
                <a:gd name="T37" fmla="*/ 11 h 40"/>
                <a:gd name="T38" fmla="*/ 51 w 102"/>
                <a:gd name="T39" fmla="*/ 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2" h="40">
                  <a:moveTo>
                    <a:pt x="84" y="23"/>
                  </a:moveTo>
                  <a:cubicBezTo>
                    <a:pt x="74" y="23"/>
                    <a:pt x="74" y="23"/>
                    <a:pt x="74" y="23"/>
                  </a:cubicBezTo>
                  <a:cubicBezTo>
                    <a:pt x="75" y="23"/>
                    <a:pt x="75" y="23"/>
                    <a:pt x="75" y="23"/>
                  </a:cubicBezTo>
                  <a:cubicBezTo>
                    <a:pt x="68" y="23"/>
                    <a:pt x="62" y="18"/>
                    <a:pt x="62" y="11"/>
                  </a:cubicBezTo>
                  <a:cubicBezTo>
                    <a:pt x="62" y="11"/>
                    <a:pt x="62" y="11"/>
                    <a:pt x="62" y="11"/>
                  </a:cubicBezTo>
                  <a:cubicBezTo>
                    <a:pt x="62" y="11"/>
                    <a:pt x="62" y="11"/>
                    <a:pt x="62" y="11"/>
                  </a:cubicBezTo>
                  <a:cubicBezTo>
                    <a:pt x="62" y="5"/>
                    <a:pt x="57" y="0"/>
                    <a:pt x="51" y="0"/>
                  </a:cubicBezTo>
                  <a:cubicBezTo>
                    <a:pt x="45" y="0"/>
                    <a:pt x="41" y="5"/>
                    <a:pt x="41" y="11"/>
                  </a:cubicBezTo>
                  <a:cubicBezTo>
                    <a:pt x="41" y="11"/>
                    <a:pt x="41" y="11"/>
                    <a:pt x="41" y="11"/>
                  </a:cubicBezTo>
                  <a:cubicBezTo>
                    <a:pt x="41" y="18"/>
                    <a:pt x="35" y="23"/>
                    <a:pt x="28" y="23"/>
                  </a:cubicBezTo>
                  <a:cubicBezTo>
                    <a:pt x="29" y="23"/>
                    <a:pt x="29" y="23"/>
                    <a:pt x="29" y="23"/>
                  </a:cubicBezTo>
                  <a:cubicBezTo>
                    <a:pt x="19" y="23"/>
                    <a:pt x="19" y="23"/>
                    <a:pt x="19" y="23"/>
                  </a:cubicBezTo>
                  <a:cubicBezTo>
                    <a:pt x="9" y="23"/>
                    <a:pt x="1" y="31"/>
                    <a:pt x="0" y="40"/>
                  </a:cubicBezTo>
                  <a:cubicBezTo>
                    <a:pt x="102" y="40"/>
                    <a:pt x="102" y="40"/>
                    <a:pt x="102" y="40"/>
                  </a:cubicBezTo>
                  <a:cubicBezTo>
                    <a:pt x="102" y="31"/>
                    <a:pt x="94" y="23"/>
                    <a:pt x="84" y="23"/>
                  </a:cubicBezTo>
                  <a:close/>
                  <a:moveTo>
                    <a:pt x="51" y="5"/>
                  </a:moveTo>
                  <a:cubicBezTo>
                    <a:pt x="54" y="5"/>
                    <a:pt x="57" y="8"/>
                    <a:pt x="57" y="11"/>
                  </a:cubicBezTo>
                  <a:cubicBezTo>
                    <a:pt x="57" y="14"/>
                    <a:pt x="54" y="16"/>
                    <a:pt x="51" y="16"/>
                  </a:cubicBezTo>
                  <a:cubicBezTo>
                    <a:pt x="48" y="16"/>
                    <a:pt x="46" y="14"/>
                    <a:pt x="46" y="11"/>
                  </a:cubicBezTo>
                  <a:cubicBezTo>
                    <a:pt x="46" y="8"/>
                    <a:pt x="48" y="5"/>
                    <a:pt x="51" y="5"/>
                  </a:cubicBez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p>
          </p:txBody>
        </p:sp>
      </p:grpSp>
      <p:grpSp>
        <p:nvGrpSpPr>
          <p:cNvPr id="86" name="Group 85"/>
          <p:cNvGrpSpPr/>
          <p:nvPr/>
        </p:nvGrpSpPr>
        <p:grpSpPr>
          <a:xfrm>
            <a:off x="2662850" y="1202033"/>
            <a:ext cx="766654" cy="769828"/>
            <a:chOff x="10514013" y="1220788"/>
            <a:chExt cx="766763" cy="769937"/>
          </a:xfrm>
        </p:grpSpPr>
        <p:sp>
          <p:nvSpPr>
            <p:cNvPr id="87" name="Freeform 437"/>
            <p:cNvSpPr>
              <a:spLocks/>
            </p:cNvSpPr>
            <p:nvPr/>
          </p:nvSpPr>
          <p:spPr bwMode="auto">
            <a:xfrm>
              <a:off x="10785475" y="1571625"/>
              <a:ext cx="119063" cy="23812"/>
            </a:xfrm>
            <a:custGeom>
              <a:avLst/>
              <a:gdLst>
                <a:gd name="T0" fmla="*/ 4 w 35"/>
                <a:gd name="T1" fmla="*/ 7 h 7"/>
                <a:gd name="T2" fmla="*/ 0 w 35"/>
                <a:gd name="T3" fmla="*/ 4 h 7"/>
                <a:gd name="T4" fmla="*/ 0 w 35"/>
                <a:gd name="T5" fmla="*/ 4 h 7"/>
                <a:gd name="T6" fmla="*/ 4 w 35"/>
                <a:gd name="T7" fmla="*/ 0 h 7"/>
                <a:gd name="T8" fmla="*/ 32 w 35"/>
                <a:gd name="T9" fmla="*/ 0 h 7"/>
                <a:gd name="T10" fmla="*/ 35 w 35"/>
                <a:gd name="T11" fmla="*/ 4 h 7"/>
                <a:gd name="T12" fmla="*/ 35 w 35"/>
                <a:gd name="T13" fmla="*/ 4 h 7"/>
                <a:gd name="T14" fmla="*/ 32 w 35"/>
                <a:gd name="T15" fmla="*/ 7 h 7"/>
                <a:gd name="T16" fmla="*/ 4 w 35"/>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7">
                  <a:moveTo>
                    <a:pt x="4" y="7"/>
                  </a:moveTo>
                  <a:cubicBezTo>
                    <a:pt x="2" y="7"/>
                    <a:pt x="0" y="5"/>
                    <a:pt x="0" y="4"/>
                  </a:cubicBezTo>
                  <a:cubicBezTo>
                    <a:pt x="0" y="4"/>
                    <a:pt x="0" y="4"/>
                    <a:pt x="0" y="4"/>
                  </a:cubicBezTo>
                  <a:cubicBezTo>
                    <a:pt x="0" y="2"/>
                    <a:pt x="2" y="0"/>
                    <a:pt x="4" y="0"/>
                  </a:cubicBezTo>
                  <a:cubicBezTo>
                    <a:pt x="32" y="0"/>
                    <a:pt x="32" y="0"/>
                    <a:pt x="32" y="0"/>
                  </a:cubicBezTo>
                  <a:cubicBezTo>
                    <a:pt x="33" y="0"/>
                    <a:pt x="35" y="2"/>
                    <a:pt x="35" y="4"/>
                  </a:cubicBezTo>
                  <a:cubicBezTo>
                    <a:pt x="35" y="4"/>
                    <a:pt x="35" y="4"/>
                    <a:pt x="35" y="4"/>
                  </a:cubicBezTo>
                  <a:cubicBezTo>
                    <a:pt x="35" y="5"/>
                    <a:pt x="33" y="7"/>
                    <a:pt x="32" y="7"/>
                  </a:cubicBezTo>
                  <a:lnTo>
                    <a:pt x="4" y="7"/>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p>
          </p:txBody>
        </p:sp>
        <p:sp>
          <p:nvSpPr>
            <p:cNvPr id="88" name="Freeform 438"/>
            <p:cNvSpPr>
              <a:spLocks/>
            </p:cNvSpPr>
            <p:nvPr/>
          </p:nvSpPr>
          <p:spPr bwMode="auto">
            <a:xfrm>
              <a:off x="10785475" y="1616075"/>
              <a:ext cx="119063" cy="23812"/>
            </a:xfrm>
            <a:custGeom>
              <a:avLst/>
              <a:gdLst>
                <a:gd name="T0" fmla="*/ 4 w 35"/>
                <a:gd name="T1" fmla="*/ 7 h 7"/>
                <a:gd name="T2" fmla="*/ 0 w 35"/>
                <a:gd name="T3" fmla="*/ 4 h 7"/>
                <a:gd name="T4" fmla="*/ 0 w 35"/>
                <a:gd name="T5" fmla="*/ 4 h 7"/>
                <a:gd name="T6" fmla="*/ 4 w 35"/>
                <a:gd name="T7" fmla="*/ 0 h 7"/>
                <a:gd name="T8" fmla="*/ 32 w 35"/>
                <a:gd name="T9" fmla="*/ 0 h 7"/>
                <a:gd name="T10" fmla="*/ 35 w 35"/>
                <a:gd name="T11" fmla="*/ 4 h 7"/>
                <a:gd name="T12" fmla="*/ 35 w 35"/>
                <a:gd name="T13" fmla="*/ 4 h 7"/>
                <a:gd name="T14" fmla="*/ 32 w 35"/>
                <a:gd name="T15" fmla="*/ 7 h 7"/>
                <a:gd name="T16" fmla="*/ 4 w 35"/>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7">
                  <a:moveTo>
                    <a:pt x="4" y="7"/>
                  </a:moveTo>
                  <a:cubicBezTo>
                    <a:pt x="2" y="7"/>
                    <a:pt x="0" y="5"/>
                    <a:pt x="0" y="4"/>
                  </a:cubicBezTo>
                  <a:cubicBezTo>
                    <a:pt x="0" y="4"/>
                    <a:pt x="0" y="4"/>
                    <a:pt x="0" y="4"/>
                  </a:cubicBezTo>
                  <a:cubicBezTo>
                    <a:pt x="0" y="2"/>
                    <a:pt x="2" y="0"/>
                    <a:pt x="4" y="0"/>
                  </a:cubicBezTo>
                  <a:cubicBezTo>
                    <a:pt x="32" y="0"/>
                    <a:pt x="32" y="0"/>
                    <a:pt x="32" y="0"/>
                  </a:cubicBezTo>
                  <a:cubicBezTo>
                    <a:pt x="33" y="0"/>
                    <a:pt x="35" y="2"/>
                    <a:pt x="35" y="4"/>
                  </a:cubicBezTo>
                  <a:cubicBezTo>
                    <a:pt x="35" y="4"/>
                    <a:pt x="35" y="4"/>
                    <a:pt x="35" y="4"/>
                  </a:cubicBezTo>
                  <a:cubicBezTo>
                    <a:pt x="35" y="5"/>
                    <a:pt x="33" y="7"/>
                    <a:pt x="32" y="7"/>
                  </a:cubicBezTo>
                  <a:lnTo>
                    <a:pt x="4"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p>
          </p:txBody>
        </p:sp>
        <p:sp>
          <p:nvSpPr>
            <p:cNvPr id="89" name="Freeform 439"/>
            <p:cNvSpPr>
              <a:spLocks/>
            </p:cNvSpPr>
            <p:nvPr/>
          </p:nvSpPr>
          <p:spPr bwMode="auto">
            <a:xfrm>
              <a:off x="10729913" y="1544638"/>
              <a:ext cx="103188" cy="122237"/>
            </a:xfrm>
            <a:custGeom>
              <a:avLst/>
              <a:gdLst>
                <a:gd name="T0" fmla="*/ 30 w 30"/>
                <a:gd name="T1" fmla="*/ 0 h 36"/>
                <a:gd name="T2" fmla="*/ 13 w 30"/>
                <a:gd name="T3" fmla="*/ 0 h 36"/>
                <a:gd name="T4" fmla="*/ 0 w 30"/>
                <a:gd name="T5" fmla="*/ 14 h 36"/>
                <a:gd name="T6" fmla="*/ 0 w 30"/>
                <a:gd name="T7" fmla="*/ 22 h 36"/>
                <a:gd name="T8" fmla="*/ 13 w 30"/>
                <a:gd name="T9" fmla="*/ 36 h 36"/>
                <a:gd name="T10" fmla="*/ 30 w 30"/>
                <a:gd name="T11" fmla="*/ 36 h 36"/>
                <a:gd name="T12" fmla="*/ 30 w 30"/>
                <a:gd name="T13" fmla="*/ 0 h 36"/>
              </a:gdLst>
              <a:ahLst/>
              <a:cxnLst>
                <a:cxn ang="0">
                  <a:pos x="T0" y="T1"/>
                </a:cxn>
                <a:cxn ang="0">
                  <a:pos x="T2" y="T3"/>
                </a:cxn>
                <a:cxn ang="0">
                  <a:pos x="T4" y="T5"/>
                </a:cxn>
                <a:cxn ang="0">
                  <a:pos x="T6" y="T7"/>
                </a:cxn>
                <a:cxn ang="0">
                  <a:pos x="T8" y="T9"/>
                </a:cxn>
                <a:cxn ang="0">
                  <a:pos x="T10" y="T11"/>
                </a:cxn>
                <a:cxn ang="0">
                  <a:pos x="T12" y="T13"/>
                </a:cxn>
              </a:cxnLst>
              <a:rect l="0" t="0" r="r" b="b"/>
              <a:pathLst>
                <a:path w="30" h="36">
                  <a:moveTo>
                    <a:pt x="30" y="0"/>
                  </a:moveTo>
                  <a:cubicBezTo>
                    <a:pt x="13" y="0"/>
                    <a:pt x="13" y="0"/>
                    <a:pt x="13" y="0"/>
                  </a:cubicBezTo>
                  <a:cubicBezTo>
                    <a:pt x="6" y="0"/>
                    <a:pt x="0" y="6"/>
                    <a:pt x="0" y="14"/>
                  </a:cubicBezTo>
                  <a:cubicBezTo>
                    <a:pt x="0" y="22"/>
                    <a:pt x="0" y="22"/>
                    <a:pt x="0" y="22"/>
                  </a:cubicBezTo>
                  <a:cubicBezTo>
                    <a:pt x="0" y="30"/>
                    <a:pt x="6" y="36"/>
                    <a:pt x="13" y="36"/>
                  </a:cubicBezTo>
                  <a:cubicBezTo>
                    <a:pt x="30" y="36"/>
                    <a:pt x="30" y="36"/>
                    <a:pt x="30" y="36"/>
                  </a:cubicBezTo>
                  <a:lnTo>
                    <a:pt x="3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p>
          </p:txBody>
        </p:sp>
        <p:sp>
          <p:nvSpPr>
            <p:cNvPr id="90" name="Freeform 440"/>
            <p:cNvSpPr>
              <a:spLocks/>
            </p:cNvSpPr>
            <p:nvPr/>
          </p:nvSpPr>
          <p:spPr bwMode="auto">
            <a:xfrm>
              <a:off x="10694988" y="1582738"/>
              <a:ext cx="73025" cy="47625"/>
            </a:xfrm>
            <a:custGeom>
              <a:avLst/>
              <a:gdLst>
                <a:gd name="T0" fmla="*/ 0 w 46"/>
                <a:gd name="T1" fmla="*/ 25 h 30"/>
                <a:gd name="T2" fmla="*/ 0 w 46"/>
                <a:gd name="T3" fmla="*/ 4 h 30"/>
                <a:gd name="T4" fmla="*/ 46 w 46"/>
                <a:gd name="T5" fmla="*/ 0 h 30"/>
                <a:gd name="T6" fmla="*/ 46 w 46"/>
                <a:gd name="T7" fmla="*/ 30 h 30"/>
                <a:gd name="T8" fmla="*/ 0 w 46"/>
                <a:gd name="T9" fmla="*/ 25 h 30"/>
              </a:gdLst>
              <a:ahLst/>
              <a:cxnLst>
                <a:cxn ang="0">
                  <a:pos x="T0" y="T1"/>
                </a:cxn>
                <a:cxn ang="0">
                  <a:pos x="T2" y="T3"/>
                </a:cxn>
                <a:cxn ang="0">
                  <a:pos x="T4" y="T5"/>
                </a:cxn>
                <a:cxn ang="0">
                  <a:pos x="T6" y="T7"/>
                </a:cxn>
                <a:cxn ang="0">
                  <a:pos x="T8" y="T9"/>
                </a:cxn>
              </a:cxnLst>
              <a:rect l="0" t="0" r="r" b="b"/>
              <a:pathLst>
                <a:path w="46" h="30">
                  <a:moveTo>
                    <a:pt x="0" y="25"/>
                  </a:moveTo>
                  <a:lnTo>
                    <a:pt x="0" y="4"/>
                  </a:lnTo>
                  <a:lnTo>
                    <a:pt x="46" y="0"/>
                  </a:lnTo>
                  <a:lnTo>
                    <a:pt x="46" y="30"/>
                  </a:lnTo>
                  <a:lnTo>
                    <a:pt x="0" y="25"/>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p>
          </p:txBody>
        </p:sp>
        <p:sp>
          <p:nvSpPr>
            <p:cNvPr id="91" name="Freeform 441"/>
            <p:cNvSpPr>
              <a:spLocks/>
            </p:cNvSpPr>
            <p:nvPr/>
          </p:nvSpPr>
          <p:spPr bwMode="auto">
            <a:xfrm>
              <a:off x="10685463" y="1579563"/>
              <a:ext cx="20638" cy="53975"/>
            </a:xfrm>
            <a:custGeom>
              <a:avLst/>
              <a:gdLst>
                <a:gd name="T0" fmla="*/ 3 w 6"/>
                <a:gd name="T1" fmla="*/ 16 h 16"/>
                <a:gd name="T2" fmla="*/ 0 w 6"/>
                <a:gd name="T3" fmla="*/ 13 h 16"/>
                <a:gd name="T4" fmla="*/ 0 w 6"/>
                <a:gd name="T5" fmla="*/ 3 h 16"/>
                <a:gd name="T6" fmla="*/ 3 w 6"/>
                <a:gd name="T7" fmla="*/ 0 h 16"/>
                <a:gd name="T8" fmla="*/ 3 w 6"/>
                <a:gd name="T9" fmla="*/ 0 h 16"/>
                <a:gd name="T10" fmla="*/ 6 w 6"/>
                <a:gd name="T11" fmla="*/ 3 h 16"/>
                <a:gd name="T12" fmla="*/ 6 w 6"/>
                <a:gd name="T13" fmla="*/ 13 h 16"/>
                <a:gd name="T14" fmla="*/ 3 w 6"/>
                <a:gd name="T15" fmla="*/ 16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16">
                  <a:moveTo>
                    <a:pt x="3" y="16"/>
                  </a:moveTo>
                  <a:cubicBezTo>
                    <a:pt x="1" y="16"/>
                    <a:pt x="0" y="15"/>
                    <a:pt x="0" y="13"/>
                  </a:cubicBezTo>
                  <a:cubicBezTo>
                    <a:pt x="0" y="3"/>
                    <a:pt x="0" y="3"/>
                    <a:pt x="0" y="3"/>
                  </a:cubicBezTo>
                  <a:cubicBezTo>
                    <a:pt x="0" y="1"/>
                    <a:pt x="1" y="0"/>
                    <a:pt x="3" y="0"/>
                  </a:cubicBezTo>
                  <a:cubicBezTo>
                    <a:pt x="3" y="0"/>
                    <a:pt x="3" y="0"/>
                    <a:pt x="3" y="0"/>
                  </a:cubicBezTo>
                  <a:cubicBezTo>
                    <a:pt x="5" y="0"/>
                    <a:pt x="6" y="1"/>
                    <a:pt x="6" y="3"/>
                  </a:cubicBezTo>
                  <a:cubicBezTo>
                    <a:pt x="6" y="13"/>
                    <a:pt x="6" y="13"/>
                    <a:pt x="6" y="13"/>
                  </a:cubicBezTo>
                  <a:cubicBezTo>
                    <a:pt x="6" y="15"/>
                    <a:pt x="5" y="16"/>
                    <a:pt x="3" y="16"/>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p>
          </p:txBody>
        </p:sp>
        <p:sp>
          <p:nvSpPr>
            <p:cNvPr id="92" name="Freeform 442"/>
            <p:cNvSpPr>
              <a:spLocks/>
            </p:cNvSpPr>
            <p:nvPr/>
          </p:nvSpPr>
          <p:spPr bwMode="auto">
            <a:xfrm>
              <a:off x="10514013" y="1220788"/>
              <a:ext cx="165100" cy="385762"/>
            </a:xfrm>
            <a:custGeom>
              <a:avLst/>
              <a:gdLst>
                <a:gd name="T0" fmla="*/ 48 w 48"/>
                <a:gd name="T1" fmla="*/ 113 h 113"/>
                <a:gd name="T2" fmla="*/ 13 w 48"/>
                <a:gd name="T3" fmla="*/ 113 h 113"/>
                <a:gd name="T4" fmla="*/ 0 w 48"/>
                <a:gd name="T5" fmla="*/ 100 h 113"/>
                <a:gd name="T6" fmla="*/ 0 w 48"/>
                <a:gd name="T7" fmla="*/ 0 h 113"/>
              </a:gdLst>
              <a:ahLst/>
              <a:cxnLst>
                <a:cxn ang="0">
                  <a:pos x="T0" y="T1"/>
                </a:cxn>
                <a:cxn ang="0">
                  <a:pos x="T2" y="T3"/>
                </a:cxn>
                <a:cxn ang="0">
                  <a:pos x="T4" y="T5"/>
                </a:cxn>
                <a:cxn ang="0">
                  <a:pos x="T6" y="T7"/>
                </a:cxn>
              </a:cxnLst>
              <a:rect l="0" t="0" r="r" b="b"/>
              <a:pathLst>
                <a:path w="48" h="113">
                  <a:moveTo>
                    <a:pt x="48" y="113"/>
                  </a:moveTo>
                  <a:cubicBezTo>
                    <a:pt x="13" y="113"/>
                    <a:pt x="13" y="113"/>
                    <a:pt x="13" y="113"/>
                  </a:cubicBezTo>
                  <a:cubicBezTo>
                    <a:pt x="6" y="113"/>
                    <a:pt x="0" y="107"/>
                    <a:pt x="0" y="100"/>
                  </a:cubicBezTo>
                  <a:cubicBezTo>
                    <a:pt x="0" y="0"/>
                    <a:pt x="0" y="0"/>
                    <a:pt x="0" y="0"/>
                  </a:cubicBezTo>
                </a:path>
              </a:pathLst>
            </a:custGeom>
            <a:noFill/>
            <a:ln w="30163"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a:p>
          </p:txBody>
        </p:sp>
        <p:sp>
          <p:nvSpPr>
            <p:cNvPr id="93" name="Freeform 443"/>
            <p:cNvSpPr>
              <a:spLocks/>
            </p:cNvSpPr>
            <p:nvPr/>
          </p:nvSpPr>
          <p:spPr bwMode="auto">
            <a:xfrm>
              <a:off x="10963275" y="1544638"/>
              <a:ext cx="101600" cy="122237"/>
            </a:xfrm>
            <a:custGeom>
              <a:avLst/>
              <a:gdLst>
                <a:gd name="T0" fmla="*/ 0 w 30"/>
                <a:gd name="T1" fmla="*/ 36 h 36"/>
                <a:gd name="T2" fmla="*/ 17 w 30"/>
                <a:gd name="T3" fmla="*/ 36 h 36"/>
                <a:gd name="T4" fmla="*/ 30 w 30"/>
                <a:gd name="T5" fmla="*/ 22 h 36"/>
                <a:gd name="T6" fmla="*/ 30 w 30"/>
                <a:gd name="T7" fmla="*/ 14 h 36"/>
                <a:gd name="T8" fmla="*/ 17 w 30"/>
                <a:gd name="T9" fmla="*/ 0 h 36"/>
                <a:gd name="T10" fmla="*/ 0 w 30"/>
                <a:gd name="T11" fmla="*/ 0 h 36"/>
                <a:gd name="T12" fmla="*/ 0 w 3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30" h="36">
                  <a:moveTo>
                    <a:pt x="0" y="36"/>
                  </a:moveTo>
                  <a:cubicBezTo>
                    <a:pt x="17" y="36"/>
                    <a:pt x="17" y="36"/>
                    <a:pt x="17" y="36"/>
                  </a:cubicBezTo>
                  <a:cubicBezTo>
                    <a:pt x="25" y="36"/>
                    <a:pt x="30" y="30"/>
                    <a:pt x="30" y="22"/>
                  </a:cubicBezTo>
                  <a:cubicBezTo>
                    <a:pt x="30" y="14"/>
                    <a:pt x="30" y="14"/>
                    <a:pt x="30" y="14"/>
                  </a:cubicBezTo>
                  <a:cubicBezTo>
                    <a:pt x="30" y="6"/>
                    <a:pt x="25" y="0"/>
                    <a:pt x="17" y="0"/>
                  </a:cubicBezTo>
                  <a:cubicBezTo>
                    <a:pt x="0" y="0"/>
                    <a:pt x="0" y="0"/>
                    <a:pt x="0" y="0"/>
                  </a:cubicBezTo>
                  <a:lnTo>
                    <a:pt x="0" y="3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p>
          </p:txBody>
        </p:sp>
        <p:sp>
          <p:nvSpPr>
            <p:cNvPr id="94" name="Freeform 444"/>
            <p:cNvSpPr>
              <a:spLocks/>
            </p:cNvSpPr>
            <p:nvPr/>
          </p:nvSpPr>
          <p:spPr bwMode="auto">
            <a:xfrm>
              <a:off x="11028363" y="1582738"/>
              <a:ext cx="71438" cy="47625"/>
            </a:xfrm>
            <a:custGeom>
              <a:avLst/>
              <a:gdLst>
                <a:gd name="T0" fmla="*/ 45 w 45"/>
                <a:gd name="T1" fmla="*/ 4 h 30"/>
                <a:gd name="T2" fmla="*/ 45 w 45"/>
                <a:gd name="T3" fmla="*/ 25 h 30"/>
                <a:gd name="T4" fmla="*/ 0 w 45"/>
                <a:gd name="T5" fmla="*/ 30 h 30"/>
                <a:gd name="T6" fmla="*/ 0 w 45"/>
                <a:gd name="T7" fmla="*/ 0 h 30"/>
                <a:gd name="T8" fmla="*/ 45 w 45"/>
                <a:gd name="T9" fmla="*/ 4 h 30"/>
              </a:gdLst>
              <a:ahLst/>
              <a:cxnLst>
                <a:cxn ang="0">
                  <a:pos x="T0" y="T1"/>
                </a:cxn>
                <a:cxn ang="0">
                  <a:pos x="T2" y="T3"/>
                </a:cxn>
                <a:cxn ang="0">
                  <a:pos x="T4" y="T5"/>
                </a:cxn>
                <a:cxn ang="0">
                  <a:pos x="T6" y="T7"/>
                </a:cxn>
                <a:cxn ang="0">
                  <a:pos x="T8" y="T9"/>
                </a:cxn>
              </a:cxnLst>
              <a:rect l="0" t="0" r="r" b="b"/>
              <a:pathLst>
                <a:path w="45" h="30">
                  <a:moveTo>
                    <a:pt x="45" y="4"/>
                  </a:moveTo>
                  <a:lnTo>
                    <a:pt x="45" y="25"/>
                  </a:lnTo>
                  <a:lnTo>
                    <a:pt x="0" y="30"/>
                  </a:lnTo>
                  <a:lnTo>
                    <a:pt x="0" y="0"/>
                  </a:lnTo>
                  <a:lnTo>
                    <a:pt x="45" y="4"/>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p>
          </p:txBody>
        </p:sp>
        <p:sp>
          <p:nvSpPr>
            <p:cNvPr id="95" name="Freeform 445"/>
            <p:cNvSpPr>
              <a:spLocks/>
            </p:cNvSpPr>
            <p:nvPr/>
          </p:nvSpPr>
          <p:spPr bwMode="auto">
            <a:xfrm>
              <a:off x="11090275" y="1579563"/>
              <a:ext cx="20638" cy="53975"/>
            </a:xfrm>
            <a:custGeom>
              <a:avLst/>
              <a:gdLst>
                <a:gd name="T0" fmla="*/ 3 w 6"/>
                <a:gd name="T1" fmla="*/ 0 h 16"/>
                <a:gd name="T2" fmla="*/ 6 w 6"/>
                <a:gd name="T3" fmla="*/ 3 h 16"/>
                <a:gd name="T4" fmla="*/ 6 w 6"/>
                <a:gd name="T5" fmla="*/ 13 h 16"/>
                <a:gd name="T6" fmla="*/ 3 w 6"/>
                <a:gd name="T7" fmla="*/ 16 h 16"/>
                <a:gd name="T8" fmla="*/ 3 w 6"/>
                <a:gd name="T9" fmla="*/ 16 h 16"/>
                <a:gd name="T10" fmla="*/ 0 w 6"/>
                <a:gd name="T11" fmla="*/ 13 h 16"/>
                <a:gd name="T12" fmla="*/ 0 w 6"/>
                <a:gd name="T13" fmla="*/ 3 h 16"/>
                <a:gd name="T14" fmla="*/ 3 w 6"/>
                <a:gd name="T15" fmla="*/ 0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16">
                  <a:moveTo>
                    <a:pt x="3" y="0"/>
                  </a:moveTo>
                  <a:cubicBezTo>
                    <a:pt x="5" y="0"/>
                    <a:pt x="6" y="1"/>
                    <a:pt x="6" y="3"/>
                  </a:cubicBezTo>
                  <a:cubicBezTo>
                    <a:pt x="6" y="13"/>
                    <a:pt x="6" y="13"/>
                    <a:pt x="6" y="13"/>
                  </a:cubicBezTo>
                  <a:cubicBezTo>
                    <a:pt x="6" y="15"/>
                    <a:pt x="5" y="16"/>
                    <a:pt x="3" y="16"/>
                  </a:cubicBezTo>
                  <a:cubicBezTo>
                    <a:pt x="3" y="16"/>
                    <a:pt x="3" y="16"/>
                    <a:pt x="3" y="16"/>
                  </a:cubicBezTo>
                  <a:cubicBezTo>
                    <a:pt x="1" y="16"/>
                    <a:pt x="0" y="15"/>
                    <a:pt x="0" y="13"/>
                  </a:cubicBezTo>
                  <a:cubicBezTo>
                    <a:pt x="0" y="3"/>
                    <a:pt x="0" y="3"/>
                    <a:pt x="0" y="3"/>
                  </a:cubicBezTo>
                  <a:cubicBezTo>
                    <a:pt x="0" y="1"/>
                    <a:pt x="1" y="0"/>
                    <a:pt x="3"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p>
          </p:txBody>
        </p:sp>
        <p:sp>
          <p:nvSpPr>
            <p:cNvPr id="96" name="Freeform 446"/>
            <p:cNvSpPr>
              <a:spLocks/>
            </p:cNvSpPr>
            <p:nvPr/>
          </p:nvSpPr>
          <p:spPr bwMode="auto">
            <a:xfrm>
              <a:off x="11117263" y="1606550"/>
              <a:ext cx="163513" cy="384175"/>
            </a:xfrm>
            <a:custGeom>
              <a:avLst/>
              <a:gdLst>
                <a:gd name="T0" fmla="*/ 0 w 48"/>
                <a:gd name="T1" fmla="*/ 0 h 113"/>
                <a:gd name="T2" fmla="*/ 35 w 48"/>
                <a:gd name="T3" fmla="*/ 0 h 113"/>
                <a:gd name="T4" fmla="*/ 48 w 48"/>
                <a:gd name="T5" fmla="*/ 13 h 113"/>
                <a:gd name="T6" fmla="*/ 48 w 48"/>
                <a:gd name="T7" fmla="*/ 113 h 113"/>
              </a:gdLst>
              <a:ahLst/>
              <a:cxnLst>
                <a:cxn ang="0">
                  <a:pos x="T0" y="T1"/>
                </a:cxn>
                <a:cxn ang="0">
                  <a:pos x="T2" y="T3"/>
                </a:cxn>
                <a:cxn ang="0">
                  <a:pos x="T4" y="T5"/>
                </a:cxn>
                <a:cxn ang="0">
                  <a:pos x="T6" y="T7"/>
                </a:cxn>
              </a:cxnLst>
              <a:rect l="0" t="0" r="r" b="b"/>
              <a:pathLst>
                <a:path w="48" h="113">
                  <a:moveTo>
                    <a:pt x="0" y="0"/>
                  </a:moveTo>
                  <a:cubicBezTo>
                    <a:pt x="35" y="0"/>
                    <a:pt x="35" y="0"/>
                    <a:pt x="35" y="0"/>
                  </a:cubicBezTo>
                  <a:cubicBezTo>
                    <a:pt x="42" y="0"/>
                    <a:pt x="48" y="6"/>
                    <a:pt x="48" y="13"/>
                  </a:cubicBezTo>
                  <a:cubicBezTo>
                    <a:pt x="48" y="113"/>
                    <a:pt x="48" y="113"/>
                    <a:pt x="48" y="113"/>
                  </a:cubicBezTo>
                </a:path>
              </a:pathLst>
            </a:custGeom>
            <a:noFill/>
            <a:ln w="30163"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a:p>
          </p:txBody>
        </p:sp>
      </p:grpSp>
      <p:sp>
        <p:nvSpPr>
          <p:cNvPr id="41" name="Rectangle 40"/>
          <p:cNvSpPr/>
          <p:nvPr/>
        </p:nvSpPr>
        <p:spPr>
          <a:xfrm>
            <a:off x="6150184" y="735028"/>
            <a:ext cx="6172933" cy="1988591"/>
          </a:xfrm>
          <a:prstGeom prst="rect">
            <a:avLst/>
          </a:prstGeom>
          <a:solidFill>
            <a:srgbClr val="E6E6E6">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6" name="Isosceles Triangle 5"/>
          <p:cNvSpPr/>
          <p:nvPr/>
        </p:nvSpPr>
        <p:spPr>
          <a:xfrm rot="5400000">
            <a:off x="6961996" y="1978288"/>
            <a:ext cx="718861" cy="2212592"/>
          </a:xfrm>
          <a:prstGeom prst="triangle">
            <a:avLst>
              <a:gd name="adj" fmla="val 0"/>
            </a:avLst>
          </a:prstGeom>
          <a:solidFill>
            <a:srgbClr val="E6E6E6">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nvGrpSpPr>
          <p:cNvPr id="46" name="Group 45">
            <a:extLst>
              <a:ext uri="{FF2B5EF4-FFF2-40B4-BE49-F238E27FC236}">
                <a16:creationId xmlns:a16="http://schemas.microsoft.com/office/drawing/2014/main" id="{79CB8F1E-1A98-4131-8B71-7955D0848730}"/>
              </a:ext>
            </a:extLst>
          </p:cNvPr>
          <p:cNvGrpSpPr/>
          <p:nvPr/>
        </p:nvGrpSpPr>
        <p:grpSpPr>
          <a:xfrm>
            <a:off x="2171129" y="3530526"/>
            <a:ext cx="793801" cy="454358"/>
            <a:chOff x="4903792" y="4316420"/>
            <a:chExt cx="712788" cy="407988"/>
          </a:xfrm>
        </p:grpSpPr>
        <p:sp>
          <p:nvSpPr>
            <p:cNvPr id="47" name="Freeform 158">
              <a:extLst>
                <a:ext uri="{FF2B5EF4-FFF2-40B4-BE49-F238E27FC236}">
                  <a16:creationId xmlns:a16="http://schemas.microsoft.com/office/drawing/2014/main" id="{61ECD226-A273-4854-BB08-22EF91CB0887}"/>
                </a:ext>
              </a:extLst>
            </p:cNvPr>
            <p:cNvSpPr>
              <a:spLocks/>
            </p:cNvSpPr>
            <p:nvPr/>
          </p:nvSpPr>
          <p:spPr bwMode="auto">
            <a:xfrm>
              <a:off x="4903792" y="4316420"/>
              <a:ext cx="712788" cy="407988"/>
            </a:xfrm>
            <a:custGeom>
              <a:avLst/>
              <a:gdLst>
                <a:gd name="T0" fmla="*/ 104 w 208"/>
                <a:gd name="T1" fmla="*/ 0 h 120"/>
                <a:gd name="T2" fmla="*/ 0 w 208"/>
                <a:gd name="T3" fmla="*/ 60 h 120"/>
                <a:gd name="T4" fmla="*/ 104 w 208"/>
                <a:gd name="T5" fmla="*/ 120 h 120"/>
                <a:gd name="T6" fmla="*/ 208 w 208"/>
                <a:gd name="T7" fmla="*/ 60 h 120"/>
                <a:gd name="T8" fmla="*/ 104 w 208"/>
                <a:gd name="T9" fmla="*/ 0 h 120"/>
              </a:gdLst>
              <a:ahLst/>
              <a:cxnLst>
                <a:cxn ang="0">
                  <a:pos x="T0" y="T1"/>
                </a:cxn>
                <a:cxn ang="0">
                  <a:pos x="T2" y="T3"/>
                </a:cxn>
                <a:cxn ang="0">
                  <a:pos x="T4" y="T5"/>
                </a:cxn>
                <a:cxn ang="0">
                  <a:pos x="T6" y="T7"/>
                </a:cxn>
                <a:cxn ang="0">
                  <a:pos x="T8" y="T9"/>
                </a:cxn>
              </a:cxnLst>
              <a:rect l="0" t="0" r="r" b="b"/>
              <a:pathLst>
                <a:path w="208" h="120">
                  <a:moveTo>
                    <a:pt x="104" y="0"/>
                  </a:moveTo>
                  <a:cubicBezTo>
                    <a:pt x="60" y="0"/>
                    <a:pt x="21" y="25"/>
                    <a:pt x="0" y="60"/>
                  </a:cubicBezTo>
                  <a:cubicBezTo>
                    <a:pt x="21" y="96"/>
                    <a:pt x="60" y="120"/>
                    <a:pt x="104" y="120"/>
                  </a:cubicBezTo>
                  <a:cubicBezTo>
                    <a:pt x="149" y="120"/>
                    <a:pt x="187" y="96"/>
                    <a:pt x="208" y="60"/>
                  </a:cubicBezTo>
                  <a:cubicBezTo>
                    <a:pt x="187" y="25"/>
                    <a:pt x="149" y="0"/>
                    <a:pt x="104" y="0"/>
                  </a:cubicBezTo>
                  <a:close/>
                </a:path>
              </a:pathLst>
            </a:custGeom>
            <a:solidFill>
              <a:srgbClr val="FFFFFF"/>
            </a:solidFill>
            <a:ln w="9525">
              <a:solidFill>
                <a:srgbClr val="000000"/>
              </a:solidFill>
              <a:round/>
              <a:headEnd/>
              <a:tailEnd/>
            </a:ln>
            <a:extLst/>
          </p:spPr>
          <p:txBody>
            <a:bodyPr vert="horz" wrap="square" lIns="91427" tIns="45713" rIns="91427" bIns="45713" numCol="1" anchor="t" anchorCtr="0" compatLnSpc="1">
              <a:prstTxWarp prst="textNoShape">
                <a:avLst/>
              </a:prstTxWarp>
            </a:bodyPr>
            <a:lstStyle/>
            <a:p>
              <a:endParaRPr lang="en-US">
                <a:latin typeface="Segoe UI Light" panose="020B0502040204020203" pitchFamily="34" charset="0"/>
                <a:cs typeface="Segoe UI Light" panose="020B0502040204020203" pitchFamily="34" charset="0"/>
              </a:endParaRPr>
            </a:p>
          </p:txBody>
        </p:sp>
        <p:sp>
          <p:nvSpPr>
            <p:cNvPr id="48" name="Oval 159">
              <a:extLst>
                <a:ext uri="{FF2B5EF4-FFF2-40B4-BE49-F238E27FC236}">
                  <a16:creationId xmlns:a16="http://schemas.microsoft.com/office/drawing/2014/main" id="{0757A3D5-ADC7-48A9-8572-CB75956804E8}"/>
                </a:ext>
              </a:extLst>
            </p:cNvPr>
            <p:cNvSpPr>
              <a:spLocks noChangeArrowheads="1"/>
            </p:cNvSpPr>
            <p:nvPr/>
          </p:nvSpPr>
          <p:spPr bwMode="auto">
            <a:xfrm>
              <a:off x="5132393" y="4397382"/>
              <a:ext cx="254000" cy="249238"/>
            </a:xfrm>
            <a:prstGeom prst="ellipse">
              <a:avLst/>
            </a:prstGeom>
            <a:solidFill>
              <a:srgbClr val="00BCF2"/>
            </a:solidFill>
            <a:ln w="9525">
              <a:solidFill>
                <a:srgbClr val="000000"/>
              </a:solidFill>
              <a:round/>
              <a:headEnd/>
              <a:tailEnd/>
            </a:ln>
            <a:extLst/>
          </p:spPr>
          <p:txBody>
            <a:bodyPr vert="horz" wrap="square" lIns="91427" tIns="45713" rIns="91427" bIns="45713" numCol="1" anchor="t" anchorCtr="0" compatLnSpc="1">
              <a:prstTxWarp prst="textNoShape">
                <a:avLst/>
              </a:prstTxWarp>
            </a:bodyPr>
            <a:lstStyle/>
            <a:p>
              <a:endParaRPr lang="en-US">
                <a:latin typeface="Segoe UI Light" panose="020B0502040204020203" pitchFamily="34" charset="0"/>
                <a:cs typeface="Segoe UI Light" panose="020B0502040204020203" pitchFamily="34" charset="0"/>
              </a:endParaRPr>
            </a:p>
          </p:txBody>
        </p:sp>
        <p:sp>
          <p:nvSpPr>
            <p:cNvPr id="49" name="Oval 160">
              <a:extLst>
                <a:ext uri="{FF2B5EF4-FFF2-40B4-BE49-F238E27FC236}">
                  <a16:creationId xmlns:a16="http://schemas.microsoft.com/office/drawing/2014/main" id="{BF053408-6E42-4C27-A924-E96A0E70A8CB}"/>
                </a:ext>
              </a:extLst>
            </p:cNvPr>
            <p:cNvSpPr>
              <a:spLocks noChangeArrowheads="1"/>
            </p:cNvSpPr>
            <p:nvPr/>
          </p:nvSpPr>
          <p:spPr bwMode="auto">
            <a:xfrm>
              <a:off x="5202243" y="4465645"/>
              <a:ext cx="115888" cy="112713"/>
            </a:xfrm>
            <a:prstGeom prst="ellipse">
              <a:avLst/>
            </a:prstGeom>
            <a:solidFill>
              <a:srgbClr val="282828"/>
            </a:solidFill>
            <a:ln w="9525">
              <a:solidFill>
                <a:srgbClr val="000000"/>
              </a:solidFill>
              <a:round/>
              <a:headEnd/>
              <a:tailEnd/>
            </a:ln>
            <a:extLst/>
          </p:spPr>
          <p:txBody>
            <a:bodyPr vert="horz" wrap="square" lIns="91427" tIns="45713" rIns="91427" bIns="45713" numCol="1" anchor="t" anchorCtr="0" compatLnSpc="1">
              <a:prstTxWarp prst="textNoShape">
                <a:avLst/>
              </a:prstTxWarp>
            </a:bodyPr>
            <a:lstStyle/>
            <a:p>
              <a:endParaRPr lang="en-US">
                <a:latin typeface="Segoe UI Light" panose="020B0502040204020203" pitchFamily="34" charset="0"/>
                <a:cs typeface="Segoe UI Light" panose="020B0502040204020203" pitchFamily="34" charset="0"/>
              </a:endParaRPr>
            </a:p>
          </p:txBody>
        </p:sp>
      </p:grpSp>
      <p:sp>
        <p:nvSpPr>
          <p:cNvPr id="10" name="Freeform: Shape 9">
            <a:extLst>
              <a:ext uri="{FF2B5EF4-FFF2-40B4-BE49-F238E27FC236}">
                <a16:creationId xmlns:a16="http://schemas.microsoft.com/office/drawing/2014/main" id="{8DEAA4B9-7CFD-42F2-9F7B-68D8CC7ACEA1}"/>
              </a:ext>
            </a:extLst>
          </p:cNvPr>
          <p:cNvSpPr/>
          <p:nvPr/>
        </p:nvSpPr>
        <p:spPr>
          <a:xfrm>
            <a:off x="204188" y="696468"/>
            <a:ext cx="6002983" cy="5121677"/>
          </a:xfrm>
          <a:custGeom>
            <a:avLst/>
            <a:gdLst>
              <a:gd name="connsiteX0" fmla="*/ 19307 w 5885812"/>
              <a:gd name="connsiteY0" fmla="*/ 4924172 h 5021708"/>
              <a:gd name="connsiteX1" fmla="*/ 19307 w 5885812"/>
              <a:gd name="connsiteY1" fmla="*/ 4924172 h 5021708"/>
              <a:gd name="connsiteX2" fmla="*/ 19307 w 5885812"/>
              <a:gd name="connsiteY2" fmla="*/ 3644012 h 5021708"/>
              <a:gd name="connsiteX3" fmla="*/ 43691 w 5885812"/>
              <a:gd name="connsiteY3" fmla="*/ 3473324 h 5021708"/>
              <a:gd name="connsiteX4" fmla="*/ 55883 w 5885812"/>
              <a:gd name="connsiteY4" fmla="*/ 3351404 h 5021708"/>
              <a:gd name="connsiteX5" fmla="*/ 68075 w 5885812"/>
              <a:gd name="connsiteY5" fmla="*/ 3290444 h 5021708"/>
              <a:gd name="connsiteX6" fmla="*/ 80267 w 5885812"/>
              <a:gd name="connsiteY6" fmla="*/ 3205100 h 5021708"/>
              <a:gd name="connsiteX7" fmla="*/ 92459 w 5885812"/>
              <a:gd name="connsiteY7" fmla="*/ 2949068 h 5021708"/>
              <a:gd name="connsiteX8" fmla="*/ 43691 w 5885812"/>
              <a:gd name="connsiteY8" fmla="*/ 2705228 h 5021708"/>
              <a:gd name="connsiteX9" fmla="*/ 19307 w 5885812"/>
              <a:gd name="connsiteY9" fmla="*/ 2583308 h 5021708"/>
              <a:gd name="connsiteX10" fmla="*/ 31499 w 5885812"/>
              <a:gd name="connsiteY10" fmla="*/ 1156844 h 5021708"/>
              <a:gd name="connsiteX11" fmla="*/ 55883 w 5885812"/>
              <a:gd name="connsiteY11" fmla="*/ 1059308 h 5021708"/>
              <a:gd name="connsiteX12" fmla="*/ 92459 w 5885812"/>
              <a:gd name="connsiteY12" fmla="*/ 949580 h 5021708"/>
              <a:gd name="connsiteX13" fmla="*/ 104651 w 5885812"/>
              <a:gd name="connsiteY13" fmla="*/ 913004 h 5021708"/>
              <a:gd name="connsiteX14" fmla="*/ 129035 w 5885812"/>
              <a:gd name="connsiteY14" fmla="*/ 876428 h 5021708"/>
              <a:gd name="connsiteX15" fmla="*/ 165611 w 5885812"/>
              <a:gd name="connsiteY15" fmla="*/ 754508 h 5021708"/>
              <a:gd name="connsiteX16" fmla="*/ 214379 w 5885812"/>
              <a:gd name="connsiteY16" fmla="*/ 681356 h 5021708"/>
              <a:gd name="connsiteX17" fmla="*/ 263147 w 5885812"/>
              <a:gd name="connsiteY17" fmla="*/ 620396 h 5021708"/>
              <a:gd name="connsiteX18" fmla="*/ 287531 w 5885812"/>
              <a:gd name="connsiteY18" fmla="*/ 583820 h 5021708"/>
              <a:gd name="connsiteX19" fmla="*/ 324107 w 5885812"/>
              <a:gd name="connsiteY19" fmla="*/ 571628 h 5021708"/>
              <a:gd name="connsiteX20" fmla="*/ 372875 w 5885812"/>
              <a:gd name="connsiteY20" fmla="*/ 559436 h 5021708"/>
              <a:gd name="connsiteX21" fmla="*/ 446027 w 5885812"/>
              <a:gd name="connsiteY21" fmla="*/ 535052 h 5021708"/>
              <a:gd name="connsiteX22" fmla="*/ 506987 w 5885812"/>
              <a:gd name="connsiteY22" fmla="*/ 522860 h 5021708"/>
              <a:gd name="connsiteX23" fmla="*/ 628907 w 5885812"/>
              <a:gd name="connsiteY23" fmla="*/ 486284 h 5021708"/>
              <a:gd name="connsiteX24" fmla="*/ 738635 w 5885812"/>
              <a:gd name="connsiteY24" fmla="*/ 461900 h 5021708"/>
              <a:gd name="connsiteX25" fmla="*/ 884939 w 5885812"/>
              <a:gd name="connsiteY25" fmla="*/ 425324 h 5021708"/>
              <a:gd name="connsiteX26" fmla="*/ 958091 w 5885812"/>
              <a:gd name="connsiteY26" fmla="*/ 400940 h 5021708"/>
              <a:gd name="connsiteX27" fmla="*/ 1019051 w 5885812"/>
              <a:gd name="connsiteY27" fmla="*/ 388748 h 5021708"/>
              <a:gd name="connsiteX28" fmla="*/ 1067819 w 5885812"/>
              <a:gd name="connsiteY28" fmla="*/ 376556 h 5021708"/>
              <a:gd name="connsiteX29" fmla="*/ 1226315 w 5885812"/>
              <a:gd name="connsiteY29" fmla="*/ 352172 h 5021708"/>
              <a:gd name="connsiteX30" fmla="*/ 1323851 w 5885812"/>
              <a:gd name="connsiteY30" fmla="*/ 339980 h 5021708"/>
              <a:gd name="connsiteX31" fmla="*/ 1616459 w 5885812"/>
              <a:gd name="connsiteY31" fmla="*/ 327788 h 5021708"/>
              <a:gd name="connsiteX32" fmla="*/ 1701803 w 5885812"/>
              <a:gd name="connsiteY32" fmla="*/ 315596 h 5021708"/>
              <a:gd name="connsiteX33" fmla="*/ 1750571 w 5885812"/>
              <a:gd name="connsiteY33" fmla="*/ 303404 h 5021708"/>
              <a:gd name="connsiteX34" fmla="*/ 2433323 w 5885812"/>
              <a:gd name="connsiteY34" fmla="*/ 291212 h 5021708"/>
              <a:gd name="connsiteX35" fmla="*/ 2555243 w 5885812"/>
              <a:gd name="connsiteY35" fmla="*/ 279020 h 5021708"/>
              <a:gd name="connsiteX36" fmla="*/ 2774699 w 5885812"/>
              <a:gd name="connsiteY36" fmla="*/ 254636 h 5021708"/>
              <a:gd name="connsiteX37" fmla="*/ 2969771 w 5885812"/>
              <a:gd name="connsiteY37" fmla="*/ 230252 h 5021708"/>
              <a:gd name="connsiteX38" fmla="*/ 3018539 w 5885812"/>
              <a:gd name="connsiteY38" fmla="*/ 218060 h 5021708"/>
              <a:gd name="connsiteX39" fmla="*/ 3201419 w 5885812"/>
              <a:gd name="connsiteY39" fmla="*/ 205868 h 5021708"/>
              <a:gd name="connsiteX40" fmla="*/ 4164587 w 5885812"/>
              <a:gd name="connsiteY40" fmla="*/ 181484 h 5021708"/>
              <a:gd name="connsiteX41" fmla="*/ 4310891 w 5885812"/>
              <a:gd name="connsiteY41" fmla="*/ 157100 h 5021708"/>
              <a:gd name="connsiteX42" fmla="*/ 4469387 w 5885812"/>
              <a:gd name="connsiteY42" fmla="*/ 144908 h 5021708"/>
              <a:gd name="connsiteX43" fmla="*/ 4603499 w 5885812"/>
              <a:gd name="connsiteY43" fmla="*/ 132716 h 5021708"/>
              <a:gd name="connsiteX44" fmla="*/ 4664459 w 5885812"/>
              <a:gd name="connsiteY44" fmla="*/ 120524 h 5021708"/>
              <a:gd name="connsiteX45" fmla="*/ 4835147 w 5885812"/>
              <a:gd name="connsiteY45" fmla="*/ 96140 h 5021708"/>
              <a:gd name="connsiteX46" fmla="*/ 5042411 w 5885812"/>
              <a:gd name="connsiteY46" fmla="*/ 59564 h 5021708"/>
              <a:gd name="connsiteX47" fmla="*/ 5042411 w 5885812"/>
              <a:gd name="connsiteY47" fmla="*/ 59564 h 5021708"/>
              <a:gd name="connsiteX48" fmla="*/ 5225291 w 5885812"/>
              <a:gd name="connsiteY48" fmla="*/ 35180 h 5021708"/>
              <a:gd name="connsiteX49" fmla="*/ 5822699 w 5885812"/>
              <a:gd name="connsiteY49" fmla="*/ 35180 h 5021708"/>
              <a:gd name="connsiteX50" fmla="*/ 5847083 w 5885812"/>
              <a:gd name="connsiteY50" fmla="*/ 71756 h 5021708"/>
              <a:gd name="connsiteX51" fmla="*/ 5871467 w 5885812"/>
              <a:gd name="connsiteY51" fmla="*/ 169292 h 5021708"/>
              <a:gd name="connsiteX52" fmla="*/ 5871467 w 5885812"/>
              <a:gd name="connsiteY52" fmla="*/ 1059308 h 5021708"/>
              <a:gd name="connsiteX53" fmla="*/ 5859275 w 5885812"/>
              <a:gd name="connsiteY53" fmla="*/ 1949324 h 5021708"/>
              <a:gd name="connsiteX54" fmla="*/ 5847083 w 5885812"/>
              <a:gd name="connsiteY54" fmla="*/ 1998092 h 5021708"/>
              <a:gd name="connsiteX55" fmla="*/ 5822699 w 5885812"/>
              <a:gd name="connsiteY55" fmla="*/ 2156588 h 5021708"/>
              <a:gd name="connsiteX56" fmla="*/ 5834891 w 5885812"/>
              <a:gd name="connsiteY56" fmla="*/ 2351660 h 5021708"/>
              <a:gd name="connsiteX57" fmla="*/ 5798315 w 5885812"/>
              <a:gd name="connsiteY57" fmla="*/ 2863724 h 5021708"/>
              <a:gd name="connsiteX58" fmla="*/ 5761739 w 5885812"/>
              <a:gd name="connsiteY58" fmla="*/ 2900300 h 5021708"/>
              <a:gd name="connsiteX59" fmla="*/ 5749547 w 5885812"/>
              <a:gd name="connsiteY59" fmla="*/ 2936876 h 5021708"/>
              <a:gd name="connsiteX60" fmla="*/ 5627627 w 5885812"/>
              <a:gd name="connsiteY60" fmla="*/ 3083180 h 5021708"/>
              <a:gd name="connsiteX61" fmla="*/ 5591051 w 5885812"/>
              <a:gd name="connsiteY61" fmla="*/ 3192908 h 5021708"/>
              <a:gd name="connsiteX62" fmla="*/ 5578859 w 5885812"/>
              <a:gd name="connsiteY62" fmla="*/ 3229484 h 5021708"/>
              <a:gd name="connsiteX63" fmla="*/ 5530091 w 5885812"/>
              <a:gd name="connsiteY63" fmla="*/ 3302636 h 5021708"/>
              <a:gd name="connsiteX64" fmla="*/ 5493515 w 5885812"/>
              <a:gd name="connsiteY64" fmla="*/ 3339212 h 5021708"/>
              <a:gd name="connsiteX65" fmla="*/ 5408171 w 5885812"/>
              <a:gd name="connsiteY65" fmla="*/ 3436748 h 5021708"/>
              <a:gd name="connsiteX66" fmla="*/ 5383787 w 5885812"/>
              <a:gd name="connsiteY66" fmla="*/ 3473324 h 5021708"/>
              <a:gd name="connsiteX67" fmla="*/ 5310635 w 5885812"/>
              <a:gd name="connsiteY67" fmla="*/ 3522092 h 5021708"/>
              <a:gd name="connsiteX68" fmla="*/ 5286251 w 5885812"/>
              <a:gd name="connsiteY68" fmla="*/ 3558668 h 5021708"/>
              <a:gd name="connsiteX69" fmla="*/ 5249675 w 5885812"/>
              <a:gd name="connsiteY69" fmla="*/ 3595244 h 5021708"/>
              <a:gd name="connsiteX70" fmla="*/ 5237483 w 5885812"/>
              <a:gd name="connsiteY70" fmla="*/ 3631820 h 5021708"/>
              <a:gd name="connsiteX71" fmla="*/ 5213099 w 5885812"/>
              <a:gd name="connsiteY71" fmla="*/ 3668396 h 5021708"/>
              <a:gd name="connsiteX72" fmla="*/ 5164331 w 5885812"/>
              <a:gd name="connsiteY72" fmla="*/ 3741548 h 5021708"/>
              <a:gd name="connsiteX73" fmla="*/ 5115563 w 5885812"/>
              <a:gd name="connsiteY73" fmla="*/ 3814700 h 5021708"/>
              <a:gd name="connsiteX74" fmla="*/ 5066795 w 5885812"/>
              <a:gd name="connsiteY74" fmla="*/ 3887852 h 5021708"/>
              <a:gd name="connsiteX75" fmla="*/ 5042411 w 5885812"/>
              <a:gd name="connsiteY75" fmla="*/ 3924428 h 5021708"/>
              <a:gd name="connsiteX76" fmla="*/ 5030219 w 5885812"/>
              <a:gd name="connsiteY76" fmla="*/ 3961004 h 5021708"/>
              <a:gd name="connsiteX77" fmla="*/ 4993643 w 5885812"/>
              <a:gd name="connsiteY77" fmla="*/ 3985388 h 5021708"/>
              <a:gd name="connsiteX78" fmla="*/ 4957067 w 5885812"/>
              <a:gd name="connsiteY78" fmla="*/ 4058540 h 5021708"/>
              <a:gd name="connsiteX79" fmla="*/ 4920491 w 5885812"/>
              <a:gd name="connsiteY79" fmla="*/ 4095116 h 5021708"/>
              <a:gd name="connsiteX80" fmla="*/ 4859531 w 5885812"/>
              <a:gd name="connsiteY80" fmla="*/ 4156076 h 5021708"/>
              <a:gd name="connsiteX81" fmla="*/ 4810763 w 5885812"/>
              <a:gd name="connsiteY81" fmla="*/ 4229228 h 5021708"/>
              <a:gd name="connsiteX82" fmla="*/ 4749803 w 5885812"/>
              <a:gd name="connsiteY82" fmla="*/ 4338956 h 5021708"/>
              <a:gd name="connsiteX83" fmla="*/ 4713227 w 5885812"/>
              <a:gd name="connsiteY83" fmla="*/ 4363340 h 5021708"/>
              <a:gd name="connsiteX84" fmla="*/ 4688843 w 5885812"/>
              <a:gd name="connsiteY84" fmla="*/ 4399916 h 5021708"/>
              <a:gd name="connsiteX85" fmla="*/ 4652267 w 5885812"/>
              <a:gd name="connsiteY85" fmla="*/ 4412108 h 5021708"/>
              <a:gd name="connsiteX86" fmla="*/ 4640075 w 5885812"/>
              <a:gd name="connsiteY86" fmla="*/ 4448684 h 5021708"/>
              <a:gd name="connsiteX87" fmla="*/ 4603499 w 5885812"/>
              <a:gd name="connsiteY87" fmla="*/ 4485260 h 5021708"/>
              <a:gd name="connsiteX88" fmla="*/ 4566923 w 5885812"/>
              <a:gd name="connsiteY88" fmla="*/ 4558412 h 5021708"/>
              <a:gd name="connsiteX89" fmla="*/ 4505963 w 5885812"/>
              <a:gd name="connsiteY89" fmla="*/ 4631564 h 5021708"/>
              <a:gd name="connsiteX90" fmla="*/ 4445003 w 5885812"/>
              <a:gd name="connsiteY90" fmla="*/ 4741292 h 5021708"/>
              <a:gd name="connsiteX91" fmla="*/ 4432811 w 5885812"/>
              <a:gd name="connsiteY91" fmla="*/ 4777868 h 5021708"/>
              <a:gd name="connsiteX92" fmla="*/ 4359659 w 5885812"/>
              <a:gd name="connsiteY92" fmla="*/ 4838828 h 5021708"/>
              <a:gd name="connsiteX93" fmla="*/ 4323083 w 5885812"/>
              <a:gd name="connsiteY93" fmla="*/ 4851020 h 5021708"/>
              <a:gd name="connsiteX94" fmla="*/ 4286507 w 5885812"/>
              <a:gd name="connsiteY94" fmla="*/ 4875404 h 5021708"/>
              <a:gd name="connsiteX95" fmla="*/ 4188971 w 5885812"/>
              <a:gd name="connsiteY95" fmla="*/ 4899788 h 5021708"/>
              <a:gd name="connsiteX96" fmla="*/ 4140203 w 5885812"/>
              <a:gd name="connsiteY96" fmla="*/ 4911980 h 5021708"/>
              <a:gd name="connsiteX97" fmla="*/ 4067051 w 5885812"/>
              <a:gd name="connsiteY97" fmla="*/ 4924172 h 5021708"/>
              <a:gd name="connsiteX98" fmla="*/ 4018283 w 5885812"/>
              <a:gd name="connsiteY98" fmla="*/ 4936364 h 5021708"/>
              <a:gd name="connsiteX99" fmla="*/ 3981707 w 5885812"/>
              <a:gd name="connsiteY99" fmla="*/ 4948556 h 5021708"/>
              <a:gd name="connsiteX100" fmla="*/ 3884171 w 5885812"/>
              <a:gd name="connsiteY100" fmla="*/ 4960748 h 5021708"/>
              <a:gd name="connsiteX101" fmla="*/ 3701291 w 5885812"/>
              <a:gd name="connsiteY101" fmla="*/ 4972940 h 5021708"/>
              <a:gd name="connsiteX102" fmla="*/ 3542795 w 5885812"/>
              <a:gd name="connsiteY102" fmla="*/ 4997324 h 5021708"/>
              <a:gd name="connsiteX103" fmla="*/ 3408683 w 5885812"/>
              <a:gd name="connsiteY103" fmla="*/ 5021708 h 5021708"/>
              <a:gd name="connsiteX104" fmla="*/ 2006603 w 5885812"/>
              <a:gd name="connsiteY104" fmla="*/ 4985132 h 5021708"/>
              <a:gd name="connsiteX105" fmla="*/ 299723 w 5885812"/>
              <a:gd name="connsiteY105" fmla="*/ 4972940 h 5021708"/>
              <a:gd name="connsiteX106" fmla="*/ 177803 w 5885812"/>
              <a:gd name="connsiteY106" fmla="*/ 4948556 h 5021708"/>
              <a:gd name="connsiteX107" fmla="*/ 19307 w 5885812"/>
              <a:gd name="connsiteY107" fmla="*/ 4924172 h 5021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5885812" h="5021708">
                <a:moveTo>
                  <a:pt x="19307" y="4924172"/>
                </a:moveTo>
                <a:lnTo>
                  <a:pt x="19307" y="4924172"/>
                </a:lnTo>
                <a:cubicBezTo>
                  <a:pt x="-10870" y="4380985"/>
                  <a:pt x="-1587" y="4636492"/>
                  <a:pt x="19307" y="3644012"/>
                </a:cubicBezTo>
                <a:cubicBezTo>
                  <a:pt x="20487" y="3587976"/>
                  <a:pt x="36734" y="3528978"/>
                  <a:pt x="43691" y="3473324"/>
                </a:cubicBezTo>
                <a:cubicBezTo>
                  <a:pt x="48757" y="3432797"/>
                  <a:pt x="50485" y="3391888"/>
                  <a:pt x="55883" y="3351404"/>
                </a:cubicBezTo>
                <a:cubicBezTo>
                  <a:pt x="58622" y="3330863"/>
                  <a:pt x="64668" y="3310884"/>
                  <a:pt x="68075" y="3290444"/>
                </a:cubicBezTo>
                <a:cubicBezTo>
                  <a:pt x="72799" y="3262098"/>
                  <a:pt x="76203" y="3233548"/>
                  <a:pt x="80267" y="3205100"/>
                </a:cubicBezTo>
                <a:cubicBezTo>
                  <a:pt x="84331" y="3119756"/>
                  <a:pt x="92459" y="3034509"/>
                  <a:pt x="92459" y="2949068"/>
                </a:cubicBezTo>
                <a:cubicBezTo>
                  <a:pt x="92459" y="2875360"/>
                  <a:pt x="59942" y="2770234"/>
                  <a:pt x="43691" y="2705228"/>
                </a:cubicBezTo>
                <a:cubicBezTo>
                  <a:pt x="25503" y="2632478"/>
                  <a:pt x="34254" y="2672988"/>
                  <a:pt x="19307" y="2583308"/>
                </a:cubicBezTo>
                <a:cubicBezTo>
                  <a:pt x="23371" y="2107820"/>
                  <a:pt x="20090" y="1632212"/>
                  <a:pt x="31499" y="1156844"/>
                </a:cubicBezTo>
                <a:cubicBezTo>
                  <a:pt x="32303" y="1123341"/>
                  <a:pt x="45285" y="1091101"/>
                  <a:pt x="55883" y="1059308"/>
                </a:cubicBezTo>
                <a:lnTo>
                  <a:pt x="92459" y="949580"/>
                </a:lnTo>
                <a:cubicBezTo>
                  <a:pt x="96523" y="937388"/>
                  <a:pt x="97522" y="923697"/>
                  <a:pt x="104651" y="913004"/>
                </a:cubicBezTo>
                <a:lnTo>
                  <a:pt x="129035" y="876428"/>
                </a:lnTo>
                <a:cubicBezTo>
                  <a:pt x="135850" y="849166"/>
                  <a:pt x="153738" y="772318"/>
                  <a:pt x="165611" y="754508"/>
                </a:cubicBezTo>
                <a:cubicBezTo>
                  <a:pt x="181867" y="730124"/>
                  <a:pt x="205112" y="709158"/>
                  <a:pt x="214379" y="681356"/>
                </a:cubicBezTo>
                <a:cubicBezTo>
                  <a:pt x="231205" y="630879"/>
                  <a:pt x="215878" y="651909"/>
                  <a:pt x="263147" y="620396"/>
                </a:cubicBezTo>
                <a:cubicBezTo>
                  <a:pt x="271275" y="608204"/>
                  <a:pt x="276089" y="592974"/>
                  <a:pt x="287531" y="583820"/>
                </a:cubicBezTo>
                <a:cubicBezTo>
                  <a:pt x="297566" y="575792"/>
                  <a:pt x="311750" y="575159"/>
                  <a:pt x="324107" y="571628"/>
                </a:cubicBezTo>
                <a:cubicBezTo>
                  <a:pt x="340219" y="567025"/>
                  <a:pt x="356825" y="564251"/>
                  <a:pt x="372875" y="559436"/>
                </a:cubicBezTo>
                <a:cubicBezTo>
                  <a:pt x="397494" y="552050"/>
                  <a:pt x="421230" y="541815"/>
                  <a:pt x="446027" y="535052"/>
                </a:cubicBezTo>
                <a:cubicBezTo>
                  <a:pt x="466019" y="529600"/>
                  <a:pt x="486995" y="528312"/>
                  <a:pt x="506987" y="522860"/>
                </a:cubicBezTo>
                <a:cubicBezTo>
                  <a:pt x="640713" y="486389"/>
                  <a:pt x="526077" y="509135"/>
                  <a:pt x="628907" y="486284"/>
                </a:cubicBezTo>
                <a:cubicBezTo>
                  <a:pt x="657896" y="479842"/>
                  <a:pt x="708901" y="471811"/>
                  <a:pt x="738635" y="461900"/>
                </a:cubicBezTo>
                <a:cubicBezTo>
                  <a:pt x="856951" y="422461"/>
                  <a:pt x="737652" y="446365"/>
                  <a:pt x="884939" y="425324"/>
                </a:cubicBezTo>
                <a:cubicBezTo>
                  <a:pt x="909323" y="417196"/>
                  <a:pt x="932887" y="405981"/>
                  <a:pt x="958091" y="400940"/>
                </a:cubicBezTo>
                <a:cubicBezTo>
                  <a:pt x="978411" y="396876"/>
                  <a:pt x="998822" y="393243"/>
                  <a:pt x="1019051" y="388748"/>
                </a:cubicBezTo>
                <a:cubicBezTo>
                  <a:pt x="1035408" y="385113"/>
                  <a:pt x="1051388" y="379842"/>
                  <a:pt x="1067819" y="376556"/>
                </a:cubicBezTo>
                <a:cubicBezTo>
                  <a:pt x="1105073" y="369105"/>
                  <a:pt x="1191182" y="356856"/>
                  <a:pt x="1226315" y="352172"/>
                </a:cubicBezTo>
                <a:cubicBezTo>
                  <a:pt x="1258793" y="347842"/>
                  <a:pt x="1291150" y="342024"/>
                  <a:pt x="1323851" y="339980"/>
                </a:cubicBezTo>
                <a:cubicBezTo>
                  <a:pt x="1421282" y="333891"/>
                  <a:pt x="1518923" y="331852"/>
                  <a:pt x="1616459" y="327788"/>
                </a:cubicBezTo>
                <a:cubicBezTo>
                  <a:pt x="1644907" y="323724"/>
                  <a:pt x="1673530" y="320737"/>
                  <a:pt x="1701803" y="315596"/>
                </a:cubicBezTo>
                <a:cubicBezTo>
                  <a:pt x="1718289" y="312599"/>
                  <a:pt x="1733824" y="303962"/>
                  <a:pt x="1750571" y="303404"/>
                </a:cubicBezTo>
                <a:cubicBezTo>
                  <a:pt x="1978065" y="295821"/>
                  <a:pt x="2205739" y="295276"/>
                  <a:pt x="2433323" y="291212"/>
                </a:cubicBezTo>
                <a:lnTo>
                  <a:pt x="2555243" y="279020"/>
                </a:lnTo>
                <a:cubicBezTo>
                  <a:pt x="2865885" y="244504"/>
                  <a:pt x="2405051" y="291601"/>
                  <a:pt x="2774699" y="254636"/>
                </a:cubicBezTo>
                <a:cubicBezTo>
                  <a:pt x="2889547" y="225924"/>
                  <a:pt x="2752434" y="257419"/>
                  <a:pt x="2969771" y="230252"/>
                </a:cubicBezTo>
                <a:cubicBezTo>
                  <a:pt x="2986398" y="228174"/>
                  <a:pt x="3001875" y="219814"/>
                  <a:pt x="3018539" y="218060"/>
                </a:cubicBezTo>
                <a:cubicBezTo>
                  <a:pt x="3079299" y="211664"/>
                  <a:pt x="3140400" y="208919"/>
                  <a:pt x="3201419" y="205868"/>
                </a:cubicBezTo>
                <a:cubicBezTo>
                  <a:pt x="3559053" y="187986"/>
                  <a:pt x="3763936" y="188903"/>
                  <a:pt x="4164587" y="181484"/>
                </a:cubicBezTo>
                <a:cubicBezTo>
                  <a:pt x="4221011" y="170199"/>
                  <a:pt x="4250401" y="163149"/>
                  <a:pt x="4310891" y="157100"/>
                </a:cubicBezTo>
                <a:cubicBezTo>
                  <a:pt x="4363616" y="151827"/>
                  <a:pt x="4416582" y="149308"/>
                  <a:pt x="4469387" y="144908"/>
                </a:cubicBezTo>
                <a:lnTo>
                  <a:pt x="4603499" y="132716"/>
                </a:lnTo>
                <a:cubicBezTo>
                  <a:pt x="4623819" y="128652"/>
                  <a:pt x="4643990" y="123756"/>
                  <a:pt x="4664459" y="120524"/>
                </a:cubicBezTo>
                <a:cubicBezTo>
                  <a:pt x="4721229" y="111560"/>
                  <a:pt x="4835147" y="96140"/>
                  <a:pt x="4835147" y="96140"/>
                </a:cubicBezTo>
                <a:cubicBezTo>
                  <a:pt x="4926247" y="65773"/>
                  <a:pt x="4859001" y="85765"/>
                  <a:pt x="5042411" y="59564"/>
                </a:cubicBezTo>
                <a:lnTo>
                  <a:pt x="5042411" y="59564"/>
                </a:lnTo>
                <a:cubicBezTo>
                  <a:pt x="5134727" y="36485"/>
                  <a:pt x="5074492" y="48889"/>
                  <a:pt x="5225291" y="35180"/>
                </a:cubicBezTo>
                <a:cubicBezTo>
                  <a:pt x="5441804" y="-18948"/>
                  <a:pt x="5363405" y="-3909"/>
                  <a:pt x="5822699" y="35180"/>
                </a:cubicBezTo>
                <a:cubicBezTo>
                  <a:pt x="5837299" y="36423"/>
                  <a:pt x="5840530" y="58650"/>
                  <a:pt x="5847083" y="71756"/>
                </a:cubicBezTo>
                <a:cubicBezTo>
                  <a:pt x="5859580" y="96749"/>
                  <a:pt x="5866830" y="146106"/>
                  <a:pt x="5871467" y="169292"/>
                </a:cubicBezTo>
                <a:cubicBezTo>
                  <a:pt x="5894503" y="1252002"/>
                  <a:pt x="5886245" y="327820"/>
                  <a:pt x="5871467" y="1059308"/>
                </a:cubicBezTo>
                <a:cubicBezTo>
                  <a:pt x="5865474" y="1355947"/>
                  <a:pt x="5866979" y="1652724"/>
                  <a:pt x="5859275" y="1949324"/>
                </a:cubicBezTo>
                <a:cubicBezTo>
                  <a:pt x="5858840" y="1966075"/>
                  <a:pt x="5850369" y="1981661"/>
                  <a:pt x="5847083" y="1998092"/>
                </a:cubicBezTo>
                <a:cubicBezTo>
                  <a:pt x="5838625" y="2040383"/>
                  <a:pt x="5828555" y="2115599"/>
                  <a:pt x="5822699" y="2156588"/>
                </a:cubicBezTo>
                <a:cubicBezTo>
                  <a:pt x="5826763" y="2221612"/>
                  <a:pt x="5834891" y="2286509"/>
                  <a:pt x="5834891" y="2351660"/>
                </a:cubicBezTo>
                <a:cubicBezTo>
                  <a:pt x="5834891" y="2462083"/>
                  <a:pt x="5909484" y="2730321"/>
                  <a:pt x="5798315" y="2863724"/>
                </a:cubicBezTo>
                <a:cubicBezTo>
                  <a:pt x="5787277" y="2876970"/>
                  <a:pt x="5773931" y="2888108"/>
                  <a:pt x="5761739" y="2900300"/>
                </a:cubicBezTo>
                <a:cubicBezTo>
                  <a:pt x="5757675" y="2912492"/>
                  <a:pt x="5757437" y="2926732"/>
                  <a:pt x="5749547" y="2936876"/>
                </a:cubicBezTo>
                <a:cubicBezTo>
                  <a:pt x="5709934" y="2987807"/>
                  <a:pt x="5649410" y="3017830"/>
                  <a:pt x="5627627" y="3083180"/>
                </a:cubicBezTo>
                <a:lnTo>
                  <a:pt x="5591051" y="3192908"/>
                </a:lnTo>
                <a:cubicBezTo>
                  <a:pt x="5586987" y="3205100"/>
                  <a:pt x="5585988" y="3218791"/>
                  <a:pt x="5578859" y="3229484"/>
                </a:cubicBezTo>
                <a:cubicBezTo>
                  <a:pt x="5562603" y="3253868"/>
                  <a:pt x="5550813" y="3281914"/>
                  <a:pt x="5530091" y="3302636"/>
                </a:cubicBezTo>
                <a:cubicBezTo>
                  <a:pt x="5517899" y="3314828"/>
                  <a:pt x="5504101" y="3325602"/>
                  <a:pt x="5493515" y="3339212"/>
                </a:cubicBezTo>
                <a:cubicBezTo>
                  <a:pt x="5416924" y="3437686"/>
                  <a:pt x="5478978" y="3389543"/>
                  <a:pt x="5408171" y="3436748"/>
                </a:cubicBezTo>
                <a:cubicBezTo>
                  <a:pt x="5400043" y="3448940"/>
                  <a:pt x="5394814" y="3463675"/>
                  <a:pt x="5383787" y="3473324"/>
                </a:cubicBezTo>
                <a:cubicBezTo>
                  <a:pt x="5361732" y="3492622"/>
                  <a:pt x="5310635" y="3522092"/>
                  <a:pt x="5310635" y="3522092"/>
                </a:cubicBezTo>
                <a:cubicBezTo>
                  <a:pt x="5302507" y="3534284"/>
                  <a:pt x="5295632" y="3547411"/>
                  <a:pt x="5286251" y="3558668"/>
                </a:cubicBezTo>
                <a:cubicBezTo>
                  <a:pt x="5275213" y="3571914"/>
                  <a:pt x="5259239" y="3580898"/>
                  <a:pt x="5249675" y="3595244"/>
                </a:cubicBezTo>
                <a:cubicBezTo>
                  <a:pt x="5242546" y="3605937"/>
                  <a:pt x="5243230" y="3620325"/>
                  <a:pt x="5237483" y="3631820"/>
                </a:cubicBezTo>
                <a:cubicBezTo>
                  <a:pt x="5230930" y="3644926"/>
                  <a:pt x="5219652" y="3655290"/>
                  <a:pt x="5213099" y="3668396"/>
                </a:cubicBezTo>
                <a:cubicBezTo>
                  <a:pt x="5177810" y="3738974"/>
                  <a:pt x="5233667" y="3672212"/>
                  <a:pt x="5164331" y="3741548"/>
                </a:cubicBezTo>
                <a:cubicBezTo>
                  <a:pt x="5141014" y="3811499"/>
                  <a:pt x="5168837" y="3746205"/>
                  <a:pt x="5115563" y="3814700"/>
                </a:cubicBezTo>
                <a:cubicBezTo>
                  <a:pt x="5097571" y="3837833"/>
                  <a:pt x="5083051" y="3863468"/>
                  <a:pt x="5066795" y="3887852"/>
                </a:cubicBezTo>
                <a:cubicBezTo>
                  <a:pt x="5058667" y="3900044"/>
                  <a:pt x="5047045" y="3910527"/>
                  <a:pt x="5042411" y="3924428"/>
                </a:cubicBezTo>
                <a:cubicBezTo>
                  <a:pt x="5038347" y="3936620"/>
                  <a:pt x="5038247" y="3950969"/>
                  <a:pt x="5030219" y="3961004"/>
                </a:cubicBezTo>
                <a:cubicBezTo>
                  <a:pt x="5021065" y="3972446"/>
                  <a:pt x="5005835" y="3977260"/>
                  <a:pt x="4993643" y="3985388"/>
                </a:cubicBezTo>
                <a:cubicBezTo>
                  <a:pt x="4981424" y="4022046"/>
                  <a:pt x="4983328" y="4027027"/>
                  <a:pt x="4957067" y="4058540"/>
                </a:cubicBezTo>
                <a:cubicBezTo>
                  <a:pt x="4946029" y="4071786"/>
                  <a:pt x="4931529" y="4081870"/>
                  <a:pt x="4920491" y="4095116"/>
                </a:cubicBezTo>
                <a:cubicBezTo>
                  <a:pt x="4869691" y="4156076"/>
                  <a:pt x="4926587" y="4111372"/>
                  <a:pt x="4859531" y="4156076"/>
                </a:cubicBezTo>
                <a:cubicBezTo>
                  <a:pt x="4843275" y="4180460"/>
                  <a:pt x="4820030" y="4201426"/>
                  <a:pt x="4810763" y="4229228"/>
                </a:cubicBezTo>
                <a:cubicBezTo>
                  <a:pt x="4798058" y="4267343"/>
                  <a:pt x="4785737" y="4315000"/>
                  <a:pt x="4749803" y="4338956"/>
                </a:cubicBezTo>
                <a:lnTo>
                  <a:pt x="4713227" y="4363340"/>
                </a:lnTo>
                <a:cubicBezTo>
                  <a:pt x="4705099" y="4375532"/>
                  <a:pt x="4700285" y="4390762"/>
                  <a:pt x="4688843" y="4399916"/>
                </a:cubicBezTo>
                <a:cubicBezTo>
                  <a:pt x="4678808" y="4407944"/>
                  <a:pt x="4661354" y="4403021"/>
                  <a:pt x="4652267" y="4412108"/>
                </a:cubicBezTo>
                <a:cubicBezTo>
                  <a:pt x="4643180" y="4421195"/>
                  <a:pt x="4647204" y="4437991"/>
                  <a:pt x="4640075" y="4448684"/>
                </a:cubicBezTo>
                <a:cubicBezTo>
                  <a:pt x="4630511" y="4463030"/>
                  <a:pt x="4615691" y="4473068"/>
                  <a:pt x="4603499" y="4485260"/>
                </a:cubicBezTo>
                <a:cubicBezTo>
                  <a:pt x="4591280" y="4521918"/>
                  <a:pt x="4593184" y="4526899"/>
                  <a:pt x="4566923" y="4558412"/>
                </a:cubicBezTo>
                <a:cubicBezTo>
                  <a:pt x="4539579" y="4591225"/>
                  <a:pt x="4523260" y="4592645"/>
                  <a:pt x="4505963" y="4631564"/>
                </a:cubicBezTo>
                <a:cubicBezTo>
                  <a:pt x="4458225" y="4738975"/>
                  <a:pt x="4511763" y="4674532"/>
                  <a:pt x="4445003" y="4741292"/>
                </a:cubicBezTo>
                <a:cubicBezTo>
                  <a:pt x="4440939" y="4753484"/>
                  <a:pt x="4439940" y="4767175"/>
                  <a:pt x="4432811" y="4777868"/>
                </a:cubicBezTo>
                <a:cubicBezTo>
                  <a:pt x="4419329" y="4798091"/>
                  <a:pt x="4382150" y="4827583"/>
                  <a:pt x="4359659" y="4838828"/>
                </a:cubicBezTo>
                <a:cubicBezTo>
                  <a:pt x="4348164" y="4844575"/>
                  <a:pt x="4334578" y="4845273"/>
                  <a:pt x="4323083" y="4851020"/>
                </a:cubicBezTo>
                <a:cubicBezTo>
                  <a:pt x="4309977" y="4857573"/>
                  <a:pt x="4299613" y="4868851"/>
                  <a:pt x="4286507" y="4875404"/>
                </a:cubicBezTo>
                <a:cubicBezTo>
                  <a:pt x="4260363" y="4888476"/>
                  <a:pt x="4214012" y="4894223"/>
                  <a:pt x="4188971" y="4899788"/>
                </a:cubicBezTo>
                <a:cubicBezTo>
                  <a:pt x="4172614" y="4903423"/>
                  <a:pt x="4156634" y="4908694"/>
                  <a:pt x="4140203" y="4911980"/>
                </a:cubicBezTo>
                <a:cubicBezTo>
                  <a:pt x="4115963" y="4916828"/>
                  <a:pt x="4091291" y="4919324"/>
                  <a:pt x="4067051" y="4924172"/>
                </a:cubicBezTo>
                <a:cubicBezTo>
                  <a:pt x="4050620" y="4927458"/>
                  <a:pt x="4034395" y="4931761"/>
                  <a:pt x="4018283" y="4936364"/>
                </a:cubicBezTo>
                <a:cubicBezTo>
                  <a:pt x="4005926" y="4939895"/>
                  <a:pt x="3994351" y="4946257"/>
                  <a:pt x="3981707" y="4948556"/>
                </a:cubicBezTo>
                <a:cubicBezTo>
                  <a:pt x="3949470" y="4954417"/>
                  <a:pt x="3916813" y="4957910"/>
                  <a:pt x="3884171" y="4960748"/>
                </a:cubicBezTo>
                <a:cubicBezTo>
                  <a:pt x="3823305" y="4966041"/>
                  <a:pt x="3762251" y="4968876"/>
                  <a:pt x="3701291" y="4972940"/>
                </a:cubicBezTo>
                <a:cubicBezTo>
                  <a:pt x="3605860" y="4996798"/>
                  <a:pt x="3693250" y="4977263"/>
                  <a:pt x="3542795" y="4997324"/>
                </a:cubicBezTo>
                <a:cubicBezTo>
                  <a:pt x="3495999" y="5003563"/>
                  <a:pt x="3454655" y="5012514"/>
                  <a:pt x="3408683" y="5021708"/>
                </a:cubicBezTo>
                <a:lnTo>
                  <a:pt x="2006603" y="4985132"/>
                </a:lnTo>
                <a:lnTo>
                  <a:pt x="299723" y="4972940"/>
                </a:lnTo>
                <a:cubicBezTo>
                  <a:pt x="259083" y="4964812"/>
                  <a:pt x="218010" y="4958608"/>
                  <a:pt x="177803" y="4948556"/>
                </a:cubicBezTo>
                <a:cubicBezTo>
                  <a:pt x="68439" y="4921215"/>
                  <a:pt x="45723" y="4928236"/>
                  <a:pt x="19307" y="4924172"/>
                </a:cubicBezTo>
                <a:close/>
              </a:path>
            </a:pathLst>
          </a:custGeom>
          <a:solidFill>
            <a:srgbClr val="E6E6E6">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Tree>
    <p:extLst>
      <p:ext uri="{BB962C8B-B14F-4D97-AF65-F5344CB8AC3E}">
        <p14:creationId xmlns:p14="http://schemas.microsoft.com/office/powerpoint/2010/main" val="1477875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dgm="http://schemas.openxmlformats.org/drawingml/2006/diagram" xmlns:a14="http://schemas.microsoft.com/office/drawing/2010/main" xmlns:a16="http://schemas.microsoft.com/office/drawing/2014/main">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C3723-28D2-477E-96EF-851D1AF9B0ED}"/>
              </a:ext>
            </a:extLst>
          </p:cNvPr>
          <p:cNvSpPr>
            <a:spLocks noGrp="1"/>
          </p:cNvSpPr>
          <p:nvPr>
            <p:ph type="title"/>
          </p:nvPr>
        </p:nvSpPr>
        <p:spPr/>
        <p:txBody>
          <a:bodyPr/>
          <a:lstStyle/>
          <a:p>
            <a:r>
              <a:rPr lang="en-US" dirty="0"/>
              <a:t>Quick orientation</a:t>
            </a:r>
          </a:p>
        </p:txBody>
      </p:sp>
      <p:sp>
        <p:nvSpPr>
          <p:cNvPr id="3" name="Rectangle 2">
            <a:extLst>
              <a:ext uri="{FF2B5EF4-FFF2-40B4-BE49-F238E27FC236}">
                <a16:creationId xmlns:a16="http://schemas.microsoft.com/office/drawing/2014/main" id="{F873B16A-3C2D-4313-9049-B7E7DD6F882D}"/>
              </a:ext>
            </a:extLst>
          </p:cNvPr>
          <p:cNvSpPr/>
          <p:nvPr/>
        </p:nvSpPr>
        <p:spPr bwMode="auto">
          <a:xfrm>
            <a:off x="5225252" y="5096329"/>
            <a:ext cx="948546" cy="88334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err="1">
              <a:gradFill>
                <a:gsLst>
                  <a:gs pos="0">
                    <a:srgbClr val="FFFFFF"/>
                  </a:gs>
                  <a:gs pos="100000">
                    <a:srgbClr val="FFFFFF"/>
                  </a:gs>
                </a:gsLst>
                <a:lin ang="5400000" scaled="0"/>
              </a:gradFill>
              <a:latin typeface="Segoe UI Light" panose="020B0502040204020203" pitchFamily="34" charset="0"/>
              <a:ea typeface="Segoe UI" pitchFamily="34" charset="0"/>
              <a:cs typeface="Segoe UI Light" panose="020B0502040204020203" pitchFamily="34" charset="0"/>
            </a:endParaRPr>
          </a:p>
        </p:txBody>
      </p:sp>
      <p:sp>
        <p:nvSpPr>
          <p:cNvPr id="4" name="Line 18">
            <a:extLst>
              <a:ext uri="{FF2B5EF4-FFF2-40B4-BE49-F238E27FC236}">
                <a16:creationId xmlns:a16="http://schemas.microsoft.com/office/drawing/2014/main" id="{7CF73FDB-1BFF-4D18-BDE5-611EC7C83643}"/>
              </a:ext>
            </a:extLst>
          </p:cNvPr>
          <p:cNvSpPr>
            <a:spLocks noChangeShapeType="1"/>
          </p:cNvSpPr>
          <p:nvPr/>
        </p:nvSpPr>
        <p:spPr bwMode="auto">
          <a:xfrm>
            <a:off x="1885684" y="4341240"/>
            <a:ext cx="914270" cy="0"/>
          </a:xfrm>
          <a:prstGeom prst="line">
            <a:avLst/>
          </a:prstGeom>
          <a:solidFill>
            <a:schemeClr val="tx1"/>
          </a:solidFill>
          <a:ln w="6350" cap="rnd">
            <a:solidFill>
              <a:schemeClr val="tx1"/>
            </a:solidFill>
            <a:prstDash val="solid"/>
            <a:round/>
            <a:headEnd type="arrow" w="med" len="med"/>
            <a:tailEnd type="none" w="med" len="med"/>
          </a:ln>
          <a:extLst/>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5" name="Line 83">
            <a:extLst>
              <a:ext uri="{FF2B5EF4-FFF2-40B4-BE49-F238E27FC236}">
                <a16:creationId xmlns:a16="http://schemas.microsoft.com/office/drawing/2014/main" id="{19F87B2F-CDD1-47D2-8DD5-B90AF73F08F8}"/>
              </a:ext>
            </a:extLst>
          </p:cNvPr>
          <p:cNvSpPr>
            <a:spLocks noChangeShapeType="1"/>
          </p:cNvSpPr>
          <p:nvPr/>
        </p:nvSpPr>
        <p:spPr bwMode="auto">
          <a:xfrm flipH="1">
            <a:off x="1885684" y="4106293"/>
            <a:ext cx="914270" cy="0"/>
          </a:xfrm>
          <a:prstGeom prst="line">
            <a:avLst/>
          </a:prstGeom>
          <a:solidFill>
            <a:schemeClr val="tx1"/>
          </a:solidFill>
          <a:ln w="6350" cap="rnd">
            <a:solidFill>
              <a:schemeClr val="tx1"/>
            </a:solidFill>
            <a:prstDash val="solid"/>
            <a:round/>
            <a:headEnd type="arrow" w="med" len="med"/>
            <a:tailEnd type="none" w="med" len="med"/>
          </a:ln>
          <a:extLst/>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6" name="Rectangle 16">
            <a:extLst>
              <a:ext uri="{FF2B5EF4-FFF2-40B4-BE49-F238E27FC236}">
                <a16:creationId xmlns:a16="http://schemas.microsoft.com/office/drawing/2014/main" id="{78E7A790-9979-4320-9152-4B544FB30AA3}"/>
              </a:ext>
            </a:extLst>
          </p:cNvPr>
          <p:cNvSpPr>
            <a:spLocks noChangeArrowheads="1"/>
          </p:cNvSpPr>
          <p:nvPr/>
        </p:nvSpPr>
        <p:spPr bwMode="auto">
          <a:xfrm>
            <a:off x="263642" y="2777294"/>
            <a:ext cx="1441407" cy="3295667"/>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algn="ctr" defTabSz="932418">
              <a:defRPr/>
            </a:pPr>
            <a:r>
              <a:rPr lang="en-US" altLang="en-US" sz="1599" kern="0">
                <a:solidFill>
                  <a:schemeClr val="bg1"/>
                </a:solidFill>
                <a:latin typeface="Segoe UI Light" panose="020B0502040204020203" pitchFamily="34" charset="0"/>
                <a:cs typeface="Segoe UI Light" panose="020B0502040204020203" pitchFamily="34" charset="0"/>
              </a:rPr>
              <a:t>Devices</a:t>
            </a:r>
            <a:endParaRPr lang="en-US" sz="1599" kern="0">
              <a:solidFill>
                <a:schemeClr val="bg1"/>
              </a:solidFill>
              <a:latin typeface="Segoe UI Light" panose="020B0502040204020203" pitchFamily="34" charset="0"/>
              <a:cs typeface="Segoe UI Light" panose="020B0502040204020203" pitchFamily="34" charset="0"/>
            </a:endParaRPr>
          </a:p>
        </p:txBody>
      </p:sp>
      <p:sp>
        <p:nvSpPr>
          <p:cNvPr id="11" name="Rectangle 20">
            <a:extLst>
              <a:ext uri="{FF2B5EF4-FFF2-40B4-BE49-F238E27FC236}">
                <a16:creationId xmlns:a16="http://schemas.microsoft.com/office/drawing/2014/main" id="{286E4245-7FF3-4231-811D-D372DE2287DF}"/>
              </a:ext>
            </a:extLst>
          </p:cNvPr>
          <p:cNvSpPr>
            <a:spLocks noChangeArrowheads="1"/>
          </p:cNvSpPr>
          <p:nvPr/>
        </p:nvSpPr>
        <p:spPr bwMode="auto">
          <a:xfrm>
            <a:off x="10579824" y="2704280"/>
            <a:ext cx="1533441" cy="301711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27" tIns="45713" rIns="91427" bIns="45713" numCol="1" spcCol="0" rtlCol="0" fromWordArt="0" anchor="ctr" anchorCtr="0" forceAA="0" compatLnSpc="1">
            <a:prstTxWarp prst="textNoShape">
              <a:avLst/>
            </a:prstTxWarp>
            <a:noAutofit/>
          </a:bodyPr>
          <a:lstStyle/>
          <a:p>
            <a:pPr algn="ctr" defTabSz="932418">
              <a:defRPr/>
            </a:pPr>
            <a:r>
              <a:rPr lang="en-US" altLang="en-US" sz="1599" kern="0">
                <a:solidFill>
                  <a:schemeClr val="bg1"/>
                </a:solidFill>
                <a:latin typeface="Segoe UI Light" panose="020B0502040204020203" pitchFamily="34" charset="0"/>
                <a:cs typeface="Segoe UI Light" panose="020B0502040204020203" pitchFamily="34" charset="0"/>
              </a:rPr>
              <a:t>Back end systems and processes</a:t>
            </a:r>
          </a:p>
          <a:p>
            <a:pPr algn="ctr" defTabSz="932418">
              <a:defRPr/>
            </a:pPr>
            <a:endParaRPr lang="en-US" sz="1599" kern="0">
              <a:solidFill>
                <a:schemeClr val="bg1"/>
              </a:solidFill>
              <a:latin typeface="Segoe UI Light" panose="020B0502040204020203" pitchFamily="34" charset="0"/>
              <a:cs typeface="Segoe UI Light" panose="020B0502040204020203" pitchFamily="34" charset="0"/>
            </a:endParaRPr>
          </a:p>
        </p:txBody>
      </p:sp>
      <p:sp>
        <p:nvSpPr>
          <p:cNvPr id="12" name="Rectangle 127">
            <a:extLst>
              <a:ext uri="{FF2B5EF4-FFF2-40B4-BE49-F238E27FC236}">
                <a16:creationId xmlns:a16="http://schemas.microsoft.com/office/drawing/2014/main" id="{6093500B-1160-4BC4-AA1C-596A2E902866}"/>
              </a:ext>
            </a:extLst>
          </p:cNvPr>
          <p:cNvSpPr>
            <a:spLocks noChangeArrowheads="1"/>
          </p:cNvSpPr>
          <p:nvPr/>
        </p:nvSpPr>
        <p:spPr bwMode="auto">
          <a:xfrm>
            <a:off x="833966" y="4236369"/>
            <a:ext cx="35968" cy="156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224">
              <a:defRPr/>
            </a:pPr>
            <a:r>
              <a:rPr lang="en-US" altLang="en-US" sz="1000">
                <a:solidFill>
                  <a:srgbClr val="00188F"/>
                </a:solidFill>
                <a:latin typeface="Segoe UI Light" panose="020B0502040204020203" pitchFamily="34" charset="0"/>
                <a:cs typeface="Segoe UI Light" panose="020B0502040204020203" pitchFamily="34" charset="0"/>
              </a:rPr>
              <a:t> </a:t>
            </a:r>
            <a:endParaRPr lang="en-US" altLang="en-US">
              <a:solidFill>
                <a:prstClr val="black"/>
              </a:solidFill>
              <a:latin typeface="Segoe UI Light" panose="020B0502040204020203" pitchFamily="34" charset="0"/>
              <a:cs typeface="Segoe UI Light" panose="020B0502040204020203" pitchFamily="34" charset="0"/>
            </a:endParaRPr>
          </a:p>
        </p:txBody>
      </p:sp>
      <p:grpSp>
        <p:nvGrpSpPr>
          <p:cNvPr id="13" name="Group 12">
            <a:extLst>
              <a:ext uri="{FF2B5EF4-FFF2-40B4-BE49-F238E27FC236}">
                <a16:creationId xmlns:a16="http://schemas.microsoft.com/office/drawing/2014/main" id="{29CD2F70-D378-4B6C-B19C-445F878C9BC5}"/>
              </a:ext>
            </a:extLst>
          </p:cNvPr>
          <p:cNvGrpSpPr/>
          <p:nvPr/>
        </p:nvGrpSpPr>
        <p:grpSpPr>
          <a:xfrm>
            <a:off x="5406203" y="3915372"/>
            <a:ext cx="484118" cy="498404"/>
            <a:chOff x="2296894" y="-3310276"/>
            <a:chExt cx="484187" cy="498475"/>
          </a:xfrm>
          <a:solidFill>
            <a:schemeClr val="bg1">
              <a:lumMod val="50000"/>
            </a:schemeClr>
          </a:solidFill>
        </p:grpSpPr>
        <p:sp>
          <p:nvSpPr>
            <p:cNvPr id="14" name="Freeform 172">
              <a:extLst>
                <a:ext uri="{FF2B5EF4-FFF2-40B4-BE49-F238E27FC236}">
                  <a16:creationId xmlns:a16="http://schemas.microsoft.com/office/drawing/2014/main" id="{F4EE3C53-E0B8-4FA1-99CC-0F93BE6AF6B2}"/>
                </a:ext>
              </a:extLst>
            </p:cNvPr>
            <p:cNvSpPr>
              <a:spLocks/>
            </p:cNvSpPr>
            <p:nvPr/>
          </p:nvSpPr>
          <p:spPr bwMode="auto">
            <a:xfrm>
              <a:off x="2514382" y="-3142001"/>
              <a:ext cx="82550" cy="65088"/>
            </a:xfrm>
            <a:custGeom>
              <a:avLst/>
              <a:gdLst>
                <a:gd name="T0" fmla="*/ 110 w 110"/>
                <a:gd name="T1" fmla="*/ 76 h 87"/>
                <a:gd name="T2" fmla="*/ 99 w 110"/>
                <a:gd name="T3" fmla="*/ 87 h 87"/>
                <a:gd name="T4" fmla="*/ 11 w 110"/>
                <a:gd name="T5" fmla="*/ 87 h 87"/>
                <a:gd name="T6" fmla="*/ 0 w 110"/>
                <a:gd name="T7" fmla="*/ 76 h 87"/>
                <a:gd name="T8" fmla="*/ 0 w 110"/>
                <a:gd name="T9" fmla="*/ 11 h 87"/>
                <a:gd name="T10" fmla="*/ 11 w 110"/>
                <a:gd name="T11" fmla="*/ 0 h 87"/>
                <a:gd name="T12" fmla="*/ 99 w 110"/>
                <a:gd name="T13" fmla="*/ 0 h 87"/>
                <a:gd name="T14" fmla="*/ 110 w 110"/>
                <a:gd name="T15" fmla="*/ 11 h 87"/>
                <a:gd name="T16" fmla="*/ 110 w 110"/>
                <a:gd name="T17" fmla="*/ 76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0" h="87">
                  <a:moveTo>
                    <a:pt x="110" y="76"/>
                  </a:moveTo>
                  <a:cubicBezTo>
                    <a:pt x="110" y="82"/>
                    <a:pt x="105" y="87"/>
                    <a:pt x="99" y="87"/>
                  </a:cubicBezTo>
                  <a:lnTo>
                    <a:pt x="11" y="87"/>
                  </a:lnTo>
                  <a:cubicBezTo>
                    <a:pt x="5" y="87"/>
                    <a:pt x="0" y="82"/>
                    <a:pt x="0" y="76"/>
                  </a:cubicBezTo>
                  <a:lnTo>
                    <a:pt x="0" y="11"/>
                  </a:lnTo>
                  <a:cubicBezTo>
                    <a:pt x="0" y="5"/>
                    <a:pt x="5" y="0"/>
                    <a:pt x="11" y="0"/>
                  </a:cubicBezTo>
                  <a:lnTo>
                    <a:pt x="99" y="0"/>
                  </a:lnTo>
                  <a:cubicBezTo>
                    <a:pt x="105" y="0"/>
                    <a:pt x="110" y="5"/>
                    <a:pt x="110" y="11"/>
                  </a:cubicBezTo>
                  <a:lnTo>
                    <a:pt x="110" y="76"/>
                  </a:lnTo>
                  <a:close/>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15" name="Freeform 173">
              <a:extLst>
                <a:ext uri="{FF2B5EF4-FFF2-40B4-BE49-F238E27FC236}">
                  <a16:creationId xmlns:a16="http://schemas.microsoft.com/office/drawing/2014/main" id="{91D6A946-2606-4F9D-B69A-C798945F58E2}"/>
                </a:ext>
              </a:extLst>
            </p:cNvPr>
            <p:cNvSpPr>
              <a:spLocks/>
            </p:cNvSpPr>
            <p:nvPr/>
          </p:nvSpPr>
          <p:spPr bwMode="auto">
            <a:xfrm>
              <a:off x="2631857" y="-3092789"/>
              <a:ext cx="80962" cy="66675"/>
            </a:xfrm>
            <a:custGeom>
              <a:avLst/>
              <a:gdLst>
                <a:gd name="T0" fmla="*/ 109 w 110"/>
                <a:gd name="T1" fmla="*/ 76 h 88"/>
                <a:gd name="T2" fmla="*/ 97 w 110"/>
                <a:gd name="T3" fmla="*/ 88 h 88"/>
                <a:gd name="T4" fmla="*/ 12 w 110"/>
                <a:gd name="T5" fmla="*/ 88 h 88"/>
                <a:gd name="T6" fmla="*/ 0 w 110"/>
                <a:gd name="T7" fmla="*/ 76 h 88"/>
                <a:gd name="T8" fmla="*/ 0 w 110"/>
                <a:gd name="T9" fmla="*/ 12 h 88"/>
                <a:gd name="T10" fmla="*/ 12 w 110"/>
                <a:gd name="T11" fmla="*/ 0 h 88"/>
                <a:gd name="T12" fmla="*/ 99 w 110"/>
                <a:gd name="T13" fmla="*/ 0 h 88"/>
                <a:gd name="T14" fmla="*/ 110 w 110"/>
                <a:gd name="T15" fmla="*/ 12 h 88"/>
                <a:gd name="T16" fmla="*/ 110 w 110"/>
                <a:gd name="T17" fmla="*/ 76 h 88"/>
                <a:gd name="T18" fmla="*/ 109 w 110"/>
                <a:gd name="T19" fmla="*/ 7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0" h="88">
                  <a:moveTo>
                    <a:pt x="109" y="76"/>
                  </a:moveTo>
                  <a:cubicBezTo>
                    <a:pt x="109" y="83"/>
                    <a:pt x="104" y="88"/>
                    <a:pt x="97" y="88"/>
                  </a:cubicBezTo>
                  <a:lnTo>
                    <a:pt x="12" y="88"/>
                  </a:lnTo>
                  <a:cubicBezTo>
                    <a:pt x="5" y="88"/>
                    <a:pt x="0" y="83"/>
                    <a:pt x="0" y="76"/>
                  </a:cubicBezTo>
                  <a:lnTo>
                    <a:pt x="0" y="12"/>
                  </a:lnTo>
                  <a:cubicBezTo>
                    <a:pt x="0" y="5"/>
                    <a:pt x="5" y="0"/>
                    <a:pt x="12" y="0"/>
                  </a:cubicBezTo>
                  <a:lnTo>
                    <a:pt x="99" y="0"/>
                  </a:lnTo>
                  <a:cubicBezTo>
                    <a:pt x="106" y="0"/>
                    <a:pt x="110" y="5"/>
                    <a:pt x="110" y="12"/>
                  </a:cubicBezTo>
                  <a:lnTo>
                    <a:pt x="110" y="76"/>
                  </a:lnTo>
                  <a:lnTo>
                    <a:pt x="109" y="76"/>
                  </a:lnTo>
                  <a:close/>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16" name="Freeform 174">
              <a:extLst>
                <a:ext uri="{FF2B5EF4-FFF2-40B4-BE49-F238E27FC236}">
                  <a16:creationId xmlns:a16="http://schemas.microsoft.com/office/drawing/2014/main" id="{FD6893EE-A5FA-4816-93DC-1D52B997E91F}"/>
                </a:ext>
              </a:extLst>
            </p:cNvPr>
            <p:cNvSpPr>
              <a:spLocks/>
            </p:cNvSpPr>
            <p:nvPr/>
          </p:nvSpPr>
          <p:spPr bwMode="auto">
            <a:xfrm>
              <a:off x="2514382" y="-3041989"/>
              <a:ext cx="82550" cy="65088"/>
            </a:xfrm>
            <a:custGeom>
              <a:avLst/>
              <a:gdLst>
                <a:gd name="T0" fmla="*/ 110 w 110"/>
                <a:gd name="T1" fmla="*/ 76 h 87"/>
                <a:gd name="T2" fmla="*/ 99 w 110"/>
                <a:gd name="T3" fmla="*/ 87 h 87"/>
                <a:gd name="T4" fmla="*/ 11 w 110"/>
                <a:gd name="T5" fmla="*/ 87 h 87"/>
                <a:gd name="T6" fmla="*/ 0 w 110"/>
                <a:gd name="T7" fmla="*/ 76 h 87"/>
                <a:gd name="T8" fmla="*/ 0 w 110"/>
                <a:gd name="T9" fmla="*/ 12 h 87"/>
                <a:gd name="T10" fmla="*/ 11 w 110"/>
                <a:gd name="T11" fmla="*/ 0 h 87"/>
                <a:gd name="T12" fmla="*/ 99 w 110"/>
                <a:gd name="T13" fmla="*/ 0 h 87"/>
                <a:gd name="T14" fmla="*/ 110 w 110"/>
                <a:gd name="T15" fmla="*/ 12 h 87"/>
                <a:gd name="T16" fmla="*/ 110 w 110"/>
                <a:gd name="T17" fmla="*/ 76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0" h="87">
                  <a:moveTo>
                    <a:pt x="110" y="76"/>
                  </a:moveTo>
                  <a:cubicBezTo>
                    <a:pt x="110" y="82"/>
                    <a:pt x="105" y="87"/>
                    <a:pt x="99" y="87"/>
                  </a:cubicBezTo>
                  <a:lnTo>
                    <a:pt x="11" y="87"/>
                  </a:lnTo>
                  <a:cubicBezTo>
                    <a:pt x="5" y="87"/>
                    <a:pt x="0" y="82"/>
                    <a:pt x="0" y="76"/>
                  </a:cubicBezTo>
                  <a:lnTo>
                    <a:pt x="0" y="12"/>
                  </a:lnTo>
                  <a:cubicBezTo>
                    <a:pt x="0" y="5"/>
                    <a:pt x="5" y="0"/>
                    <a:pt x="11" y="0"/>
                  </a:cubicBezTo>
                  <a:lnTo>
                    <a:pt x="99" y="0"/>
                  </a:lnTo>
                  <a:cubicBezTo>
                    <a:pt x="105" y="0"/>
                    <a:pt x="110" y="5"/>
                    <a:pt x="110" y="12"/>
                  </a:cubicBezTo>
                  <a:lnTo>
                    <a:pt x="110" y="76"/>
                  </a:lnTo>
                  <a:close/>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17" name="Freeform 175">
              <a:extLst>
                <a:ext uri="{FF2B5EF4-FFF2-40B4-BE49-F238E27FC236}">
                  <a16:creationId xmlns:a16="http://schemas.microsoft.com/office/drawing/2014/main" id="{07E84169-DBF0-449E-9853-5DF514F786B2}"/>
                </a:ext>
              </a:extLst>
            </p:cNvPr>
            <p:cNvSpPr>
              <a:spLocks/>
            </p:cNvSpPr>
            <p:nvPr/>
          </p:nvSpPr>
          <p:spPr bwMode="auto">
            <a:xfrm>
              <a:off x="2396907" y="-3194389"/>
              <a:ext cx="84137" cy="66675"/>
            </a:xfrm>
            <a:custGeom>
              <a:avLst/>
              <a:gdLst>
                <a:gd name="T0" fmla="*/ 112 w 112"/>
                <a:gd name="T1" fmla="*/ 79 h 91"/>
                <a:gd name="T2" fmla="*/ 100 w 112"/>
                <a:gd name="T3" fmla="*/ 91 h 91"/>
                <a:gd name="T4" fmla="*/ 11 w 112"/>
                <a:gd name="T5" fmla="*/ 91 h 91"/>
                <a:gd name="T6" fmla="*/ 0 w 112"/>
                <a:gd name="T7" fmla="*/ 79 h 91"/>
                <a:gd name="T8" fmla="*/ 0 w 112"/>
                <a:gd name="T9" fmla="*/ 12 h 91"/>
                <a:gd name="T10" fmla="*/ 11 w 112"/>
                <a:gd name="T11" fmla="*/ 0 h 91"/>
                <a:gd name="T12" fmla="*/ 98 w 112"/>
                <a:gd name="T13" fmla="*/ 0 h 91"/>
                <a:gd name="T14" fmla="*/ 112 w 112"/>
                <a:gd name="T15" fmla="*/ 12 h 91"/>
                <a:gd name="T16" fmla="*/ 112 w 112"/>
                <a:gd name="T17" fmla="*/ 79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2" h="91">
                  <a:moveTo>
                    <a:pt x="112" y="79"/>
                  </a:moveTo>
                  <a:cubicBezTo>
                    <a:pt x="112" y="86"/>
                    <a:pt x="107" y="91"/>
                    <a:pt x="100" y="91"/>
                  </a:cubicBezTo>
                  <a:lnTo>
                    <a:pt x="11" y="91"/>
                  </a:lnTo>
                  <a:cubicBezTo>
                    <a:pt x="4" y="91"/>
                    <a:pt x="0" y="86"/>
                    <a:pt x="0" y="79"/>
                  </a:cubicBezTo>
                  <a:lnTo>
                    <a:pt x="0" y="12"/>
                  </a:lnTo>
                  <a:cubicBezTo>
                    <a:pt x="0" y="5"/>
                    <a:pt x="4" y="0"/>
                    <a:pt x="11" y="0"/>
                  </a:cubicBezTo>
                  <a:lnTo>
                    <a:pt x="98" y="0"/>
                  </a:lnTo>
                  <a:cubicBezTo>
                    <a:pt x="107" y="0"/>
                    <a:pt x="112" y="5"/>
                    <a:pt x="112" y="12"/>
                  </a:cubicBezTo>
                  <a:lnTo>
                    <a:pt x="112" y="79"/>
                  </a:lnTo>
                  <a:close/>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18" name="Freeform 176">
              <a:extLst>
                <a:ext uri="{FF2B5EF4-FFF2-40B4-BE49-F238E27FC236}">
                  <a16:creationId xmlns:a16="http://schemas.microsoft.com/office/drawing/2014/main" id="{2346AB88-FCEF-42F1-92E7-4D5872889D90}"/>
                </a:ext>
              </a:extLst>
            </p:cNvPr>
            <p:cNvSpPr>
              <a:spLocks/>
            </p:cNvSpPr>
            <p:nvPr/>
          </p:nvSpPr>
          <p:spPr bwMode="auto">
            <a:xfrm>
              <a:off x="2296894" y="-3310276"/>
              <a:ext cx="482600" cy="117475"/>
            </a:xfrm>
            <a:custGeom>
              <a:avLst/>
              <a:gdLst>
                <a:gd name="T0" fmla="*/ 640 w 651"/>
                <a:gd name="T1" fmla="*/ 0 h 157"/>
                <a:gd name="T2" fmla="*/ 12 w 651"/>
                <a:gd name="T3" fmla="*/ 0 h 157"/>
                <a:gd name="T4" fmla="*/ 0 w 651"/>
                <a:gd name="T5" fmla="*/ 12 h 157"/>
                <a:gd name="T6" fmla="*/ 0 w 651"/>
                <a:gd name="T7" fmla="*/ 145 h 157"/>
                <a:gd name="T8" fmla="*/ 12 w 651"/>
                <a:gd name="T9" fmla="*/ 157 h 157"/>
                <a:gd name="T10" fmla="*/ 79 w 651"/>
                <a:gd name="T11" fmla="*/ 157 h 157"/>
                <a:gd name="T12" fmla="*/ 91 w 651"/>
                <a:gd name="T13" fmla="*/ 145 h 157"/>
                <a:gd name="T14" fmla="*/ 91 w 651"/>
                <a:gd name="T15" fmla="*/ 89 h 157"/>
                <a:gd name="T16" fmla="*/ 561 w 651"/>
                <a:gd name="T17" fmla="*/ 89 h 157"/>
                <a:gd name="T18" fmla="*/ 561 w 651"/>
                <a:gd name="T19" fmla="*/ 145 h 157"/>
                <a:gd name="T20" fmla="*/ 574 w 651"/>
                <a:gd name="T21" fmla="*/ 157 h 157"/>
                <a:gd name="T22" fmla="*/ 638 w 651"/>
                <a:gd name="T23" fmla="*/ 157 h 157"/>
                <a:gd name="T24" fmla="*/ 650 w 651"/>
                <a:gd name="T25" fmla="*/ 145 h 157"/>
                <a:gd name="T26" fmla="*/ 650 w 651"/>
                <a:gd name="T27" fmla="*/ 12 h 157"/>
                <a:gd name="T28" fmla="*/ 640 w 651"/>
                <a:gd name="T29"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1" h="157">
                  <a:moveTo>
                    <a:pt x="640" y="0"/>
                  </a:moveTo>
                  <a:lnTo>
                    <a:pt x="12" y="0"/>
                  </a:lnTo>
                  <a:cubicBezTo>
                    <a:pt x="5" y="0"/>
                    <a:pt x="0" y="5"/>
                    <a:pt x="0" y="12"/>
                  </a:cubicBezTo>
                  <a:lnTo>
                    <a:pt x="0" y="145"/>
                  </a:lnTo>
                  <a:cubicBezTo>
                    <a:pt x="0" y="152"/>
                    <a:pt x="5" y="157"/>
                    <a:pt x="12" y="157"/>
                  </a:cubicBezTo>
                  <a:lnTo>
                    <a:pt x="79" y="157"/>
                  </a:lnTo>
                  <a:cubicBezTo>
                    <a:pt x="86" y="157"/>
                    <a:pt x="91" y="152"/>
                    <a:pt x="91" y="145"/>
                  </a:cubicBezTo>
                  <a:lnTo>
                    <a:pt x="91" y="89"/>
                  </a:lnTo>
                  <a:lnTo>
                    <a:pt x="561" y="89"/>
                  </a:lnTo>
                  <a:lnTo>
                    <a:pt x="561" y="145"/>
                  </a:lnTo>
                  <a:cubicBezTo>
                    <a:pt x="561" y="152"/>
                    <a:pt x="566" y="157"/>
                    <a:pt x="574" y="157"/>
                  </a:cubicBezTo>
                  <a:lnTo>
                    <a:pt x="638" y="157"/>
                  </a:lnTo>
                  <a:cubicBezTo>
                    <a:pt x="645" y="157"/>
                    <a:pt x="650" y="152"/>
                    <a:pt x="650" y="145"/>
                  </a:cubicBezTo>
                  <a:lnTo>
                    <a:pt x="650" y="12"/>
                  </a:lnTo>
                  <a:cubicBezTo>
                    <a:pt x="651" y="5"/>
                    <a:pt x="647" y="0"/>
                    <a:pt x="640"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19" name="Freeform 177">
              <a:extLst>
                <a:ext uri="{FF2B5EF4-FFF2-40B4-BE49-F238E27FC236}">
                  <a16:creationId xmlns:a16="http://schemas.microsoft.com/office/drawing/2014/main" id="{7B866A78-F0AA-475F-8E63-C75709333307}"/>
                </a:ext>
              </a:extLst>
            </p:cNvPr>
            <p:cNvSpPr>
              <a:spLocks/>
            </p:cNvSpPr>
            <p:nvPr/>
          </p:nvSpPr>
          <p:spPr bwMode="auto">
            <a:xfrm>
              <a:off x="2300069" y="-2927689"/>
              <a:ext cx="481012" cy="115888"/>
            </a:xfrm>
            <a:custGeom>
              <a:avLst/>
              <a:gdLst>
                <a:gd name="T0" fmla="*/ 636 w 649"/>
                <a:gd name="T1" fmla="*/ 2 h 157"/>
                <a:gd name="T2" fmla="*/ 572 w 649"/>
                <a:gd name="T3" fmla="*/ 2 h 157"/>
                <a:gd name="T4" fmla="*/ 560 w 649"/>
                <a:gd name="T5" fmla="*/ 14 h 157"/>
                <a:gd name="T6" fmla="*/ 560 w 649"/>
                <a:gd name="T7" fmla="*/ 68 h 157"/>
                <a:gd name="T8" fmla="*/ 89 w 649"/>
                <a:gd name="T9" fmla="*/ 68 h 157"/>
                <a:gd name="T10" fmla="*/ 89 w 649"/>
                <a:gd name="T11" fmla="*/ 12 h 157"/>
                <a:gd name="T12" fmla="*/ 75 w 649"/>
                <a:gd name="T13" fmla="*/ 0 h 157"/>
                <a:gd name="T14" fmla="*/ 11 w 649"/>
                <a:gd name="T15" fmla="*/ 0 h 157"/>
                <a:gd name="T16" fmla="*/ 0 w 649"/>
                <a:gd name="T17" fmla="*/ 14 h 157"/>
                <a:gd name="T18" fmla="*/ 0 w 649"/>
                <a:gd name="T19" fmla="*/ 145 h 157"/>
                <a:gd name="T20" fmla="*/ 11 w 649"/>
                <a:gd name="T21" fmla="*/ 157 h 157"/>
                <a:gd name="T22" fmla="*/ 638 w 649"/>
                <a:gd name="T23" fmla="*/ 157 h 157"/>
                <a:gd name="T24" fmla="*/ 649 w 649"/>
                <a:gd name="T25" fmla="*/ 145 h 157"/>
                <a:gd name="T26" fmla="*/ 649 w 649"/>
                <a:gd name="T27" fmla="*/ 14 h 157"/>
                <a:gd name="T28" fmla="*/ 636 w 649"/>
                <a:gd name="T29" fmla="*/ 2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49" h="157">
                  <a:moveTo>
                    <a:pt x="636" y="2"/>
                  </a:moveTo>
                  <a:lnTo>
                    <a:pt x="572" y="2"/>
                  </a:lnTo>
                  <a:cubicBezTo>
                    <a:pt x="565" y="2"/>
                    <a:pt x="560" y="7"/>
                    <a:pt x="560" y="14"/>
                  </a:cubicBezTo>
                  <a:lnTo>
                    <a:pt x="560" y="68"/>
                  </a:lnTo>
                  <a:lnTo>
                    <a:pt x="89" y="68"/>
                  </a:lnTo>
                  <a:lnTo>
                    <a:pt x="89" y="12"/>
                  </a:lnTo>
                  <a:cubicBezTo>
                    <a:pt x="89" y="5"/>
                    <a:pt x="84" y="0"/>
                    <a:pt x="75" y="0"/>
                  </a:cubicBezTo>
                  <a:lnTo>
                    <a:pt x="11" y="0"/>
                  </a:lnTo>
                  <a:cubicBezTo>
                    <a:pt x="5" y="0"/>
                    <a:pt x="0" y="5"/>
                    <a:pt x="0" y="14"/>
                  </a:cubicBezTo>
                  <a:lnTo>
                    <a:pt x="0" y="145"/>
                  </a:lnTo>
                  <a:cubicBezTo>
                    <a:pt x="0" y="152"/>
                    <a:pt x="5" y="157"/>
                    <a:pt x="11" y="157"/>
                  </a:cubicBezTo>
                  <a:lnTo>
                    <a:pt x="638" y="157"/>
                  </a:lnTo>
                  <a:cubicBezTo>
                    <a:pt x="644" y="157"/>
                    <a:pt x="649" y="152"/>
                    <a:pt x="649" y="145"/>
                  </a:cubicBezTo>
                  <a:lnTo>
                    <a:pt x="649" y="14"/>
                  </a:lnTo>
                  <a:cubicBezTo>
                    <a:pt x="647" y="7"/>
                    <a:pt x="643" y="2"/>
                    <a:pt x="636" y="2"/>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20" name="Freeform 178">
              <a:extLst>
                <a:ext uri="{FF2B5EF4-FFF2-40B4-BE49-F238E27FC236}">
                  <a16:creationId xmlns:a16="http://schemas.microsoft.com/office/drawing/2014/main" id="{C98D9FF2-876D-42BA-B890-FB3DB4FB8991}"/>
                </a:ext>
              </a:extLst>
            </p:cNvPr>
            <p:cNvSpPr>
              <a:spLocks/>
            </p:cNvSpPr>
            <p:nvPr/>
          </p:nvSpPr>
          <p:spPr bwMode="auto">
            <a:xfrm>
              <a:off x="2398494" y="-3092789"/>
              <a:ext cx="82550" cy="65088"/>
            </a:xfrm>
            <a:custGeom>
              <a:avLst/>
              <a:gdLst>
                <a:gd name="T0" fmla="*/ 111 w 111"/>
                <a:gd name="T1" fmla="*/ 76 h 87"/>
                <a:gd name="T2" fmla="*/ 99 w 111"/>
                <a:gd name="T3" fmla="*/ 87 h 87"/>
                <a:gd name="T4" fmla="*/ 12 w 111"/>
                <a:gd name="T5" fmla="*/ 87 h 87"/>
                <a:gd name="T6" fmla="*/ 0 w 111"/>
                <a:gd name="T7" fmla="*/ 76 h 87"/>
                <a:gd name="T8" fmla="*/ 0 w 111"/>
                <a:gd name="T9" fmla="*/ 11 h 87"/>
                <a:gd name="T10" fmla="*/ 12 w 111"/>
                <a:gd name="T11" fmla="*/ 0 h 87"/>
                <a:gd name="T12" fmla="*/ 99 w 111"/>
                <a:gd name="T13" fmla="*/ 0 h 87"/>
                <a:gd name="T14" fmla="*/ 111 w 111"/>
                <a:gd name="T15" fmla="*/ 11 h 87"/>
                <a:gd name="T16" fmla="*/ 111 w 111"/>
                <a:gd name="T17" fmla="*/ 76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87">
                  <a:moveTo>
                    <a:pt x="111" y="76"/>
                  </a:moveTo>
                  <a:cubicBezTo>
                    <a:pt x="111" y="82"/>
                    <a:pt x="106" y="87"/>
                    <a:pt x="99" y="87"/>
                  </a:cubicBezTo>
                  <a:lnTo>
                    <a:pt x="12" y="87"/>
                  </a:lnTo>
                  <a:cubicBezTo>
                    <a:pt x="5" y="87"/>
                    <a:pt x="0" y="82"/>
                    <a:pt x="0" y="76"/>
                  </a:cubicBezTo>
                  <a:lnTo>
                    <a:pt x="0" y="11"/>
                  </a:lnTo>
                  <a:cubicBezTo>
                    <a:pt x="0" y="5"/>
                    <a:pt x="5" y="0"/>
                    <a:pt x="12" y="0"/>
                  </a:cubicBezTo>
                  <a:lnTo>
                    <a:pt x="99" y="0"/>
                  </a:lnTo>
                  <a:cubicBezTo>
                    <a:pt x="106" y="0"/>
                    <a:pt x="111" y="5"/>
                    <a:pt x="111" y="11"/>
                  </a:cubicBezTo>
                  <a:lnTo>
                    <a:pt x="111" y="76"/>
                  </a:lnTo>
                  <a:close/>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21" name="Freeform 179">
              <a:extLst>
                <a:ext uri="{FF2B5EF4-FFF2-40B4-BE49-F238E27FC236}">
                  <a16:creationId xmlns:a16="http://schemas.microsoft.com/office/drawing/2014/main" id="{B433A46B-0F68-415C-BBBC-5EE748FA01C3}"/>
                </a:ext>
              </a:extLst>
            </p:cNvPr>
            <p:cNvSpPr>
              <a:spLocks/>
            </p:cNvSpPr>
            <p:nvPr/>
          </p:nvSpPr>
          <p:spPr bwMode="auto">
            <a:xfrm>
              <a:off x="2396907" y="-2992776"/>
              <a:ext cx="82550" cy="65088"/>
            </a:xfrm>
            <a:custGeom>
              <a:avLst/>
              <a:gdLst>
                <a:gd name="T0" fmla="*/ 110 w 110"/>
                <a:gd name="T1" fmla="*/ 76 h 87"/>
                <a:gd name="T2" fmla="*/ 98 w 110"/>
                <a:gd name="T3" fmla="*/ 87 h 87"/>
                <a:gd name="T4" fmla="*/ 11 w 110"/>
                <a:gd name="T5" fmla="*/ 87 h 87"/>
                <a:gd name="T6" fmla="*/ 0 w 110"/>
                <a:gd name="T7" fmla="*/ 76 h 87"/>
                <a:gd name="T8" fmla="*/ 0 w 110"/>
                <a:gd name="T9" fmla="*/ 12 h 87"/>
                <a:gd name="T10" fmla="*/ 11 w 110"/>
                <a:gd name="T11" fmla="*/ 0 h 87"/>
                <a:gd name="T12" fmla="*/ 98 w 110"/>
                <a:gd name="T13" fmla="*/ 0 h 87"/>
                <a:gd name="T14" fmla="*/ 110 w 110"/>
                <a:gd name="T15" fmla="*/ 12 h 87"/>
                <a:gd name="T16" fmla="*/ 110 w 110"/>
                <a:gd name="T17" fmla="*/ 76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0" h="87">
                  <a:moveTo>
                    <a:pt x="110" y="76"/>
                  </a:moveTo>
                  <a:cubicBezTo>
                    <a:pt x="110" y="82"/>
                    <a:pt x="105" y="87"/>
                    <a:pt x="98" y="87"/>
                  </a:cubicBezTo>
                  <a:lnTo>
                    <a:pt x="11" y="87"/>
                  </a:lnTo>
                  <a:cubicBezTo>
                    <a:pt x="4" y="87"/>
                    <a:pt x="0" y="82"/>
                    <a:pt x="0" y="76"/>
                  </a:cubicBezTo>
                  <a:lnTo>
                    <a:pt x="0" y="12"/>
                  </a:lnTo>
                  <a:cubicBezTo>
                    <a:pt x="0" y="5"/>
                    <a:pt x="4" y="0"/>
                    <a:pt x="11" y="0"/>
                  </a:cubicBezTo>
                  <a:lnTo>
                    <a:pt x="98" y="0"/>
                  </a:lnTo>
                  <a:cubicBezTo>
                    <a:pt x="105" y="0"/>
                    <a:pt x="110" y="5"/>
                    <a:pt x="110" y="12"/>
                  </a:cubicBezTo>
                  <a:lnTo>
                    <a:pt x="110" y="76"/>
                  </a:lnTo>
                  <a:close/>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grpSp>
      <p:sp>
        <p:nvSpPr>
          <p:cNvPr id="22" name="Rectangle 180">
            <a:extLst>
              <a:ext uri="{FF2B5EF4-FFF2-40B4-BE49-F238E27FC236}">
                <a16:creationId xmlns:a16="http://schemas.microsoft.com/office/drawing/2014/main" id="{47B8C29E-82C6-4D8C-924A-63C2C116BD6A}"/>
              </a:ext>
            </a:extLst>
          </p:cNvPr>
          <p:cNvSpPr>
            <a:spLocks noChangeArrowheads="1"/>
          </p:cNvSpPr>
          <p:nvPr/>
        </p:nvSpPr>
        <p:spPr bwMode="auto">
          <a:xfrm>
            <a:off x="5330014" y="4472506"/>
            <a:ext cx="622903" cy="172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224">
              <a:defRPr/>
            </a:pPr>
            <a:r>
              <a:rPr lang="en-US" altLang="en-US" sz="1099">
                <a:latin typeface="Segoe UI Light" panose="020B0502040204020203" pitchFamily="34" charset="0"/>
                <a:cs typeface="Segoe UI Light" panose="020B0502040204020203" pitchFamily="34" charset="0"/>
              </a:rPr>
              <a:t>Event Hub</a:t>
            </a:r>
            <a:endParaRPr lang="en-US" altLang="en-US">
              <a:latin typeface="Segoe UI Light" panose="020B0502040204020203" pitchFamily="34" charset="0"/>
              <a:cs typeface="Segoe UI Light" panose="020B0502040204020203" pitchFamily="34" charset="0"/>
            </a:endParaRPr>
          </a:p>
        </p:txBody>
      </p:sp>
      <p:sp>
        <p:nvSpPr>
          <p:cNvPr id="23" name="Line 181">
            <a:extLst>
              <a:ext uri="{FF2B5EF4-FFF2-40B4-BE49-F238E27FC236}">
                <a16:creationId xmlns:a16="http://schemas.microsoft.com/office/drawing/2014/main" id="{8136921E-DC69-4D53-A043-39F17E3C06A7}"/>
              </a:ext>
            </a:extLst>
          </p:cNvPr>
          <p:cNvSpPr>
            <a:spLocks noChangeShapeType="1"/>
          </p:cNvSpPr>
          <p:nvPr/>
        </p:nvSpPr>
        <p:spPr bwMode="auto">
          <a:xfrm>
            <a:off x="3731627" y="4183621"/>
            <a:ext cx="433030" cy="0"/>
          </a:xfrm>
          <a:prstGeom prst="line">
            <a:avLst/>
          </a:prstGeom>
          <a:noFill/>
          <a:ln w="6350" cap="rnd">
            <a:solidFill>
              <a:schemeClr val="tx1"/>
            </a:solidFill>
            <a:prstDash val="solid"/>
            <a:round/>
            <a:headEnd type="none" w="med" len="med"/>
            <a:tailEnd type="arrow" w="med" len="med"/>
          </a:ln>
          <a:extLst>
            <a:ext uri="{909E8E84-426E-40DD-AFC4-6F175D3DCCD1}">
              <a14:hiddenFill xmlns:a14="http://schemas.microsoft.com/office/drawing/2010/main">
                <a:noFill/>
              </a14:hiddenFill>
            </a:ext>
          </a:extLst>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24" name="Line 183">
            <a:extLst>
              <a:ext uri="{FF2B5EF4-FFF2-40B4-BE49-F238E27FC236}">
                <a16:creationId xmlns:a16="http://schemas.microsoft.com/office/drawing/2014/main" id="{89F80325-7896-4C3C-9EDD-1D50299FAE29}"/>
              </a:ext>
            </a:extLst>
          </p:cNvPr>
          <p:cNvSpPr>
            <a:spLocks noChangeShapeType="1"/>
          </p:cNvSpPr>
          <p:nvPr/>
        </p:nvSpPr>
        <p:spPr bwMode="auto">
          <a:xfrm>
            <a:off x="5898258" y="4183621"/>
            <a:ext cx="460310" cy="0"/>
          </a:xfrm>
          <a:prstGeom prst="line">
            <a:avLst/>
          </a:prstGeom>
          <a:noFill/>
          <a:ln w="6350" cap="rnd">
            <a:solidFill>
              <a:schemeClr val="tx1"/>
            </a:solidFill>
            <a:prstDash val="solid"/>
            <a:round/>
            <a:headEnd type="none" w="med" len="med"/>
            <a:tailEnd type="arrow" w="med" len="med"/>
          </a:ln>
          <a:extLst>
            <a:ext uri="{909E8E84-426E-40DD-AFC4-6F175D3DCCD1}">
              <a14:hiddenFill xmlns:a14="http://schemas.microsoft.com/office/drawing/2010/main">
                <a:noFill/>
              </a14:hiddenFill>
            </a:ext>
          </a:extLst>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grpSp>
        <p:nvGrpSpPr>
          <p:cNvPr id="25" name="Group 24">
            <a:extLst>
              <a:ext uri="{FF2B5EF4-FFF2-40B4-BE49-F238E27FC236}">
                <a16:creationId xmlns:a16="http://schemas.microsoft.com/office/drawing/2014/main" id="{8025364F-E603-4A41-898F-0FC143BA010F}"/>
              </a:ext>
            </a:extLst>
          </p:cNvPr>
          <p:cNvGrpSpPr/>
          <p:nvPr/>
        </p:nvGrpSpPr>
        <p:grpSpPr>
          <a:xfrm>
            <a:off x="5426837" y="3094751"/>
            <a:ext cx="458722" cy="398406"/>
            <a:chOff x="2317532" y="-4150064"/>
            <a:chExt cx="458787" cy="398463"/>
          </a:xfrm>
          <a:solidFill>
            <a:schemeClr val="bg1">
              <a:lumMod val="50000"/>
            </a:schemeClr>
          </a:solidFill>
        </p:grpSpPr>
        <p:sp>
          <p:nvSpPr>
            <p:cNvPr id="26" name="Freeform 185">
              <a:extLst>
                <a:ext uri="{FF2B5EF4-FFF2-40B4-BE49-F238E27FC236}">
                  <a16:creationId xmlns:a16="http://schemas.microsoft.com/office/drawing/2014/main" id="{3E2CCF40-02E3-4E80-A982-2AC869DE1CF6}"/>
                </a:ext>
              </a:extLst>
            </p:cNvPr>
            <p:cNvSpPr>
              <a:spLocks noEditPoints="1"/>
            </p:cNvSpPr>
            <p:nvPr/>
          </p:nvSpPr>
          <p:spPr bwMode="auto">
            <a:xfrm>
              <a:off x="2317532" y="-4150064"/>
              <a:ext cx="458787" cy="398463"/>
            </a:xfrm>
            <a:custGeom>
              <a:avLst/>
              <a:gdLst>
                <a:gd name="T0" fmla="*/ 463 w 617"/>
                <a:gd name="T1" fmla="*/ 0 h 534"/>
                <a:gd name="T2" fmla="*/ 154 w 617"/>
                <a:gd name="T3" fmla="*/ 0 h 534"/>
                <a:gd name="T4" fmla="*/ 0 w 617"/>
                <a:gd name="T5" fmla="*/ 267 h 534"/>
                <a:gd name="T6" fmla="*/ 154 w 617"/>
                <a:gd name="T7" fmla="*/ 534 h 534"/>
                <a:gd name="T8" fmla="*/ 463 w 617"/>
                <a:gd name="T9" fmla="*/ 534 h 534"/>
                <a:gd name="T10" fmla="*/ 617 w 617"/>
                <a:gd name="T11" fmla="*/ 267 h 534"/>
                <a:gd name="T12" fmla="*/ 463 w 617"/>
                <a:gd name="T13" fmla="*/ 0 h 534"/>
                <a:gd name="T14" fmla="*/ 464 w 617"/>
                <a:gd name="T15" fmla="*/ 386 h 534"/>
                <a:gd name="T16" fmla="*/ 422 w 617"/>
                <a:gd name="T17" fmla="*/ 428 h 534"/>
                <a:gd name="T18" fmla="*/ 195 w 617"/>
                <a:gd name="T19" fmla="*/ 428 h 534"/>
                <a:gd name="T20" fmla="*/ 154 w 617"/>
                <a:gd name="T21" fmla="*/ 386 h 534"/>
                <a:gd name="T22" fmla="*/ 154 w 617"/>
                <a:gd name="T23" fmla="*/ 147 h 534"/>
                <a:gd name="T24" fmla="*/ 195 w 617"/>
                <a:gd name="T25" fmla="*/ 106 h 534"/>
                <a:gd name="T26" fmla="*/ 363 w 617"/>
                <a:gd name="T27" fmla="*/ 106 h 534"/>
                <a:gd name="T28" fmla="*/ 395 w 617"/>
                <a:gd name="T29" fmla="*/ 106 h 534"/>
                <a:gd name="T30" fmla="*/ 399 w 617"/>
                <a:gd name="T31" fmla="*/ 106 h 534"/>
                <a:gd name="T32" fmla="*/ 464 w 617"/>
                <a:gd name="T33" fmla="*/ 169 h 534"/>
                <a:gd name="T34" fmla="*/ 464 w 617"/>
                <a:gd name="T35" fmla="*/ 386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7" h="534">
                  <a:moveTo>
                    <a:pt x="463" y="0"/>
                  </a:moveTo>
                  <a:lnTo>
                    <a:pt x="154" y="0"/>
                  </a:lnTo>
                  <a:lnTo>
                    <a:pt x="0" y="267"/>
                  </a:lnTo>
                  <a:lnTo>
                    <a:pt x="154" y="534"/>
                  </a:lnTo>
                  <a:lnTo>
                    <a:pt x="463" y="534"/>
                  </a:lnTo>
                  <a:lnTo>
                    <a:pt x="617" y="267"/>
                  </a:lnTo>
                  <a:lnTo>
                    <a:pt x="463" y="0"/>
                  </a:lnTo>
                  <a:close/>
                  <a:moveTo>
                    <a:pt x="464" y="386"/>
                  </a:moveTo>
                  <a:cubicBezTo>
                    <a:pt x="464" y="409"/>
                    <a:pt x="445" y="428"/>
                    <a:pt x="422" y="428"/>
                  </a:cubicBezTo>
                  <a:lnTo>
                    <a:pt x="195" y="428"/>
                  </a:lnTo>
                  <a:cubicBezTo>
                    <a:pt x="172" y="428"/>
                    <a:pt x="154" y="409"/>
                    <a:pt x="154" y="386"/>
                  </a:cubicBezTo>
                  <a:lnTo>
                    <a:pt x="154" y="147"/>
                  </a:lnTo>
                  <a:cubicBezTo>
                    <a:pt x="154" y="124"/>
                    <a:pt x="172" y="106"/>
                    <a:pt x="195" y="106"/>
                  </a:cubicBezTo>
                  <a:lnTo>
                    <a:pt x="363" y="106"/>
                  </a:lnTo>
                  <a:cubicBezTo>
                    <a:pt x="380" y="106"/>
                    <a:pt x="395" y="106"/>
                    <a:pt x="395" y="106"/>
                  </a:cubicBezTo>
                  <a:lnTo>
                    <a:pt x="399" y="106"/>
                  </a:lnTo>
                  <a:lnTo>
                    <a:pt x="464" y="169"/>
                  </a:lnTo>
                  <a:lnTo>
                    <a:pt x="464" y="386"/>
                  </a:lnTo>
                  <a:close/>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27" name="Freeform 186">
              <a:extLst>
                <a:ext uri="{FF2B5EF4-FFF2-40B4-BE49-F238E27FC236}">
                  <a16:creationId xmlns:a16="http://schemas.microsoft.com/office/drawing/2014/main" id="{C72C9486-7A70-4D32-86BC-0A70CECF3DDA}"/>
                </a:ext>
              </a:extLst>
            </p:cNvPr>
            <p:cNvSpPr>
              <a:spLocks/>
            </p:cNvSpPr>
            <p:nvPr/>
          </p:nvSpPr>
          <p:spPr bwMode="auto">
            <a:xfrm>
              <a:off x="2509619" y="-3927814"/>
              <a:ext cx="20637" cy="47625"/>
            </a:xfrm>
            <a:custGeom>
              <a:avLst/>
              <a:gdLst>
                <a:gd name="T0" fmla="*/ 27 w 28"/>
                <a:gd name="T1" fmla="*/ 13 h 64"/>
                <a:gd name="T2" fmla="*/ 25 w 28"/>
                <a:gd name="T3" fmla="*/ 6 h 64"/>
                <a:gd name="T4" fmla="*/ 22 w 28"/>
                <a:gd name="T5" fmla="*/ 2 h 64"/>
                <a:gd name="T6" fmla="*/ 19 w 28"/>
                <a:gd name="T7" fmla="*/ 0 h 64"/>
                <a:gd name="T8" fmla="*/ 14 w 28"/>
                <a:gd name="T9" fmla="*/ 0 h 64"/>
                <a:gd name="T10" fmla="*/ 7 w 28"/>
                <a:gd name="T11" fmla="*/ 2 h 64"/>
                <a:gd name="T12" fmla="*/ 3 w 28"/>
                <a:gd name="T13" fmla="*/ 8 h 64"/>
                <a:gd name="T14" fmla="*/ 1 w 28"/>
                <a:gd name="T15" fmla="*/ 18 h 64"/>
                <a:gd name="T16" fmla="*/ 0 w 28"/>
                <a:gd name="T17" fmla="*/ 32 h 64"/>
                <a:gd name="T18" fmla="*/ 1 w 28"/>
                <a:gd name="T19" fmla="*/ 48 h 64"/>
                <a:gd name="T20" fmla="*/ 3 w 28"/>
                <a:gd name="T21" fmla="*/ 58 h 64"/>
                <a:gd name="T22" fmla="*/ 8 w 28"/>
                <a:gd name="T23" fmla="*/ 63 h 64"/>
                <a:gd name="T24" fmla="*/ 14 w 28"/>
                <a:gd name="T25" fmla="*/ 64 h 64"/>
                <a:gd name="T26" fmla="*/ 19 w 28"/>
                <a:gd name="T27" fmla="*/ 64 h 64"/>
                <a:gd name="T28" fmla="*/ 22 w 28"/>
                <a:gd name="T29" fmla="*/ 61 h 64"/>
                <a:gd name="T30" fmla="*/ 25 w 28"/>
                <a:gd name="T31" fmla="*/ 57 h 64"/>
                <a:gd name="T32" fmla="*/ 27 w 28"/>
                <a:gd name="T33" fmla="*/ 50 h 64"/>
                <a:gd name="T34" fmla="*/ 28 w 28"/>
                <a:gd name="T35" fmla="*/ 42 h 64"/>
                <a:gd name="T36" fmla="*/ 28 w 28"/>
                <a:gd name="T37" fmla="*/ 33 h 64"/>
                <a:gd name="T38" fmla="*/ 28 w 28"/>
                <a:gd name="T39" fmla="*/ 21 h 64"/>
                <a:gd name="T40" fmla="*/ 27 w 28"/>
                <a:gd name="T41" fmla="*/ 13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64">
                  <a:moveTo>
                    <a:pt x="27" y="13"/>
                  </a:moveTo>
                  <a:cubicBezTo>
                    <a:pt x="26" y="10"/>
                    <a:pt x="25" y="8"/>
                    <a:pt x="25" y="6"/>
                  </a:cubicBezTo>
                  <a:cubicBezTo>
                    <a:pt x="24" y="5"/>
                    <a:pt x="23" y="3"/>
                    <a:pt x="22" y="2"/>
                  </a:cubicBezTo>
                  <a:cubicBezTo>
                    <a:pt x="21" y="1"/>
                    <a:pt x="20" y="1"/>
                    <a:pt x="19" y="0"/>
                  </a:cubicBezTo>
                  <a:cubicBezTo>
                    <a:pt x="17" y="0"/>
                    <a:pt x="16" y="0"/>
                    <a:pt x="14" y="0"/>
                  </a:cubicBezTo>
                  <a:cubicBezTo>
                    <a:pt x="12" y="0"/>
                    <a:pt x="9" y="0"/>
                    <a:pt x="7" y="2"/>
                  </a:cubicBezTo>
                  <a:cubicBezTo>
                    <a:pt x="6" y="3"/>
                    <a:pt x="4" y="5"/>
                    <a:pt x="3" y="8"/>
                  </a:cubicBezTo>
                  <a:cubicBezTo>
                    <a:pt x="2" y="10"/>
                    <a:pt x="1" y="14"/>
                    <a:pt x="1" y="18"/>
                  </a:cubicBezTo>
                  <a:cubicBezTo>
                    <a:pt x="1" y="22"/>
                    <a:pt x="0" y="26"/>
                    <a:pt x="0" y="32"/>
                  </a:cubicBezTo>
                  <a:cubicBezTo>
                    <a:pt x="0" y="38"/>
                    <a:pt x="1" y="43"/>
                    <a:pt x="1" y="48"/>
                  </a:cubicBezTo>
                  <a:cubicBezTo>
                    <a:pt x="2" y="52"/>
                    <a:pt x="2" y="55"/>
                    <a:pt x="3" y="58"/>
                  </a:cubicBezTo>
                  <a:cubicBezTo>
                    <a:pt x="5" y="60"/>
                    <a:pt x="6" y="62"/>
                    <a:pt x="8" y="63"/>
                  </a:cubicBezTo>
                  <a:cubicBezTo>
                    <a:pt x="9" y="64"/>
                    <a:pt x="12" y="64"/>
                    <a:pt x="14" y="64"/>
                  </a:cubicBezTo>
                  <a:cubicBezTo>
                    <a:pt x="16" y="64"/>
                    <a:pt x="17" y="64"/>
                    <a:pt x="19" y="64"/>
                  </a:cubicBezTo>
                  <a:cubicBezTo>
                    <a:pt x="20" y="63"/>
                    <a:pt x="21" y="62"/>
                    <a:pt x="22" y="61"/>
                  </a:cubicBezTo>
                  <a:cubicBezTo>
                    <a:pt x="24" y="60"/>
                    <a:pt x="24" y="58"/>
                    <a:pt x="25" y="57"/>
                  </a:cubicBezTo>
                  <a:cubicBezTo>
                    <a:pt x="26" y="55"/>
                    <a:pt x="26" y="53"/>
                    <a:pt x="27" y="50"/>
                  </a:cubicBezTo>
                  <a:cubicBezTo>
                    <a:pt x="27" y="48"/>
                    <a:pt x="28" y="45"/>
                    <a:pt x="28" y="42"/>
                  </a:cubicBezTo>
                  <a:cubicBezTo>
                    <a:pt x="28" y="39"/>
                    <a:pt x="28" y="36"/>
                    <a:pt x="28" y="33"/>
                  </a:cubicBezTo>
                  <a:cubicBezTo>
                    <a:pt x="28" y="28"/>
                    <a:pt x="28" y="25"/>
                    <a:pt x="28" y="21"/>
                  </a:cubicBezTo>
                  <a:cubicBezTo>
                    <a:pt x="27" y="18"/>
                    <a:pt x="27" y="15"/>
                    <a:pt x="27" y="13"/>
                  </a:cubicBezTo>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28" name="Freeform 187">
              <a:extLst>
                <a:ext uri="{FF2B5EF4-FFF2-40B4-BE49-F238E27FC236}">
                  <a16:creationId xmlns:a16="http://schemas.microsoft.com/office/drawing/2014/main" id="{D3EE1030-34D9-4E38-91E9-41976347F57C}"/>
                </a:ext>
              </a:extLst>
            </p:cNvPr>
            <p:cNvSpPr>
              <a:spLocks/>
            </p:cNvSpPr>
            <p:nvPr/>
          </p:nvSpPr>
          <p:spPr bwMode="auto">
            <a:xfrm>
              <a:off x="2563594" y="-4021476"/>
              <a:ext cx="20637" cy="47625"/>
            </a:xfrm>
            <a:custGeom>
              <a:avLst/>
              <a:gdLst>
                <a:gd name="T0" fmla="*/ 26 w 28"/>
                <a:gd name="T1" fmla="*/ 13 h 65"/>
                <a:gd name="T2" fmla="*/ 25 w 28"/>
                <a:gd name="T3" fmla="*/ 7 h 65"/>
                <a:gd name="T4" fmla="*/ 22 w 28"/>
                <a:gd name="T5" fmla="*/ 3 h 65"/>
                <a:gd name="T6" fmla="*/ 18 w 28"/>
                <a:gd name="T7" fmla="*/ 1 h 65"/>
                <a:gd name="T8" fmla="*/ 14 w 28"/>
                <a:gd name="T9" fmla="*/ 0 h 65"/>
                <a:gd name="T10" fmla="*/ 7 w 28"/>
                <a:gd name="T11" fmla="*/ 2 h 65"/>
                <a:gd name="T12" fmla="*/ 3 w 28"/>
                <a:gd name="T13" fmla="*/ 8 h 65"/>
                <a:gd name="T14" fmla="*/ 1 w 28"/>
                <a:gd name="T15" fmla="*/ 18 h 65"/>
                <a:gd name="T16" fmla="*/ 0 w 28"/>
                <a:gd name="T17" fmla="*/ 32 h 65"/>
                <a:gd name="T18" fmla="*/ 1 w 28"/>
                <a:gd name="T19" fmla="*/ 48 h 65"/>
                <a:gd name="T20" fmla="*/ 3 w 28"/>
                <a:gd name="T21" fmla="*/ 58 h 65"/>
                <a:gd name="T22" fmla="*/ 8 w 28"/>
                <a:gd name="T23" fmla="*/ 63 h 65"/>
                <a:gd name="T24" fmla="*/ 14 w 28"/>
                <a:gd name="T25" fmla="*/ 65 h 65"/>
                <a:gd name="T26" fmla="*/ 19 w 28"/>
                <a:gd name="T27" fmla="*/ 64 h 65"/>
                <a:gd name="T28" fmla="*/ 22 w 28"/>
                <a:gd name="T29" fmla="*/ 61 h 65"/>
                <a:gd name="T30" fmla="*/ 25 w 28"/>
                <a:gd name="T31" fmla="*/ 57 h 65"/>
                <a:gd name="T32" fmla="*/ 27 w 28"/>
                <a:gd name="T33" fmla="*/ 51 h 65"/>
                <a:gd name="T34" fmla="*/ 28 w 28"/>
                <a:gd name="T35" fmla="*/ 43 h 65"/>
                <a:gd name="T36" fmla="*/ 28 w 28"/>
                <a:gd name="T37" fmla="*/ 33 h 65"/>
                <a:gd name="T38" fmla="*/ 27 w 28"/>
                <a:gd name="T39" fmla="*/ 22 h 65"/>
                <a:gd name="T40" fmla="*/ 26 w 28"/>
                <a:gd name="T41" fmla="*/ 13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65">
                  <a:moveTo>
                    <a:pt x="26" y="13"/>
                  </a:moveTo>
                  <a:cubicBezTo>
                    <a:pt x="26" y="11"/>
                    <a:pt x="25" y="9"/>
                    <a:pt x="25" y="7"/>
                  </a:cubicBezTo>
                  <a:cubicBezTo>
                    <a:pt x="24" y="5"/>
                    <a:pt x="23" y="4"/>
                    <a:pt x="22" y="3"/>
                  </a:cubicBezTo>
                  <a:cubicBezTo>
                    <a:pt x="21" y="2"/>
                    <a:pt x="20" y="1"/>
                    <a:pt x="18" y="1"/>
                  </a:cubicBezTo>
                  <a:cubicBezTo>
                    <a:pt x="17" y="0"/>
                    <a:pt x="16" y="0"/>
                    <a:pt x="14" y="0"/>
                  </a:cubicBezTo>
                  <a:cubicBezTo>
                    <a:pt x="11" y="0"/>
                    <a:pt x="9" y="1"/>
                    <a:pt x="7" y="2"/>
                  </a:cubicBezTo>
                  <a:cubicBezTo>
                    <a:pt x="5" y="3"/>
                    <a:pt x="4" y="5"/>
                    <a:pt x="3" y="8"/>
                  </a:cubicBezTo>
                  <a:cubicBezTo>
                    <a:pt x="2" y="11"/>
                    <a:pt x="1" y="14"/>
                    <a:pt x="1" y="18"/>
                  </a:cubicBezTo>
                  <a:cubicBezTo>
                    <a:pt x="0" y="22"/>
                    <a:pt x="0" y="27"/>
                    <a:pt x="0" y="32"/>
                  </a:cubicBezTo>
                  <a:cubicBezTo>
                    <a:pt x="0" y="38"/>
                    <a:pt x="0" y="44"/>
                    <a:pt x="1" y="48"/>
                  </a:cubicBezTo>
                  <a:cubicBezTo>
                    <a:pt x="1" y="52"/>
                    <a:pt x="2" y="56"/>
                    <a:pt x="3" y="58"/>
                  </a:cubicBezTo>
                  <a:cubicBezTo>
                    <a:pt x="4" y="61"/>
                    <a:pt x="6" y="62"/>
                    <a:pt x="8" y="63"/>
                  </a:cubicBezTo>
                  <a:cubicBezTo>
                    <a:pt x="9" y="64"/>
                    <a:pt x="11" y="65"/>
                    <a:pt x="14" y="65"/>
                  </a:cubicBezTo>
                  <a:cubicBezTo>
                    <a:pt x="16" y="65"/>
                    <a:pt x="17" y="65"/>
                    <a:pt x="19" y="64"/>
                  </a:cubicBezTo>
                  <a:cubicBezTo>
                    <a:pt x="20" y="63"/>
                    <a:pt x="21" y="63"/>
                    <a:pt x="22" y="61"/>
                  </a:cubicBezTo>
                  <a:cubicBezTo>
                    <a:pt x="23" y="60"/>
                    <a:pt x="24" y="59"/>
                    <a:pt x="25" y="57"/>
                  </a:cubicBezTo>
                  <a:cubicBezTo>
                    <a:pt x="26" y="55"/>
                    <a:pt x="26" y="53"/>
                    <a:pt x="27" y="51"/>
                  </a:cubicBezTo>
                  <a:cubicBezTo>
                    <a:pt x="27" y="48"/>
                    <a:pt x="27" y="46"/>
                    <a:pt x="28" y="43"/>
                  </a:cubicBezTo>
                  <a:cubicBezTo>
                    <a:pt x="28" y="40"/>
                    <a:pt x="28" y="37"/>
                    <a:pt x="28" y="33"/>
                  </a:cubicBezTo>
                  <a:cubicBezTo>
                    <a:pt x="28" y="29"/>
                    <a:pt x="28" y="25"/>
                    <a:pt x="27" y="22"/>
                  </a:cubicBezTo>
                  <a:cubicBezTo>
                    <a:pt x="27" y="18"/>
                    <a:pt x="27" y="15"/>
                    <a:pt x="26" y="13"/>
                  </a:cubicBezTo>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29" name="Freeform 188">
              <a:extLst>
                <a:ext uri="{FF2B5EF4-FFF2-40B4-BE49-F238E27FC236}">
                  <a16:creationId xmlns:a16="http://schemas.microsoft.com/office/drawing/2014/main" id="{5BE18625-B031-40A1-AD18-9A7775516817}"/>
                </a:ext>
              </a:extLst>
            </p:cNvPr>
            <p:cNvSpPr>
              <a:spLocks noEditPoints="1"/>
            </p:cNvSpPr>
            <p:nvPr/>
          </p:nvSpPr>
          <p:spPr bwMode="auto">
            <a:xfrm>
              <a:off x="2449294" y="-4054814"/>
              <a:ext cx="195262" cy="206375"/>
            </a:xfrm>
            <a:custGeom>
              <a:avLst/>
              <a:gdLst>
                <a:gd name="T0" fmla="*/ 187 w 265"/>
                <a:gd name="T1" fmla="*/ 0 h 277"/>
                <a:gd name="T2" fmla="*/ 0 w 265"/>
                <a:gd name="T3" fmla="*/ 19 h 277"/>
                <a:gd name="T4" fmla="*/ 19 w 265"/>
                <a:gd name="T5" fmla="*/ 277 h 277"/>
                <a:gd name="T6" fmla="*/ 265 w 265"/>
                <a:gd name="T7" fmla="*/ 258 h 277"/>
                <a:gd name="T8" fmla="*/ 213 w 265"/>
                <a:gd name="T9" fmla="*/ 53 h 277"/>
                <a:gd name="T10" fmla="*/ 213 w 265"/>
                <a:gd name="T11" fmla="*/ 1 h 277"/>
                <a:gd name="T12" fmla="*/ 71 w 265"/>
                <a:gd name="T13" fmla="*/ 46 h 277"/>
                <a:gd name="T14" fmla="*/ 73 w 265"/>
                <a:gd name="T15" fmla="*/ 44 h 277"/>
                <a:gd name="T16" fmla="*/ 93 w 265"/>
                <a:gd name="T17" fmla="*/ 31 h 277"/>
                <a:gd name="T18" fmla="*/ 97 w 265"/>
                <a:gd name="T19" fmla="*/ 30 h 277"/>
                <a:gd name="T20" fmla="*/ 104 w 265"/>
                <a:gd name="T21" fmla="*/ 31 h 277"/>
                <a:gd name="T22" fmla="*/ 108 w 265"/>
                <a:gd name="T23" fmla="*/ 32 h 277"/>
                <a:gd name="T24" fmla="*/ 108 w 265"/>
                <a:gd name="T25" fmla="*/ 108 h 277"/>
                <a:gd name="T26" fmla="*/ 124 w 265"/>
                <a:gd name="T27" fmla="*/ 108 h 277"/>
                <a:gd name="T28" fmla="*/ 126 w 265"/>
                <a:gd name="T29" fmla="*/ 111 h 277"/>
                <a:gd name="T30" fmla="*/ 126 w 265"/>
                <a:gd name="T31" fmla="*/ 118 h 277"/>
                <a:gd name="T32" fmla="*/ 124 w 265"/>
                <a:gd name="T33" fmla="*/ 122 h 277"/>
                <a:gd name="T34" fmla="*/ 73 w 265"/>
                <a:gd name="T35" fmla="*/ 122 h 277"/>
                <a:gd name="T36" fmla="*/ 71 w 265"/>
                <a:gd name="T37" fmla="*/ 120 h 277"/>
                <a:gd name="T38" fmla="*/ 70 w 265"/>
                <a:gd name="T39" fmla="*/ 115 h 277"/>
                <a:gd name="T40" fmla="*/ 71 w 265"/>
                <a:gd name="T41" fmla="*/ 109 h 277"/>
                <a:gd name="T42" fmla="*/ 73 w 265"/>
                <a:gd name="T43" fmla="*/ 108 h 277"/>
                <a:gd name="T44" fmla="*/ 90 w 265"/>
                <a:gd name="T45" fmla="*/ 49 h 277"/>
                <a:gd name="T46" fmla="*/ 73 w 265"/>
                <a:gd name="T47" fmla="*/ 58 h 277"/>
                <a:gd name="T48" fmla="*/ 70 w 265"/>
                <a:gd name="T49" fmla="*/ 55 h 277"/>
                <a:gd name="T50" fmla="*/ 70 w 265"/>
                <a:gd name="T51" fmla="*/ 48 h 277"/>
                <a:gd name="T52" fmla="*/ 121 w 265"/>
                <a:gd name="T53" fmla="*/ 235 h 277"/>
                <a:gd name="T54" fmla="*/ 95 w 265"/>
                <a:gd name="T55" fmla="*/ 248 h 277"/>
                <a:gd name="T56" fmla="*/ 70 w 265"/>
                <a:gd name="T57" fmla="*/ 236 h 277"/>
                <a:gd name="T58" fmla="*/ 64 w 265"/>
                <a:gd name="T59" fmla="*/ 201 h 277"/>
                <a:gd name="T60" fmla="*/ 71 w 265"/>
                <a:gd name="T61" fmla="*/ 167 h 277"/>
                <a:gd name="T62" fmla="*/ 97 w 265"/>
                <a:gd name="T63" fmla="*/ 154 h 277"/>
                <a:gd name="T64" fmla="*/ 122 w 265"/>
                <a:gd name="T65" fmla="*/ 166 h 277"/>
                <a:gd name="T66" fmla="*/ 129 w 265"/>
                <a:gd name="T67" fmla="*/ 201 h 277"/>
                <a:gd name="T68" fmla="*/ 199 w 265"/>
                <a:gd name="T69" fmla="*/ 243 h 277"/>
                <a:gd name="T70" fmla="*/ 197 w 265"/>
                <a:gd name="T71" fmla="*/ 246 h 277"/>
                <a:gd name="T72" fmla="*/ 146 w 265"/>
                <a:gd name="T73" fmla="*/ 246 h 277"/>
                <a:gd name="T74" fmla="*/ 144 w 265"/>
                <a:gd name="T75" fmla="*/ 245 h 277"/>
                <a:gd name="T76" fmla="*/ 143 w 265"/>
                <a:gd name="T77" fmla="*/ 239 h 277"/>
                <a:gd name="T78" fmla="*/ 144 w 265"/>
                <a:gd name="T79" fmla="*/ 234 h 277"/>
                <a:gd name="T80" fmla="*/ 146 w 265"/>
                <a:gd name="T81" fmla="*/ 232 h 277"/>
                <a:gd name="T82" fmla="*/ 163 w 265"/>
                <a:gd name="T83" fmla="*/ 173 h 277"/>
                <a:gd name="T84" fmla="*/ 146 w 265"/>
                <a:gd name="T85" fmla="*/ 182 h 277"/>
                <a:gd name="T86" fmla="*/ 143 w 265"/>
                <a:gd name="T87" fmla="*/ 180 h 277"/>
                <a:gd name="T88" fmla="*/ 143 w 265"/>
                <a:gd name="T89" fmla="*/ 173 h 277"/>
                <a:gd name="T90" fmla="*/ 144 w 265"/>
                <a:gd name="T91" fmla="*/ 170 h 277"/>
                <a:gd name="T92" fmla="*/ 165 w 265"/>
                <a:gd name="T93" fmla="*/ 156 h 277"/>
                <a:gd name="T94" fmla="*/ 167 w 265"/>
                <a:gd name="T95" fmla="*/ 155 h 277"/>
                <a:gd name="T96" fmla="*/ 173 w 265"/>
                <a:gd name="T97" fmla="*/ 155 h 277"/>
                <a:gd name="T98" fmla="*/ 180 w 265"/>
                <a:gd name="T99" fmla="*/ 155 h 277"/>
                <a:gd name="T100" fmla="*/ 181 w 265"/>
                <a:gd name="T101" fmla="*/ 157 h 277"/>
                <a:gd name="T102" fmla="*/ 196 w 265"/>
                <a:gd name="T103" fmla="*/ 232 h 277"/>
                <a:gd name="T104" fmla="*/ 198 w 265"/>
                <a:gd name="T105" fmla="*/ 234 h 277"/>
                <a:gd name="T106" fmla="*/ 199 w 265"/>
                <a:gd name="T107" fmla="*/ 239 h 277"/>
                <a:gd name="T108" fmla="*/ 200 w 265"/>
                <a:gd name="T109" fmla="*/ 96 h 277"/>
                <a:gd name="T110" fmla="*/ 184 w 265"/>
                <a:gd name="T111" fmla="*/ 120 h 277"/>
                <a:gd name="T112" fmla="*/ 153 w 265"/>
                <a:gd name="T113" fmla="*/ 120 h 277"/>
                <a:gd name="T114" fmla="*/ 138 w 265"/>
                <a:gd name="T115" fmla="*/ 96 h 277"/>
                <a:gd name="T116" fmla="*/ 138 w 265"/>
                <a:gd name="T117" fmla="*/ 57 h 277"/>
                <a:gd name="T118" fmla="*/ 154 w 265"/>
                <a:gd name="T119" fmla="*/ 33 h 277"/>
                <a:gd name="T120" fmla="*/ 185 w 265"/>
                <a:gd name="T121" fmla="*/ 33 h 277"/>
                <a:gd name="T122" fmla="*/ 200 w 265"/>
                <a:gd name="T123" fmla="*/ 57 h 277"/>
                <a:gd name="T124" fmla="*/ 200 w 265"/>
                <a:gd name="T125" fmla="*/ 96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65" h="277">
                  <a:moveTo>
                    <a:pt x="213" y="1"/>
                  </a:moveTo>
                  <a:cubicBezTo>
                    <a:pt x="208" y="0"/>
                    <a:pt x="198" y="0"/>
                    <a:pt x="187" y="0"/>
                  </a:cubicBezTo>
                  <a:lnTo>
                    <a:pt x="19" y="0"/>
                  </a:lnTo>
                  <a:cubicBezTo>
                    <a:pt x="9" y="0"/>
                    <a:pt x="0" y="9"/>
                    <a:pt x="0" y="19"/>
                  </a:cubicBezTo>
                  <a:lnTo>
                    <a:pt x="0" y="258"/>
                  </a:lnTo>
                  <a:cubicBezTo>
                    <a:pt x="0" y="269"/>
                    <a:pt x="9" y="277"/>
                    <a:pt x="19" y="277"/>
                  </a:cubicBezTo>
                  <a:lnTo>
                    <a:pt x="246" y="277"/>
                  </a:lnTo>
                  <a:cubicBezTo>
                    <a:pt x="256" y="277"/>
                    <a:pt x="265" y="269"/>
                    <a:pt x="265" y="258"/>
                  </a:cubicBezTo>
                  <a:lnTo>
                    <a:pt x="265" y="53"/>
                  </a:lnTo>
                  <a:lnTo>
                    <a:pt x="213" y="53"/>
                  </a:lnTo>
                  <a:lnTo>
                    <a:pt x="213" y="1"/>
                  </a:lnTo>
                  <a:lnTo>
                    <a:pt x="213" y="1"/>
                  </a:lnTo>
                  <a:close/>
                  <a:moveTo>
                    <a:pt x="70" y="48"/>
                  </a:moveTo>
                  <a:cubicBezTo>
                    <a:pt x="70" y="47"/>
                    <a:pt x="70" y="47"/>
                    <a:pt x="71" y="46"/>
                  </a:cubicBezTo>
                  <a:cubicBezTo>
                    <a:pt x="71" y="46"/>
                    <a:pt x="71" y="45"/>
                    <a:pt x="71" y="45"/>
                  </a:cubicBezTo>
                  <a:cubicBezTo>
                    <a:pt x="72" y="45"/>
                    <a:pt x="72" y="44"/>
                    <a:pt x="73" y="44"/>
                  </a:cubicBezTo>
                  <a:lnTo>
                    <a:pt x="92" y="31"/>
                  </a:lnTo>
                  <a:cubicBezTo>
                    <a:pt x="92" y="31"/>
                    <a:pt x="93" y="31"/>
                    <a:pt x="93" y="31"/>
                  </a:cubicBezTo>
                  <a:cubicBezTo>
                    <a:pt x="93" y="31"/>
                    <a:pt x="94" y="31"/>
                    <a:pt x="94" y="31"/>
                  </a:cubicBezTo>
                  <a:cubicBezTo>
                    <a:pt x="95" y="31"/>
                    <a:pt x="96" y="31"/>
                    <a:pt x="97" y="30"/>
                  </a:cubicBezTo>
                  <a:cubicBezTo>
                    <a:pt x="97" y="30"/>
                    <a:pt x="99" y="30"/>
                    <a:pt x="100" y="30"/>
                  </a:cubicBezTo>
                  <a:cubicBezTo>
                    <a:pt x="102" y="30"/>
                    <a:pt x="103" y="30"/>
                    <a:pt x="104" y="31"/>
                  </a:cubicBezTo>
                  <a:cubicBezTo>
                    <a:pt x="106" y="31"/>
                    <a:pt x="106" y="31"/>
                    <a:pt x="107" y="31"/>
                  </a:cubicBezTo>
                  <a:cubicBezTo>
                    <a:pt x="108" y="31"/>
                    <a:pt x="108" y="31"/>
                    <a:pt x="108" y="32"/>
                  </a:cubicBezTo>
                  <a:cubicBezTo>
                    <a:pt x="108" y="32"/>
                    <a:pt x="108" y="32"/>
                    <a:pt x="108" y="33"/>
                  </a:cubicBezTo>
                  <a:lnTo>
                    <a:pt x="108" y="108"/>
                  </a:lnTo>
                  <a:lnTo>
                    <a:pt x="123" y="108"/>
                  </a:lnTo>
                  <a:cubicBezTo>
                    <a:pt x="124" y="108"/>
                    <a:pt x="124" y="108"/>
                    <a:pt x="124" y="108"/>
                  </a:cubicBezTo>
                  <a:cubicBezTo>
                    <a:pt x="125" y="108"/>
                    <a:pt x="125" y="109"/>
                    <a:pt x="125" y="109"/>
                  </a:cubicBezTo>
                  <a:cubicBezTo>
                    <a:pt x="125" y="110"/>
                    <a:pt x="126" y="111"/>
                    <a:pt x="126" y="111"/>
                  </a:cubicBezTo>
                  <a:cubicBezTo>
                    <a:pt x="126" y="112"/>
                    <a:pt x="126" y="114"/>
                    <a:pt x="126" y="115"/>
                  </a:cubicBezTo>
                  <a:cubicBezTo>
                    <a:pt x="126" y="116"/>
                    <a:pt x="126" y="117"/>
                    <a:pt x="126" y="118"/>
                  </a:cubicBezTo>
                  <a:cubicBezTo>
                    <a:pt x="126" y="119"/>
                    <a:pt x="125" y="120"/>
                    <a:pt x="125" y="120"/>
                  </a:cubicBezTo>
                  <a:cubicBezTo>
                    <a:pt x="125" y="121"/>
                    <a:pt x="125" y="121"/>
                    <a:pt x="124" y="122"/>
                  </a:cubicBezTo>
                  <a:cubicBezTo>
                    <a:pt x="124" y="122"/>
                    <a:pt x="124" y="122"/>
                    <a:pt x="123" y="122"/>
                  </a:cubicBezTo>
                  <a:lnTo>
                    <a:pt x="73" y="122"/>
                  </a:lnTo>
                  <a:cubicBezTo>
                    <a:pt x="73" y="122"/>
                    <a:pt x="72" y="122"/>
                    <a:pt x="72" y="122"/>
                  </a:cubicBezTo>
                  <a:cubicBezTo>
                    <a:pt x="72" y="121"/>
                    <a:pt x="71" y="121"/>
                    <a:pt x="71" y="120"/>
                  </a:cubicBezTo>
                  <a:cubicBezTo>
                    <a:pt x="71" y="120"/>
                    <a:pt x="71" y="119"/>
                    <a:pt x="71" y="118"/>
                  </a:cubicBezTo>
                  <a:cubicBezTo>
                    <a:pt x="70" y="117"/>
                    <a:pt x="70" y="116"/>
                    <a:pt x="70" y="115"/>
                  </a:cubicBezTo>
                  <a:cubicBezTo>
                    <a:pt x="70" y="114"/>
                    <a:pt x="70" y="112"/>
                    <a:pt x="70" y="111"/>
                  </a:cubicBezTo>
                  <a:cubicBezTo>
                    <a:pt x="71" y="111"/>
                    <a:pt x="71" y="110"/>
                    <a:pt x="71" y="109"/>
                  </a:cubicBezTo>
                  <a:cubicBezTo>
                    <a:pt x="71" y="109"/>
                    <a:pt x="72" y="108"/>
                    <a:pt x="72" y="108"/>
                  </a:cubicBezTo>
                  <a:cubicBezTo>
                    <a:pt x="72" y="108"/>
                    <a:pt x="73" y="108"/>
                    <a:pt x="73" y="108"/>
                  </a:cubicBezTo>
                  <a:lnTo>
                    <a:pt x="90" y="108"/>
                  </a:lnTo>
                  <a:lnTo>
                    <a:pt x="90" y="49"/>
                  </a:lnTo>
                  <a:lnTo>
                    <a:pt x="75" y="57"/>
                  </a:lnTo>
                  <a:cubicBezTo>
                    <a:pt x="74" y="57"/>
                    <a:pt x="73" y="57"/>
                    <a:pt x="73" y="58"/>
                  </a:cubicBezTo>
                  <a:cubicBezTo>
                    <a:pt x="72" y="58"/>
                    <a:pt x="72" y="58"/>
                    <a:pt x="71" y="57"/>
                  </a:cubicBezTo>
                  <a:cubicBezTo>
                    <a:pt x="71" y="57"/>
                    <a:pt x="70" y="56"/>
                    <a:pt x="70" y="55"/>
                  </a:cubicBezTo>
                  <a:cubicBezTo>
                    <a:pt x="70" y="54"/>
                    <a:pt x="70" y="53"/>
                    <a:pt x="70" y="51"/>
                  </a:cubicBezTo>
                  <a:cubicBezTo>
                    <a:pt x="70" y="50"/>
                    <a:pt x="70" y="49"/>
                    <a:pt x="70" y="48"/>
                  </a:cubicBezTo>
                  <a:close/>
                  <a:moveTo>
                    <a:pt x="127" y="220"/>
                  </a:moveTo>
                  <a:cubicBezTo>
                    <a:pt x="126" y="226"/>
                    <a:pt x="124" y="231"/>
                    <a:pt x="121" y="235"/>
                  </a:cubicBezTo>
                  <a:cubicBezTo>
                    <a:pt x="119" y="239"/>
                    <a:pt x="115" y="243"/>
                    <a:pt x="111" y="245"/>
                  </a:cubicBezTo>
                  <a:cubicBezTo>
                    <a:pt x="107" y="247"/>
                    <a:pt x="101" y="248"/>
                    <a:pt x="95" y="248"/>
                  </a:cubicBezTo>
                  <a:cubicBezTo>
                    <a:pt x="89" y="248"/>
                    <a:pt x="84" y="247"/>
                    <a:pt x="80" y="245"/>
                  </a:cubicBezTo>
                  <a:cubicBezTo>
                    <a:pt x="76" y="243"/>
                    <a:pt x="73" y="240"/>
                    <a:pt x="70" y="236"/>
                  </a:cubicBezTo>
                  <a:cubicBezTo>
                    <a:pt x="68" y="232"/>
                    <a:pt x="66" y="227"/>
                    <a:pt x="65" y="221"/>
                  </a:cubicBezTo>
                  <a:cubicBezTo>
                    <a:pt x="64" y="215"/>
                    <a:pt x="64" y="209"/>
                    <a:pt x="64" y="201"/>
                  </a:cubicBezTo>
                  <a:cubicBezTo>
                    <a:pt x="64" y="194"/>
                    <a:pt x="64" y="188"/>
                    <a:pt x="66" y="182"/>
                  </a:cubicBezTo>
                  <a:cubicBezTo>
                    <a:pt x="67" y="176"/>
                    <a:pt x="69" y="171"/>
                    <a:pt x="71" y="167"/>
                  </a:cubicBezTo>
                  <a:cubicBezTo>
                    <a:pt x="74" y="163"/>
                    <a:pt x="77" y="160"/>
                    <a:pt x="82" y="157"/>
                  </a:cubicBezTo>
                  <a:cubicBezTo>
                    <a:pt x="86" y="155"/>
                    <a:pt x="91" y="154"/>
                    <a:pt x="97" y="154"/>
                  </a:cubicBezTo>
                  <a:cubicBezTo>
                    <a:pt x="103" y="154"/>
                    <a:pt x="108" y="155"/>
                    <a:pt x="113" y="157"/>
                  </a:cubicBezTo>
                  <a:cubicBezTo>
                    <a:pt x="117" y="159"/>
                    <a:pt x="120" y="162"/>
                    <a:pt x="122" y="166"/>
                  </a:cubicBezTo>
                  <a:cubicBezTo>
                    <a:pt x="125" y="170"/>
                    <a:pt x="126" y="175"/>
                    <a:pt x="127" y="181"/>
                  </a:cubicBezTo>
                  <a:cubicBezTo>
                    <a:pt x="128" y="187"/>
                    <a:pt x="129" y="193"/>
                    <a:pt x="129" y="201"/>
                  </a:cubicBezTo>
                  <a:cubicBezTo>
                    <a:pt x="129" y="208"/>
                    <a:pt x="128" y="215"/>
                    <a:pt x="127" y="220"/>
                  </a:cubicBezTo>
                  <a:close/>
                  <a:moveTo>
                    <a:pt x="199" y="243"/>
                  </a:moveTo>
                  <a:cubicBezTo>
                    <a:pt x="198" y="244"/>
                    <a:pt x="198" y="244"/>
                    <a:pt x="198" y="245"/>
                  </a:cubicBezTo>
                  <a:cubicBezTo>
                    <a:pt x="198" y="246"/>
                    <a:pt x="197" y="246"/>
                    <a:pt x="197" y="246"/>
                  </a:cubicBezTo>
                  <a:cubicBezTo>
                    <a:pt x="197" y="246"/>
                    <a:pt x="196" y="246"/>
                    <a:pt x="196" y="246"/>
                  </a:cubicBezTo>
                  <a:lnTo>
                    <a:pt x="146" y="246"/>
                  </a:lnTo>
                  <a:cubicBezTo>
                    <a:pt x="146" y="246"/>
                    <a:pt x="145" y="246"/>
                    <a:pt x="145" y="246"/>
                  </a:cubicBezTo>
                  <a:cubicBezTo>
                    <a:pt x="145" y="246"/>
                    <a:pt x="144" y="245"/>
                    <a:pt x="144" y="245"/>
                  </a:cubicBezTo>
                  <a:cubicBezTo>
                    <a:pt x="144" y="244"/>
                    <a:pt x="143" y="244"/>
                    <a:pt x="143" y="243"/>
                  </a:cubicBezTo>
                  <a:cubicBezTo>
                    <a:pt x="143" y="242"/>
                    <a:pt x="143" y="241"/>
                    <a:pt x="143" y="239"/>
                  </a:cubicBezTo>
                  <a:cubicBezTo>
                    <a:pt x="143" y="238"/>
                    <a:pt x="143" y="237"/>
                    <a:pt x="143" y="236"/>
                  </a:cubicBezTo>
                  <a:cubicBezTo>
                    <a:pt x="143" y="235"/>
                    <a:pt x="144" y="234"/>
                    <a:pt x="144" y="234"/>
                  </a:cubicBezTo>
                  <a:cubicBezTo>
                    <a:pt x="144" y="233"/>
                    <a:pt x="144" y="233"/>
                    <a:pt x="145" y="233"/>
                  </a:cubicBezTo>
                  <a:cubicBezTo>
                    <a:pt x="145" y="232"/>
                    <a:pt x="145" y="232"/>
                    <a:pt x="146" y="232"/>
                  </a:cubicBezTo>
                  <a:lnTo>
                    <a:pt x="163" y="232"/>
                  </a:lnTo>
                  <a:lnTo>
                    <a:pt x="163" y="173"/>
                  </a:lnTo>
                  <a:lnTo>
                    <a:pt x="148" y="181"/>
                  </a:lnTo>
                  <a:cubicBezTo>
                    <a:pt x="147" y="182"/>
                    <a:pt x="146" y="182"/>
                    <a:pt x="146" y="182"/>
                  </a:cubicBezTo>
                  <a:cubicBezTo>
                    <a:pt x="145" y="182"/>
                    <a:pt x="144" y="182"/>
                    <a:pt x="144" y="182"/>
                  </a:cubicBezTo>
                  <a:cubicBezTo>
                    <a:pt x="144" y="181"/>
                    <a:pt x="143" y="181"/>
                    <a:pt x="143" y="180"/>
                  </a:cubicBezTo>
                  <a:cubicBezTo>
                    <a:pt x="143" y="179"/>
                    <a:pt x="143" y="177"/>
                    <a:pt x="143" y="176"/>
                  </a:cubicBezTo>
                  <a:cubicBezTo>
                    <a:pt x="143" y="174"/>
                    <a:pt x="143" y="173"/>
                    <a:pt x="143" y="173"/>
                  </a:cubicBezTo>
                  <a:cubicBezTo>
                    <a:pt x="143" y="172"/>
                    <a:pt x="143" y="171"/>
                    <a:pt x="143" y="171"/>
                  </a:cubicBezTo>
                  <a:cubicBezTo>
                    <a:pt x="144" y="170"/>
                    <a:pt x="144" y="170"/>
                    <a:pt x="144" y="170"/>
                  </a:cubicBezTo>
                  <a:cubicBezTo>
                    <a:pt x="144" y="169"/>
                    <a:pt x="145" y="169"/>
                    <a:pt x="145" y="169"/>
                  </a:cubicBezTo>
                  <a:lnTo>
                    <a:pt x="165" y="156"/>
                  </a:lnTo>
                  <a:cubicBezTo>
                    <a:pt x="165" y="156"/>
                    <a:pt x="166" y="156"/>
                    <a:pt x="166" y="155"/>
                  </a:cubicBezTo>
                  <a:cubicBezTo>
                    <a:pt x="166" y="155"/>
                    <a:pt x="167" y="155"/>
                    <a:pt x="167" y="155"/>
                  </a:cubicBezTo>
                  <a:cubicBezTo>
                    <a:pt x="168" y="155"/>
                    <a:pt x="169" y="155"/>
                    <a:pt x="169" y="155"/>
                  </a:cubicBezTo>
                  <a:cubicBezTo>
                    <a:pt x="170" y="155"/>
                    <a:pt x="172" y="155"/>
                    <a:pt x="173" y="155"/>
                  </a:cubicBezTo>
                  <a:cubicBezTo>
                    <a:pt x="175" y="155"/>
                    <a:pt x="176" y="155"/>
                    <a:pt x="177" y="155"/>
                  </a:cubicBezTo>
                  <a:cubicBezTo>
                    <a:pt x="178" y="155"/>
                    <a:pt x="179" y="155"/>
                    <a:pt x="180" y="155"/>
                  </a:cubicBezTo>
                  <a:cubicBezTo>
                    <a:pt x="180" y="156"/>
                    <a:pt x="181" y="156"/>
                    <a:pt x="181" y="156"/>
                  </a:cubicBezTo>
                  <a:cubicBezTo>
                    <a:pt x="181" y="156"/>
                    <a:pt x="181" y="157"/>
                    <a:pt x="181" y="157"/>
                  </a:cubicBezTo>
                  <a:lnTo>
                    <a:pt x="181" y="232"/>
                  </a:lnTo>
                  <a:lnTo>
                    <a:pt x="196" y="232"/>
                  </a:lnTo>
                  <a:cubicBezTo>
                    <a:pt x="196" y="232"/>
                    <a:pt x="197" y="232"/>
                    <a:pt x="197" y="233"/>
                  </a:cubicBezTo>
                  <a:cubicBezTo>
                    <a:pt x="198" y="233"/>
                    <a:pt x="198" y="233"/>
                    <a:pt x="198" y="234"/>
                  </a:cubicBezTo>
                  <a:cubicBezTo>
                    <a:pt x="198" y="234"/>
                    <a:pt x="199" y="235"/>
                    <a:pt x="199" y="236"/>
                  </a:cubicBezTo>
                  <a:cubicBezTo>
                    <a:pt x="199" y="237"/>
                    <a:pt x="199" y="238"/>
                    <a:pt x="199" y="239"/>
                  </a:cubicBezTo>
                  <a:cubicBezTo>
                    <a:pt x="199" y="241"/>
                    <a:pt x="199" y="242"/>
                    <a:pt x="199" y="243"/>
                  </a:cubicBezTo>
                  <a:close/>
                  <a:moveTo>
                    <a:pt x="200" y="96"/>
                  </a:moveTo>
                  <a:cubicBezTo>
                    <a:pt x="199" y="102"/>
                    <a:pt x="197" y="107"/>
                    <a:pt x="194" y="111"/>
                  </a:cubicBezTo>
                  <a:cubicBezTo>
                    <a:pt x="191" y="115"/>
                    <a:pt x="188" y="118"/>
                    <a:pt x="184" y="120"/>
                  </a:cubicBezTo>
                  <a:cubicBezTo>
                    <a:pt x="179" y="122"/>
                    <a:pt x="174" y="124"/>
                    <a:pt x="168" y="124"/>
                  </a:cubicBezTo>
                  <a:cubicBezTo>
                    <a:pt x="162" y="124"/>
                    <a:pt x="157" y="122"/>
                    <a:pt x="153" y="120"/>
                  </a:cubicBezTo>
                  <a:cubicBezTo>
                    <a:pt x="149" y="118"/>
                    <a:pt x="145" y="115"/>
                    <a:pt x="143" y="111"/>
                  </a:cubicBezTo>
                  <a:cubicBezTo>
                    <a:pt x="141" y="107"/>
                    <a:pt x="139" y="102"/>
                    <a:pt x="138" y="96"/>
                  </a:cubicBezTo>
                  <a:cubicBezTo>
                    <a:pt x="137" y="91"/>
                    <a:pt x="137" y="84"/>
                    <a:pt x="137" y="77"/>
                  </a:cubicBezTo>
                  <a:cubicBezTo>
                    <a:pt x="137" y="70"/>
                    <a:pt x="137" y="63"/>
                    <a:pt x="138" y="57"/>
                  </a:cubicBezTo>
                  <a:cubicBezTo>
                    <a:pt x="140" y="51"/>
                    <a:pt x="141" y="46"/>
                    <a:pt x="144" y="42"/>
                  </a:cubicBezTo>
                  <a:cubicBezTo>
                    <a:pt x="147" y="38"/>
                    <a:pt x="150" y="35"/>
                    <a:pt x="154" y="33"/>
                  </a:cubicBezTo>
                  <a:cubicBezTo>
                    <a:pt x="159" y="31"/>
                    <a:pt x="164" y="29"/>
                    <a:pt x="170" y="29"/>
                  </a:cubicBezTo>
                  <a:cubicBezTo>
                    <a:pt x="176" y="29"/>
                    <a:pt x="181" y="31"/>
                    <a:pt x="185" y="33"/>
                  </a:cubicBezTo>
                  <a:cubicBezTo>
                    <a:pt x="189" y="35"/>
                    <a:pt x="193" y="38"/>
                    <a:pt x="195" y="42"/>
                  </a:cubicBezTo>
                  <a:cubicBezTo>
                    <a:pt x="197" y="46"/>
                    <a:pt x="199" y="51"/>
                    <a:pt x="200" y="57"/>
                  </a:cubicBezTo>
                  <a:cubicBezTo>
                    <a:pt x="201" y="62"/>
                    <a:pt x="201" y="69"/>
                    <a:pt x="201" y="76"/>
                  </a:cubicBezTo>
                  <a:cubicBezTo>
                    <a:pt x="201" y="83"/>
                    <a:pt x="201" y="90"/>
                    <a:pt x="200" y="96"/>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grpSp>
      <p:sp>
        <p:nvSpPr>
          <p:cNvPr id="30" name="Rectangle 189">
            <a:extLst>
              <a:ext uri="{FF2B5EF4-FFF2-40B4-BE49-F238E27FC236}">
                <a16:creationId xmlns:a16="http://schemas.microsoft.com/office/drawing/2014/main" id="{E0E5C581-5FA9-462C-9A01-F190E16B9CC3}"/>
              </a:ext>
            </a:extLst>
          </p:cNvPr>
          <p:cNvSpPr>
            <a:spLocks noChangeArrowheads="1"/>
          </p:cNvSpPr>
          <p:nvPr/>
        </p:nvSpPr>
        <p:spPr bwMode="auto">
          <a:xfrm>
            <a:off x="5225253" y="3489984"/>
            <a:ext cx="828902" cy="172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224">
              <a:defRPr/>
            </a:pPr>
            <a:r>
              <a:rPr lang="en-US" altLang="en-US" sz="1099">
                <a:latin typeface="Segoe UI Light" panose="020B0502040204020203" pitchFamily="34" charset="0"/>
                <a:cs typeface="Segoe UI Light" panose="020B0502040204020203" pitchFamily="34" charset="0"/>
              </a:rPr>
              <a:t>Storage blobs</a:t>
            </a:r>
            <a:endParaRPr lang="en-US" altLang="en-US">
              <a:latin typeface="Segoe UI Light" panose="020B0502040204020203" pitchFamily="34" charset="0"/>
              <a:cs typeface="Segoe UI Light" panose="020B0502040204020203" pitchFamily="34" charset="0"/>
            </a:endParaRPr>
          </a:p>
        </p:txBody>
      </p:sp>
      <p:sp>
        <p:nvSpPr>
          <p:cNvPr id="31" name="Freeform 190">
            <a:extLst>
              <a:ext uri="{FF2B5EF4-FFF2-40B4-BE49-F238E27FC236}">
                <a16:creationId xmlns:a16="http://schemas.microsoft.com/office/drawing/2014/main" id="{9FC658F7-8389-4FF1-8417-971BBA900830}"/>
              </a:ext>
            </a:extLst>
          </p:cNvPr>
          <p:cNvSpPr>
            <a:spLocks noEditPoints="1"/>
          </p:cNvSpPr>
          <p:nvPr/>
        </p:nvSpPr>
        <p:spPr bwMode="auto">
          <a:xfrm>
            <a:off x="7550611" y="3089990"/>
            <a:ext cx="311105" cy="406342"/>
          </a:xfrm>
          <a:custGeom>
            <a:avLst/>
            <a:gdLst>
              <a:gd name="T0" fmla="*/ 210 w 421"/>
              <a:gd name="T1" fmla="*/ 0 h 547"/>
              <a:gd name="T2" fmla="*/ 0 w 421"/>
              <a:gd name="T3" fmla="*/ 81 h 547"/>
              <a:gd name="T4" fmla="*/ 0 w 421"/>
              <a:gd name="T5" fmla="*/ 465 h 547"/>
              <a:gd name="T6" fmla="*/ 210 w 421"/>
              <a:gd name="T7" fmla="*/ 547 h 547"/>
              <a:gd name="T8" fmla="*/ 421 w 421"/>
              <a:gd name="T9" fmla="*/ 466 h 547"/>
              <a:gd name="T10" fmla="*/ 421 w 421"/>
              <a:gd name="T11" fmla="*/ 83 h 547"/>
              <a:gd name="T12" fmla="*/ 210 w 421"/>
              <a:gd name="T13" fmla="*/ 0 h 547"/>
              <a:gd name="T14" fmla="*/ 4 w 421"/>
              <a:gd name="T15" fmla="*/ 482 h 547"/>
              <a:gd name="T16" fmla="*/ 4 w 421"/>
              <a:gd name="T17" fmla="*/ 477 h 547"/>
              <a:gd name="T18" fmla="*/ 4 w 421"/>
              <a:gd name="T19" fmla="*/ 482 h 547"/>
              <a:gd name="T20" fmla="*/ 149 w 421"/>
              <a:gd name="T21" fmla="*/ 243 h 547"/>
              <a:gd name="T22" fmla="*/ 129 w 421"/>
              <a:gd name="T23" fmla="*/ 254 h 547"/>
              <a:gd name="T24" fmla="*/ 129 w 421"/>
              <a:gd name="T25" fmla="*/ 284 h 547"/>
              <a:gd name="T26" fmla="*/ 110 w 421"/>
              <a:gd name="T27" fmla="*/ 324 h 547"/>
              <a:gd name="T28" fmla="*/ 110 w 421"/>
              <a:gd name="T29" fmla="*/ 326 h 547"/>
              <a:gd name="T30" fmla="*/ 129 w 421"/>
              <a:gd name="T31" fmla="*/ 376 h 547"/>
              <a:gd name="T32" fmla="*/ 129 w 421"/>
              <a:gd name="T33" fmla="*/ 410 h 547"/>
              <a:gd name="T34" fmla="*/ 134 w 421"/>
              <a:gd name="T35" fmla="*/ 426 h 547"/>
              <a:gd name="T36" fmla="*/ 149 w 421"/>
              <a:gd name="T37" fmla="*/ 430 h 547"/>
              <a:gd name="T38" fmla="*/ 149 w 421"/>
              <a:gd name="T39" fmla="*/ 460 h 547"/>
              <a:gd name="T40" fmla="*/ 103 w 421"/>
              <a:gd name="T41" fmla="*/ 448 h 547"/>
              <a:gd name="T42" fmla="*/ 89 w 421"/>
              <a:gd name="T43" fmla="*/ 402 h 547"/>
              <a:gd name="T44" fmla="*/ 89 w 421"/>
              <a:gd name="T45" fmla="*/ 365 h 547"/>
              <a:gd name="T46" fmla="*/ 68 w 421"/>
              <a:gd name="T47" fmla="*/ 345 h 547"/>
              <a:gd name="T48" fmla="*/ 68 w 421"/>
              <a:gd name="T49" fmla="*/ 306 h 547"/>
              <a:gd name="T50" fmla="*/ 89 w 421"/>
              <a:gd name="T51" fmla="*/ 289 h 547"/>
              <a:gd name="T52" fmla="*/ 89 w 421"/>
              <a:gd name="T53" fmla="*/ 259 h 547"/>
              <a:gd name="T54" fmla="*/ 103 w 421"/>
              <a:gd name="T55" fmla="*/ 222 h 547"/>
              <a:gd name="T56" fmla="*/ 149 w 421"/>
              <a:gd name="T57" fmla="*/ 211 h 547"/>
              <a:gd name="T58" fmla="*/ 149 w 421"/>
              <a:gd name="T59" fmla="*/ 243 h 547"/>
              <a:gd name="T60" fmla="*/ 357 w 421"/>
              <a:gd name="T61" fmla="*/ 315 h 547"/>
              <a:gd name="T62" fmla="*/ 357 w 421"/>
              <a:gd name="T63" fmla="*/ 346 h 547"/>
              <a:gd name="T64" fmla="*/ 336 w 421"/>
              <a:gd name="T65" fmla="*/ 366 h 547"/>
              <a:gd name="T66" fmla="*/ 336 w 421"/>
              <a:gd name="T67" fmla="*/ 402 h 547"/>
              <a:gd name="T68" fmla="*/ 322 w 421"/>
              <a:gd name="T69" fmla="*/ 449 h 547"/>
              <a:gd name="T70" fmla="*/ 274 w 421"/>
              <a:gd name="T71" fmla="*/ 462 h 547"/>
              <a:gd name="T72" fmla="*/ 274 w 421"/>
              <a:gd name="T73" fmla="*/ 432 h 547"/>
              <a:gd name="T74" fmla="*/ 290 w 421"/>
              <a:gd name="T75" fmla="*/ 427 h 547"/>
              <a:gd name="T76" fmla="*/ 294 w 421"/>
              <a:gd name="T77" fmla="*/ 412 h 547"/>
              <a:gd name="T78" fmla="*/ 294 w 421"/>
              <a:gd name="T79" fmla="*/ 377 h 547"/>
              <a:gd name="T80" fmla="*/ 315 w 421"/>
              <a:gd name="T81" fmla="*/ 328 h 547"/>
              <a:gd name="T82" fmla="*/ 315 w 421"/>
              <a:gd name="T83" fmla="*/ 326 h 547"/>
              <a:gd name="T84" fmla="*/ 294 w 421"/>
              <a:gd name="T85" fmla="*/ 284 h 547"/>
              <a:gd name="T86" fmla="*/ 294 w 421"/>
              <a:gd name="T87" fmla="*/ 256 h 547"/>
              <a:gd name="T88" fmla="*/ 274 w 421"/>
              <a:gd name="T89" fmla="*/ 245 h 547"/>
              <a:gd name="T90" fmla="*/ 274 w 421"/>
              <a:gd name="T91" fmla="*/ 212 h 547"/>
              <a:gd name="T92" fmla="*/ 321 w 421"/>
              <a:gd name="T93" fmla="*/ 223 h 547"/>
              <a:gd name="T94" fmla="*/ 336 w 421"/>
              <a:gd name="T95" fmla="*/ 261 h 547"/>
              <a:gd name="T96" fmla="*/ 336 w 421"/>
              <a:gd name="T97" fmla="*/ 290 h 547"/>
              <a:gd name="T98" fmla="*/ 357 w 421"/>
              <a:gd name="T99" fmla="*/ 306 h 547"/>
              <a:gd name="T100" fmla="*/ 357 w 421"/>
              <a:gd name="T101" fmla="*/ 315 h 547"/>
              <a:gd name="T102" fmla="*/ 210 w 421"/>
              <a:gd name="T103" fmla="*/ 119 h 547"/>
              <a:gd name="T104" fmla="*/ 61 w 421"/>
              <a:gd name="T105" fmla="*/ 74 h 547"/>
              <a:gd name="T106" fmla="*/ 210 w 421"/>
              <a:gd name="T107" fmla="*/ 28 h 547"/>
              <a:gd name="T108" fmla="*/ 360 w 421"/>
              <a:gd name="T109" fmla="*/ 74 h 547"/>
              <a:gd name="T110" fmla="*/ 210 w 421"/>
              <a:gd name="T111" fmla="*/ 119 h 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21" h="547">
                <a:moveTo>
                  <a:pt x="210" y="0"/>
                </a:moveTo>
                <a:cubicBezTo>
                  <a:pt x="93" y="0"/>
                  <a:pt x="0" y="39"/>
                  <a:pt x="0" y="81"/>
                </a:cubicBezTo>
                <a:lnTo>
                  <a:pt x="0" y="465"/>
                </a:lnTo>
                <a:cubicBezTo>
                  <a:pt x="0" y="507"/>
                  <a:pt x="95" y="547"/>
                  <a:pt x="210" y="547"/>
                </a:cubicBezTo>
                <a:cubicBezTo>
                  <a:pt x="327" y="547"/>
                  <a:pt x="421" y="510"/>
                  <a:pt x="421" y="466"/>
                </a:cubicBezTo>
                <a:lnTo>
                  <a:pt x="421" y="83"/>
                </a:lnTo>
                <a:cubicBezTo>
                  <a:pt x="421" y="41"/>
                  <a:pt x="325" y="0"/>
                  <a:pt x="210" y="0"/>
                </a:cubicBezTo>
                <a:close/>
                <a:moveTo>
                  <a:pt x="4" y="482"/>
                </a:moveTo>
                <a:lnTo>
                  <a:pt x="4" y="477"/>
                </a:lnTo>
                <a:cubicBezTo>
                  <a:pt x="4" y="479"/>
                  <a:pt x="4" y="480"/>
                  <a:pt x="4" y="482"/>
                </a:cubicBezTo>
                <a:close/>
                <a:moveTo>
                  <a:pt x="149" y="243"/>
                </a:moveTo>
                <a:cubicBezTo>
                  <a:pt x="135" y="243"/>
                  <a:pt x="129" y="239"/>
                  <a:pt x="129" y="254"/>
                </a:cubicBezTo>
                <a:lnTo>
                  <a:pt x="129" y="284"/>
                </a:lnTo>
                <a:cubicBezTo>
                  <a:pt x="129" y="306"/>
                  <a:pt x="126" y="320"/>
                  <a:pt x="110" y="324"/>
                </a:cubicBezTo>
                <a:lnTo>
                  <a:pt x="110" y="326"/>
                </a:lnTo>
                <a:cubicBezTo>
                  <a:pt x="126" y="332"/>
                  <a:pt x="129" y="349"/>
                  <a:pt x="129" y="376"/>
                </a:cubicBezTo>
                <a:lnTo>
                  <a:pt x="129" y="410"/>
                </a:lnTo>
                <a:cubicBezTo>
                  <a:pt x="129" y="421"/>
                  <a:pt x="131" y="421"/>
                  <a:pt x="134" y="426"/>
                </a:cubicBezTo>
                <a:cubicBezTo>
                  <a:pt x="137" y="430"/>
                  <a:pt x="142" y="430"/>
                  <a:pt x="149" y="430"/>
                </a:cubicBezTo>
                <a:lnTo>
                  <a:pt x="149" y="460"/>
                </a:lnTo>
                <a:cubicBezTo>
                  <a:pt x="128" y="460"/>
                  <a:pt x="112" y="455"/>
                  <a:pt x="103" y="448"/>
                </a:cubicBezTo>
                <a:cubicBezTo>
                  <a:pt x="93" y="440"/>
                  <a:pt x="89" y="424"/>
                  <a:pt x="89" y="402"/>
                </a:cubicBezTo>
                <a:lnTo>
                  <a:pt x="89" y="365"/>
                </a:lnTo>
                <a:cubicBezTo>
                  <a:pt x="89" y="345"/>
                  <a:pt x="81" y="345"/>
                  <a:pt x="68" y="345"/>
                </a:cubicBezTo>
                <a:lnTo>
                  <a:pt x="68" y="306"/>
                </a:lnTo>
                <a:cubicBezTo>
                  <a:pt x="82" y="306"/>
                  <a:pt x="89" y="306"/>
                  <a:pt x="89" y="289"/>
                </a:cubicBezTo>
                <a:lnTo>
                  <a:pt x="89" y="259"/>
                </a:lnTo>
                <a:cubicBezTo>
                  <a:pt x="89" y="240"/>
                  <a:pt x="93" y="228"/>
                  <a:pt x="103" y="222"/>
                </a:cubicBezTo>
                <a:cubicBezTo>
                  <a:pt x="112" y="214"/>
                  <a:pt x="128" y="211"/>
                  <a:pt x="149" y="211"/>
                </a:cubicBezTo>
                <a:lnTo>
                  <a:pt x="149" y="243"/>
                </a:lnTo>
                <a:close/>
                <a:moveTo>
                  <a:pt x="357" y="315"/>
                </a:moveTo>
                <a:lnTo>
                  <a:pt x="357" y="346"/>
                </a:lnTo>
                <a:cubicBezTo>
                  <a:pt x="343" y="346"/>
                  <a:pt x="336" y="346"/>
                  <a:pt x="336" y="366"/>
                </a:cubicBezTo>
                <a:lnTo>
                  <a:pt x="336" y="402"/>
                </a:lnTo>
                <a:cubicBezTo>
                  <a:pt x="336" y="424"/>
                  <a:pt x="332" y="440"/>
                  <a:pt x="322" y="449"/>
                </a:cubicBezTo>
                <a:cubicBezTo>
                  <a:pt x="313" y="457"/>
                  <a:pt x="297" y="462"/>
                  <a:pt x="274" y="462"/>
                </a:cubicBezTo>
                <a:lnTo>
                  <a:pt x="274" y="432"/>
                </a:lnTo>
                <a:cubicBezTo>
                  <a:pt x="280" y="432"/>
                  <a:pt x="286" y="430"/>
                  <a:pt x="290" y="427"/>
                </a:cubicBezTo>
                <a:cubicBezTo>
                  <a:pt x="293" y="423"/>
                  <a:pt x="294" y="423"/>
                  <a:pt x="294" y="412"/>
                </a:cubicBezTo>
                <a:lnTo>
                  <a:pt x="294" y="377"/>
                </a:lnTo>
                <a:cubicBezTo>
                  <a:pt x="294" y="351"/>
                  <a:pt x="299" y="335"/>
                  <a:pt x="315" y="328"/>
                </a:cubicBezTo>
                <a:lnTo>
                  <a:pt x="315" y="326"/>
                </a:lnTo>
                <a:cubicBezTo>
                  <a:pt x="299" y="321"/>
                  <a:pt x="294" y="307"/>
                  <a:pt x="294" y="284"/>
                </a:cubicBezTo>
                <a:lnTo>
                  <a:pt x="294" y="256"/>
                </a:lnTo>
                <a:cubicBezTo>
                  <a:pt x="294" y="240"/>
                  <a:pt x="286" y="245"/>
                  <a:pt x="274" y="245"/>
                </a:cubicBezTo>
                <a:lnTo>
                  <a:pt x="274" y="212"/>
                </a:lnTo>
                <a:cubicBezTo>
                  <a:pt x="296" y="212"/>
                  <a:pt x="311" y="217"/>
                  <a:pt x="321" y="223"/>
                </a:cubicBezTo>
                <a:cubicBezTo>
                  <a:pt x="330" y="231"/>
                  <a:pt x="336" y="243"/>
                  <a:pt x="336" y="261"/>
                </a:cubicBezTo>
                <a:lnTo>
                  <a:pt x="336" y="290"/>
                </a:lnTo>
                <a:cubicBezTo>
                  <a:pt x="336" y="307"/>
                  <a:pt x="343" y="306"/>
                  <a:pt x="357" y="306"/>
                </a:cubicBezTo>
                <a:lnTo>
                  <a:pt x="357" y="315"/>
                </a:lnTo>
                <a:close/>
                <a:moveTo>
                  <a:pt x="210" y="119"/>
                </a:moveTo>
                <a:cubicBezTo>
                  <a:pt x="128" y="119"/>
                  <a:pt x="61" y="98"/>
                  <a:pt x="61" y="74"/>
                </a:cubicBezTo>
                <a:cubicBezTo>
                  <a:pt x="61" y="49"/>
                  <a:pt x="128" y="28"/>
                  <a:pt x="210" y="28"/>
                </a:cubicBezTo>
                <a:cubicBezTo>
                  <a:pt x="293" y="28"/>
                  <a:pt x="360" y="49"/>
                  <a:pt x="360" y="74"/>
                </a:cubicBezTo>
                <a:cubicBezTo>
                  <a:pt x="360" y="100"/>
                  <a:pt x="293" y="119"/>
                  <a:pt x="210" y="119"/>
                </a:cubicBezTo>
                <a:close/>
              </a:path>
            </a:pathLst>
          </a:custGeom>
          <a:solidFill>
            <a:schemeClr val="bg1">
              <a:lumMod val="50000"/>
            </a:schemeClr>
          </a:solid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32" name="Rectangle 191">
            <a:extLst>
              <a:ext uri="{FF2B5EF4-FFF2-40B4-BE49-F238E27FC236}">
                <a16:creationId xmlns:a16="http://schemas.microsoft.com/office/drawing/2014/main" id="{51C55763-B240-4D78-AA12-4CFDFEB8A5DF}"/>
              </a:ext>
            </a:extLst>
          </p:cNvPr>
          <p:cNvSpPr>
            <a:spLocks noChangeArrowheads="1"/>
          </p:cNvSpPr>
          <p:nvPr/>
        </p:nvSpPr>
        <p:spPr bwMode="auto">
          <a:xfrm>
            <a:off x="7312519" y="3489984"/>
            <a:ext cx="801108" cy="172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224">
              <a:defRPr/>
            </a:pPr>
            <a:r>
              <a:rPr lang="en-US" altLang="en-US" sz="1099" err="1">
                <a:latin typeface="Segoe UI Light" panose="020B0502040204020203" pitchFamily="34" charset="0"/>
                <a:cs typeface="Segoe UI Light" panose="020B0502040204020203" pitchFamily="34" charset="0"/>
              </a:rPr>
              <a:t>DocumentDB</a:t>
            </a:r>
            <a:endParaRPr lang="en-US" altLang="en-US">
              <a:latin typeface="Segoe UI Light" panose="020B0502040204020203" pitchFamily="34" charset="0"/>
              <a:cs typeface="Segoe UI Light" panose="020B0502040204020203" pitchFamily="34" charset="0"/>
            </a:endParaRPr>
          </a:p>
        </p:txBody>
      </p:sp>
      <p:sp>
        <p:nvSpPr>
          <p:cNvPr id="33" name="Freeform 192">
            <a:extLst>
              <a:ext uri="{FF2B5EF4-FFF2-40B4-BE49-F238E27FC236}">
                <a16:creationId xmlns:a16="http://schemas.microsoft.com/office/drawing/2014/main" id="{4266A606-B8E0-4E20-AAD7-CD9CF0269B88}"/>
              </a:ext>
            </a:extLst>
          </p:cNvPr>
          <p:cNvSpPr>
            <a:spLocks/>
          </p:cNvSpPr>
          <p:nvPr/>
        </p:nvSpPr>
        <p:spPr bwMode="auto">
          <a:xfrm>
            <a:off x="6918875" y="3783627"/>
            <a:ext cx="787288" cy="376185"/>
          </a:xfrm>
          <a:custGeom>
            <a:avLst/>
            <a:gdLst>
              <a:gd name="T0" fmla="*/ 0 w 496"/>
              <a:gd name="T1" fmla="*/ 237 h 237"/>
              <a:gd name="T2" fmla="*/ 496 w 496"/>
              <a:gd name="T3" fmla="*/ 237 h 237"/>
              <a:gd name="T4" fmla="*/ 496 w 496"/>
              <a:gd name="T5" fmla="*/ 0 h 237"/>
            </a:gdLst>
            <a:ahLst/>
            <a:cxnLst>
              <a:cxn ang="0">
                <a:pos x="T0" y="T1"/>
              </a:cxn>
              <a:cxn ang="0">
                <a:pos x="T2" y="T3"/>
              </a:cxn>
              <a:cxn ang="0">
                <a:pos x="T4" y="T5"/>
              </a:cxn>
            </a:cxnLst>
            <a:rect l="0" t="0" r="r" b="b"/>
            <a:pathLst>
              <a:path w="496" h="237">
                <a:moveTo>
                  <a:pt x="0" y="237"/>
                </a:moveTo>
                <a:lnTo>
                  <a:pt x="496" y="237"/>
                </a:lnTo>
                <a:lnTo>
                  <a:pt x="496" y="0"/>
                </a:lnTo>
              </a:path>
            </a:pathLst>
          </a:custGeom>
          <a:noFill/>
          <a:ln w="6350" cap="rnd">
            <a:solidFill>
              <a:schemeClr val="tx1"/>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34" name="Freeform 194">
            <a:extLst>
              <a:ext uri="{FF2B5EF4-FFF2-40B4-BE49-F238E27FC236}">
                <a16:creationId xmlns:a16="http://schemas.microsoft.com/office/drawing/2014/main" id="{E134F8A0-C73C-42DA-9539-588A10710755}"/>
              </a:ext>
            </a:extLst>
          </p:cNvPr>
          <p:cNvSpPr>
            <a:spLocks/>
          </p:cNvSpPr>
          <p:nvPr/>
        </p:nvSpPr>
        <p:spPr bwMode="auto">
          <a:xfrm>
            <a:off x="4537963" y="3294747"/>
            <a:ext cx="773002" cy="639673"/>
          </a:xfrm>
          <a:custGeom>
            <a:avLst/>
            <a:gdLst>
              <a:gd name="T0" fmla="*/ 0 w 487"/>
              <a:gd name="T1" fmla="*/ 403 h 403"/>
              <a:gd name="T2" fmla="*/ 0 w 487"/>
              <a:gd name="T3" fmla="*/ 0 h 403"/>
              <a:gd name="T4" fmla="*/ 487 w 487"/>
              <a:gd name="T5" fmla="*/ 0 h 403"/>
            </a:gdLst>
            <a:ahLst/>
            <a:cxnLst>
              <a:cxn ang="0">
                <a:pos x="T0" y="T1"/>
              </a:cxn>
              <a:cxn ang="0">
                <a:pos x="T2" y="T3"/>
              </a:cxn>
              <a:cxn ang="0">
                <a:pos x="T4" y="T5"/>
              </a:cxn>
            </a:cxnLst>
            <a:rect l="0" t="0" r="r" b="b"/>
            <a:pathLst>
              <a:path w="487" h="403">
                <a:moveTo>
                  <a:pt x="0" y="403"/>
                </a:moveTo>
                <a:lnTo>
                  <a:pt x="0" y="0"/>
                </a:lnTo>
                <a:lnTo>
                  <a:pt x="487" y="0"/>
                </a:lnTo>
              </a:path>
            </a:pathLst>
          </a:custGeom>
          <a:noFill/>
          <a:ln w="6350" cap="rnd">
            <a:solidFill>
              <a:schemeClr val="tx1"/>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grpSp>
        <p:nvGrpSpPr>
          <p:cNvPr id="35" name="Group 34">
            <a:extLst>
              <a:ext uri="{FF2B5EF4-FFF2-40B4-BE49-F238E27FC236}">
                <a16:creationId xmlns:a16="http://schemas.microsoft.com/office/drawing/2014/main" id="{45EB5E5C-AFDC-4A4B-BB6E-77C6DFB2C09B}"/>
              </a:ext>
            </a:extLst>
          </p:cNvPr>
          <p:cNvGrpSpPr/>
          <p:nvPr/>
        </p:nvGrpSpPr>
        <p:grpSpPr>
          <a:xfrm>
            <a:off x="6423645" y="2326510"/>
            <a:ext cx="507928" cy="450786"/>
            <a:chOff x="3314482" y="-4918414"/>
            <a:chExt cx="508000" cy="450850"/>
          </a:xfrm>
          <a:solidFill>
            <a:schemeClr val="bg1">
              <a:lumMod val="50000"/>
            </a:schemeClr>
          </a:solidFill>
        </p:grpSpPr>
        <p:sp>
          <p:nvSpPr>
            <p:cNvPr id="36" name="Freeform 196">
              <a:extLst>
                <a:ext uri="{FF2B5EF4-FFF2-40B4-BE49-F238E27FC236}">
                  <a16:creationId xmlns:a16="http://schemas.microsoft.com/office/drawing/2014/main" id="{009F1661-72F2-4ABD-AE2B-F12C92E9655C}"/>
                </a:ext>
              </a:extLst>
            </p:cNvPr>
            <p:cNvSpPr>
              <a:spLocks noEditPoints="1"/>
            </p:cNvSpPr>
            <p:nvPr/>
          </p:nvSpPr>
          <p:spPr bwMode="auto">
            <a:xfrm>
              <a:off x="3314482" y="-4918414"/>
              <a:ext cx="508000" cy="450850"/>
            </a:xfrm>
            <a:custGeom>
              <a:avLst/>
              <a:gdLst>
                <a:gd name="T0" fmla="*/ 502 w 684"/>
                <a:gd name="T1" fmla="*/ 511 h 605"/>
                <a:gd name="T2" fmla="*/ 342 w 684"/>
                <a:gd name="T3" fmla="*/ 566 h 605"/>
                <a:gd name="T4" fmla="*/ 133 w 684"/>
                <a:gd name="T5" fmla="*/ 462 h 605"/>
                <a:gd name="T6" fmla="*/ 182 w 684"/>
                <a:gd name="T7" fmla="*/ 93 h 605"/>
                <a:gd name="T8" fmla="*/ 342 w 684"/>
                <a:gd name="T9" fmla="*/ 39 h 605"/>
                <a:gd name="T10" fmla="*/ 551 w 684"/>
                <a:gd name="T11" fmla="*/ 142 h 605"/>
                <a:gd name="T12" fmla="*/ 502 w 684"/>
                <a:gd name="T13" fmla="*/ 511 h 605"/>
                <a:gd name="T14" fmla="*/ 582 w 684"/>
                <a:gd name="T15" fmla="*/ 118 h 605"/>
                <a:gd name="T16" fmla="*/ 342 w 684"/>
                <a:gd name="T17" fmla="*/ 0 h 605"/>
                <a:gd name="T18" fmla="*/ 158 w 684"/>
                <a:gd name="T19" fmla="*/ 62 h 605"/>
                <a:gd name="T20" fmla="*/ 102 w 684"/>
                <a:gd name="T21" fmla="*/ 486 h 605"/>
                <a:gd name="T22" fmla="*/ 342 w 684"/>
                <a:gd name="T23" fmla="*/ 605 h 605"/>
                <a:gd name="T24" fmla="*/ 526 w 684"/>
                <a:gd name="T25" fmla="*/ 543 h 605"/>
                <a:gd name="T26" fmla="*/ 582 w 684"/>
                <a:gd name="T27" fmla="*/ 118 h 6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84" h="605">
                  <a:moveTo>
                    <a:pt x="502" y="511"/>
                  </a:moveTo>
                  <a:cubicBezTo>
                    <a:pt x="454" y="548"/>
                    <a:pt x="398" y="566"/>
                    <a:pt x="342" y="566"/>
                  </a:cubicBezTo>
                  <a:cubicBezTo>
                    <a:pt x="263" y="566"/>
                    <a:pt x="185" y="530"/>
                    <a:pt x="133" y="462"/>
                  </a:cubicBezTo>
                  <a:cubicBezTo>
                    <a:pt x="44" y="347"/>
                    <a:pt x="66" y="182"/>
                    <a:pt x="182" y="93"/>
                  </a:cubicBezTo>
                  <a:cubicBezTo>
                    <a:pt x="230" y="57"/>
                    <a:pt x="286" y="39"/>
                    <a:pt x="342" y="39"/>
                  </a:cubicBezTo>
                  <a:cubicBezTo>
                    <a:pt x="421" y="39"/>
                    <a:pt x="499" y="75"/>
                    <a:pt x="551" y="142"/>
                  </a:cubicBezTo>
                  <a:cubicBezTo>
                    <a:pt x="639" y="258"/>
                    <a:pt x="617" y="423"/>
                    <a:pt x="502" y="511"/>
                  </a:cubicBezTo>
                  <a:close/>
                  <a:moveTo>
                    <a:pt x="582" y="118"/>
                  </a:moveTo>
                  <a:cubicBezTo>
                    <a:pt x="523" y="40"/>
                    <a:pt x="433" y="0"/>
                    <a:pt x="342" y="0"/>
                  </a:cubicBezTo>
                  <a:cubicBezTo>
                    <a:pt x="278" y="0"/>
                    <a:pt x="213" y="20"/>
                    <a:pt x="158" y="62"/>
                  </a:cubicBezTo>
                  <a:cubicBezTo>
                    <a:pt x="25" y="164"/>
                    <a:pt x="0" y="354"/>
                    <a:pt x="102" y="486"/>
                  </a:cubicBezTo>
                  <a:cubicBezTo>
                    <a:pt x="161" y="564"/>
                    <a:pt x="251" y="605"/>
                    <a:pt x="342" y="605"/>
                  </a:cubicBezTo>
                  <a:cubicBezTo>
                    <a:pt x="406" y="605"/>
                    <a:pt x="471" y="585"/>
                    <a:pt x="526" y="543"/>
                  </a:cubicBezTo>
                  <a:cubicBezTo>
                    <a:pt x="658" y="441"/>
                    <a:pt x="684" y="251"/>
                    <a:pt x="582" y="118"/>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grpSp>
          <p:nvGrpSpPr>
            <p:cNvPr id="37" name="Group 36">
              <a:extLst>
                <a:ext uri="{FF2B5EF4-FFF2-40B4-BE49-F238E27FC236}">
                  <a16:creationId xmlns:a16="http://schemas.microsoft.com/office/drawing/2014/main" id="{28361D37-4F12-4B38-B62C-B9A174ED1E36}"/>
                </a:ext>
              </a:extLst>
            </p:cNvPr>
            <p:cNvGrpSpPr/>
            <p:nvPr/>
          </p:nvGrpSpPr>
          <p:grpSpPr>
            <a:xfrm>
              <a:off x="3395444" y="-4880314"/>
              <a:ext cx="363537" cy="342900"/>
              <a:chOff x="3395444" y="-4880314"/>
              <a:chExt cx="363537" cy="342900"/>
            </a:xfrm>
            <a:grpFill/>
          </p:grpSpPr>
          <p:sp>
            <p:nvSpPr>
              <p:cNvPr id="38" name="Freeform 197">
                <a:extLst>
                  <a:ext uri="{FF2B5EF4-FFF2-40B4-BE49-F238E27FC236}">
                    <a16:creationId xmlns:a16="http://schemas.microsoft.com/office/drawing/2014/main" id="{0BF84C06-E8C7-4565-BE2C-0C225238A991}"/>
                  </a:ext>
                </a:extLst>
              </p:cNvPr>
              <p:cNvSpPr>
                <a:spLocks/>
              </p:cNvSpPr>
              <p:nvPr/>
            </p:nvSpPr>
            <p:spPr bwMode="auto">
              <a:xfrm>
                <a:off x="3408144" y="-4689814"/>
                <a:ext cx="58737" cy="149225"/>
              </a:xfrm>
              <a:custGeom>
                <a:avLst/>
                <a:gdLst>
                  <a:gd name="T0" fmla="*/ 79 w 79"/>
                  <a:gd name="T1" fmla="*/ 50 h 200"/>
                  <a:gd name="T2" fmla="*/ 36 w 79"/>
                  <a:gd name="T3" fmla="*/ 0 h 200"/>
                  <a:gd name="T4" fmla="*/ 0 w 79"/>
                  <a:gd name="T5" fmla="*/ 147 h 200"/>
                  <a:gd name="T6" fmla="*/ 5 w 79"/>
                  <a:gd name="T7" fmla="*/ 157 h 200"/>
                  <a:gd name="T8" fmla="*/ 49 w 79"/>
                  <a:gd name="T9" fmla="*/ 200 h 200"/>
                  <a:gd name="T10" fmla="*/ 79 w 79"/>
                  <a:gd name="T11" fmla="*/ 50 h 200"/>
                </a:gdLst>
                <a:ahLst/>
                <a:cxnLst>
                  <a:cxn ang="0">
                    <a:pos x="T0" y="T1"/>
                  </a:cxn>
                  <a:cxn ang="0">
                    <a:pos x="T2" y="T3"/>
                  </a:cxn>
                  <a:cxn ang="0">
                    <a:pos x="T4" y="T5"/>
                  </a:cxn>
                  <a:cxn ang="0">
                    <a:pos x="T6" y="T7"/>
                  </a:cxn>
                  <a:cxn ang="0">
                    <a:pos x="T8" y="T9"/>
                  </a:cxn>
                  <a:cxn ang="0">
                    <a:pos x="T10" y="T11"/>
                  </a:cxn>
                </a:cxnLst>
                <a:rect l="0" t="0" r="r" b="b"/>
                <a:pathLst>
                  <a:path w="79" h="200">
                    <a:moveTo>
                      <a:pt x="79" y="50"/>
                    </a:moveTo>
                    <a:cubicBezTo>
                      <a:pt x="62" y="33"/>
                      <a:pt x="48" y="16"/>
                      <a:pt x="36" y="0"/>
                    </a:cubicBezTo>
                    <a:cubicBezTo>
                      <a:pt x="11" y="52"/>
                      <a:pt x="2" y="105"/>
                      <a:pt x="0" y="147"/>
                    </a:cubicBezTo>
                    <a:cubicBezTo>
                      <a:pt x="2" y="150"/>
                      <a:pt x="2" y="153"/>
                      <a:pt x="5" y="157"/>
                    </a:cubicBezTo>
                    <a:cubicBezTo>
                      <a:pt x="18" y="173"/>
                      <a:pt x="33" y="188"/>
                      <a:pt x="49" y="200"/>
                    </a:cubicBezTo>
                    <a:cubicBezTo>
                      <a:pt x="46" y="166"/>
                      <a:pt x="50" y="109"/>
                      <a:pt x="79" y="50"/>
                    </a:cubicBezTo>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39" name="Freeform 198">
                <a:extLst>
                  <a:ext uri="{FF2B5EF4-FFF2-40B4-BE49-F238E27FC236}">
                    <a16:creationId xmlns:a16="http://schemas.microsoft.com/office/drawing/2014/main" id="{DE27F390-59F3-408C-8494-0E0ECC566769}"/>
                  </a:ext>
                </a:extLst>
              </p:cNvPr>
              <p:cNvSpPr>
                <a:spLocks/>
              </p:cNvSpPr>
              <p:nvPr/>
            </p:nvSpPr>
            <p:spPr bwMode="auto">
              <a:xfrm>
                <a:off x="3454182" y="-4802526"/>
                <a:ext cx="119062" cy="119063"/>
              </a:xfrm>
              <a:custGeom>
                <a:avLst/>
                <a:gdLst>
                  <a:gd name="T0" fmla="*/ 109 w 159"/>
                  <a:gd name="T1" fmla="*/ 0 h 160"/>
                  <a:gd name="T2" fmla="*/ 36 w 159"/>
                  <a:gd name="T3" fmla="*/ 63 h 160"/>
                  <a:gd name="T4" fmla="*/ 0 w 159"/>
                  <a:gd name="T5" fmla="*/ 107 h 160"/>
                  <a:gd name="T6" fmla="*/ 42 w 159"/>
                  <a:gd name="T7" fmla="*/ 160 h 160"/>
                  <a:gd name="T8" fmla="*/ 90 w 159"/>
                  <a:gd name="T9" fmla="*/ 105 h 160"/>
                  <a:gd name="T10" fmla="*/ 159 w 159"/>
                  <a:gd name="T11" fmla="*/ 49 h 160"/>
                  <a:gd name="T12" fmla="*/ 109 w 159"/>
                  <a:gd name="T13" fmla="*/ 0 h 160"/>
                </a:gdLst>
                <a:ahLst/>
                <a:cxnLst>
                  <a:cxn ang="0">
                    <a:pos x="T0" y="T1"/>
                  </a:cxn>
                  <a:cxn ang="0">
                    <a:pos x="T2" y="T3"/>
                  </a:cxn>
                  <a:cxn ang="0">
                    <a:pos x="T4" y="T5"/>
                  </a:cxn>
                  <a:cxn ang="0">
                    <a:pos x="T6" y="T7"/>
                  </a:cxn>
                  <a:cxn ang="0">
                    <a:pos x="T8" y="T9"/>
                  </a:cxn>
                  <a:cxn ang="0">
                    <a:pos x="T10" y="T11"/>
                  </a:cxn>
                  <a:cxn ang="0">
                    <a:pos x="T12" y="T13"/>
                  </a:cxn>
                </a:cxnLst>
                <a:rect l="0" t="0" r="r" b="b"/>
                <a:pathLst>
                  <a:path w="159" h="160">
                    <a:moveTo>
                      <a:pt x="109" y="0"/>
                    </a:moveTo>
                    <a:cubicBezTo>
                      <a:pt x="85" y="16"/>
                      <a:pt x="60" y="37"/>
                      <a:pt x="36" y="63"/>
                    </a:cubicBezTo>
                    <a:cubicBezTo>
                      <a:pt x="22" y="77"/>
                      <a:pt x="11" y="92"/>
                      <a:pt x="0" y="107"/>
                    </a:cubicBezTo>
                    <a:cubicBezTo>
                      <a:pt x="11" y="124"/>
                      <a:pt x="25" y="141"/>
                      <a:pt x="42" y="160"/>
                    </a:cubicBezTo>
                    <a:cubicBezTo>
                      <a:pt x="55" y="141"/>
                      <a:pt x="71" y="123"/>
                      <a:pt x="90" y="105"/>
                    </a:cubicBezTo>
                    <a:cubicBezTo>
                      <a:pt x="115" y="82"/>
                      <a:pt x="137" y="64"/>
                      <a:pt x="159" y="49"/>
                    </a:cubicBezTo>
                    <a:cubicBezTo>
                      <a:pt x="141" y="33"/>
                      <a:pt x="124" y="17"/>
                      <a:pt x="109" y="0"/>
                    </a:cubicBezTo>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40" name="Freeform 199">
                <a:extLst>
                  <a:ext uri="{FF2B5EF4-FFF2-40B4-BE49-F238E27FC236}">
                    <a16:creationId xmlns:a16="http://schemas.microsoft.com/office/drawing/2014/main" id="{9710807C-E94D-4864-B687-A84036014FCD}"/>
                  </a:ext>
                </a:extLst>
              </p:cNvPr>
              <p:cNvSpPr>
                <a:spLocks/>
              </p:cNvSpPr>
              <p:nvPr/>
            </p:nvSpPr>
            <p:spPr bwMode="auto">
              <a:xfrm>
                <a:off x="3562132" y="-4848564"/>
                <a:ext cx="158750" cy="66675"/>
              </a:xfrm>
              <a:custGeom>
                <a:avLst/>
                <a:gdLst>
                  <a:gd name="T0" fmla="*/ 214 w 214"/>
                  <a:gd name="T1" fmla="*/ 46 h 90"/>
                  <a:gd name="T2" fmla="*/ 176 w 214"/>
                  <a:gd name="T3" fmla="*/ 7 h 90"/>
                  <a:gd name="T4" fmla="*/ 0 w 214"/>
                  <a:gd name="T5" fmla="*/ 39 h 90"/>
                  <a:gd name="T6" fmla="*/ 49 w 214"/>
                  <a:gd name="T7" fmla="*/ 90 h 90"/>
                  <a:gd name="T8" fmla="*/ 214 w 214"/>
                  <a:gd name="T9" fmla="*/ 46 h 90"/>
                </a:gdLst>
                <a:ahLst/>
                <a:cxnLst>
                  <a:cxn ang="0">
                    <a:pos x="T0" y="T1"/>
                  </a:cxn>
                  <a:cxn ang="0">
                    <a:pos x="T2" y="T3"/>
                  </a:cxn>
                  <a:cxn ang="0">
                    <a:pos x="T4" y="T5"/>
                  </a:cxn>
                  <a:cxn ang="0">
                    <a:pos x="T6" y="T7"/>
                  </a:cxn>
                  <a:cxn ang="0">
                    <a:pos x="T8" y="T9"/>
                  </a:cxn>
                </a:cxnLst>
                <a:rect l="0" t="0" r="r" b="b"/>
                <a:pathLst>
                  <a:path w="214" h="90">
                    <a:moveTo>
                      <a:pt x="214" y="46"/>
                    </a:moveTo>
                    <a:cubicBezTo>
                      <a:pt x="203" y="31"/>
                      <a:pt x="190" y="18"/>
                      <a:pt x="176" y="7"/>
                    </a:cubicBezTo>
                    <a:cubicBezTo>
                      <a:pt x="136" y="0"/>
                      <a:pt x="72" y="1"/>
                      <a:pt x="0" y="39"/>
                    </a:cubicBezTo>
                    <a:cubicBezTo>
                      <a:pt x="17" y="57"/>
                      <a:pt x="33" y="74"/>
                      <a:pt x="49" y="90"/>
                    </a:cubicBezTo>
                    <a:cubicBezTo>
                      <a:pt x="146" y="38"/>
                      <a:pt x="214" y="46"/>
                      <a:pt x="214" y="46"/>
                    </a:cubicBezTo>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41" name="Freeform 200">
                <a:extLst>
                  <a:ext uri="{FF2B5EF4-FFF2-40B4-BE49-F238E27FC236}">
                    <a16:creationId xmlns:a16="http://schemas.microsoft.com/office/drawing/2014/main" id="{E2AD31F4-7EC7-43E7-94FB-4B164809B9C3}"/>
                  </a:ext>
                </a:extLst>
              </p:cNvPr>
              <p:cNvSpPr>
                <a:spLocks/>
              </p:cNvSpPr>
              <p:nvPr/>
            </p:nvSpPr>
            <p:spPr bwMode="auto">
              <a:xfrm>
                <a:off x="3401794" y="-4829514"/>
                <a:ext cx="52387" cy="139700"/>
              </a:xfrm>
              <a:custGeom>
                <a:avLst/>
                <a:gdLst>
                  <a:gd name="T0" fmla="*/ 46 w 72"/>
                  <a:gd name="T1" fmla="*/ 189 h 189"/>
                  <a:gd name="T2" fmla="*/ 72 w 72"/>
                  <a:gd name="T3" fmla="*/ 145 h 189"/>
                  <a:gd name="T4" fmla="*/ 37 w 72"/>
                  <a:gd name="T5" fmla="*/ 0 h 189"/>
                  <a:gd name="T6" fmla="*/ 9 w 72"/>
                  <a:gd name="T7" fmla="*/ 34 h 189"/>
                  <a:gd name="T8" fmla="*/ 46 w 72"/>
                  <a:gd name="T9" fmla="*/ 189 h 189"/>
                </a:gdLst>
                <a:ahLst/>
                <a:cxnLst>
                  <a:cxn ang="0">
                    <a:pos x="T0" y="T1"/>
                  </a:cxn>
                  <a:cxn ang="0">
                    <a:pos x="T2" y="T3"/>
                  </a:cxn>
                  <a:cxn ang="0">
                    <a:pos x="T4" y="T5"/>
                  </a:cxn>
                  <a:cxn ang="0">
                    <a:pos x="T6" y="T7"/>
                  </a:cxn>
                  <a:cxn ang="0">
                    <a:pos x="T8" y="T9"/>
                  </a:cxn>
                </a:cxnLst>
                <a:rect l="0" t="0" r="r" b="b"/>
                <a:pathLst>
                  <a:path w="72" h="189">
                    <a:moveTo>
                      <a:pt x="46" y="189"/>
                    </a:moveTo>
                    <a:cubicBezTo>
                      <a:pt x="54" y="174"/>
                      <a:pt x="62" y="160"/>
                      <a:pt x="72" y="145"/>
                    </a:cubicBezTo>
                    <a:cubicBezTo>
                      <a:pt x="31" y="79"/>
                      <a:pt x="33" y="25"/>
                      <a:pt x="37" y="0"/>
                    </a:cubicBezTo>
                    <a:cubicBezTo>
                      <a:pt x="27" y="11"/>
                      <a:pt x="17" y="22"/>
                      <a:pt x="9" y="34"/>
                    </a:cubicBezTo>
                    <a:cubicBezTo>
                      <a:pt x="1" y="68"/>
                      <a:pt x="0" y="123"/>
                      <a:pt x="46" y="189"/>
                    </a:cubicBezTo>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42" name="Freeform 201">
                <a:extLst>
                  <a:ext uri="{FF2B5EF4-FFF2-40B4-BE49-F238E27FC236}">
                    <a16:creationId xmlns:a16="http://schemas.microsoft.com/office/drawing/2014/main" id="{1FFEAC12-A627-4267-B857-D701B31FBB12}"/>
                  </a:ext>
                </a:extLst>
              </p:cNvPr>
              <p:cNvSpPr>
                <a:spLocks/>
              </p:cNvSpPr>
              <p:nvPr/>
            </p:nvSpPr>
            <p:spPr bwMode="auto">
              <a:xfrm>
                <a:off x="3466882" y="-4683464"/>
                <a:ext cx="263525" cy="130175"/>
              </a:xfrm>
              <a:custGeom>
                <a:avLst/>
                <a:gdLst>
                  <a:gd name="T0" fmla="*/ 75 w 355"/>
                  <a:gd name="T1" fmla="*/ 45 h 175"/>
                  <a:gd name="T2" fmla="*/ 25 w 355"/>
                  <a:gd name="T3" fmla="*/ 0 h 175"/>
                  <a:gd name="T4" fmla="*/ 0 w 355"/>
                  <a:gd name="T5" fmla="*/ 41 h 175"/>
                  <a:gd name="T6" fmla="*/ 46 w 355"/>
                  <a:gd name="T7" fmla="*/ 82 h 175"/>
                  <a:gd name="T8" fmla="*/ 321 w 355"/>
                  <a:gd name="T9" fmla="*/ 175 h 175"/>
                  <a:gd name="T10" fmla="*/ 355 w 355"/>
                  <a:gd name="T11" fmla="*/ 134 h 175"/>
                  <a:gd name="T12" fmla="*/ 75 w 355"/>
                  <a:gd name="T13" fmla="*/ 45 h 175"/>
                </a:gdLst>
                <a:ahLst/>
                <a:cxnLst>
                  <a:cxn ang="0">
                    <a:pos x="T0" y="T1"/>
                  </a:cxn>
                  <a:cxn ang="0">
                    <a:pos x="T2" y="T3"/>
                  </a:cxn>
                  <a:cxn ang="0">
                    <a:pos x="T4" y="T5"/>
                  </a:cxn>
                  <a:cxn ang="0">
                    <a:pos x="T6" y="T7"/>
                  </a:cxn>
                  <a:cxn ang="0">
                    <a:pos x="T8" y="T9"/>
                  </a:cxn>
                  <a:cxn ang="0">
                    <a:pos x="T10" y="T11"/>
                  </a:cxn>
                  <a:cxn ang="0">
                    <a:pos x="T12" y="T13"/>
                  </a:cxn>
                </a:cxnLst>
                <a:rect l="0" t="0" r="r" b="b"/>
                <a:pathLst>
                  <a:path w="355" h="175">
                    <a:moveTo>
                      <a:pt x="75" y="45"/>
                    </a:moveTo>
                    <a:cubicBezTo>
                      <a:pt x="56" y="30"/>
                      <a:pt x="39" y="14"/>
                      <a:pt x="25" y="0"/>
                    </a:cubicBezTo>
                    <a:cubicBezTo>
                      <a:pt x="15" y="13"/>
                      <a:pt x="7" y="27"/>
                      <a:pt x="0" y="41"/>
                    </a:cubicBezTo>
                    <a:cubicBezTo>
                      <a:pt x="13" y="55"/>
                      <a:pt x="28" y="68"/>
                      <a:pt x="46" y="82"/>
                    </a:cubicBezTo>
                    <a:cubicBezTo>
                      <a:pt x="154" y="167"/>
                      <a:pt x="261" y="175"/>
                      <a:pt x="321" y="175"/>
                    </a:cubicBezTo>
                    <a:cubicBezTo>
                      <a:pt x="325" y="175"/>
                      <a:pt x="344" y="150"/>
                      <a:pt x="355" y="134"/>
                    </a:cubicBezTo>
                    <a:cubicBezTo>
                      <a:pt x="328" y="140"/>
                      <a:pt x="213" y="154"/>
                      <a:pt x="75" y="45"/>
                    </a:cubicBezTo>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43" name="Freeform 202">
                <a:extLst>
                  <a:ext uri="{FF2B5EF4-FFF2-40B4-BE49-F238E27FC236}">
                    <a16:creationId xmlns:a16="http://schemas.microsoft.com/office/drawing/2014/main" id="{55C1353E-885D-4423-AD7C-86D3A5152358}"/>
                  </a:ext>
                </a:extLst>
              </p:cNvPr>
              <p:cNvSpPr>
                <a:spLocks/>
              </p:cNvSpPr>
              <p:nvPr/>
            </p:nvSpPr>
            <p:spPr bwMode="auto">
              <a:xfrm>
                <a:off x="3435132" y="-4721564"/>
                <a:ext cx="50800" cy="69850"/>
              </a:xfrm>
              <a:custGeom>
                <a:avLst/>
                <a:gdLst>
                  <a:gd name="T0" fmla="*/ 0 w 68"/>
                  <a:gd name="T1" fmla="*/ 44 h 94"/>
                  <a:gd name="T2" fmla="*/ 43 w 68"/>
                  <a:gd name="T3" fmla="*/ 94 h 94"/>
                  <a:gd name="T4" fmla="*/ 68 w 68"/>
                  <a:gd name="T5" fmla="*/ 53 h 94"/>
                  <a:gd name="T6" fmla="*/ 26 w 68"/>
                  <a:gd name="T7" fmla="*/ 0 h 94"/>
                  <a:gd name="T8" fmla="*/ 0 w 68"/>
                  <a:gd name="T9" fmla="*/ 44 h 94"/>
                </a:gdLst>
                <a:ahLst/>
                <a:cxnLst>
                  <a:cxn ang="0">
                    <a:pos x="T0" y="T1"/>
                  </a:cxn>
                  <a:cxn ang="0">
                    <a:pos x="T2" y="T3"/>
                  </a:cxn>
                  <a:cxn ang="0">
                    <a:pos x="T4" y="T5"/>
                  </a:cxn>
                  <a:cxn ang="0">
                    <a:pos x="T6" y="T7"/>
                  </a:cxn>
                  <a:cxn ang="0">
                    <a:pos x="T8" y="T9"/>
                  </a:cxn>
                </a:cxnLst>
                <a:rect l="0" t="0" r="r" b="b"/>
                <a:pathLst>
                  <a:path w="68" h="94">
                    <a:moveTo>
                      <a:pt x="0" y="44"/>
                    </a:moveTo>
                    <a:cubicBezTo>
                      <a:pt x="12" y="60"/>
                      <a:pt x="26" y="77"/>
                      <a:pt x="43" y="94"/>
                    </a:cubicBezTo>
                    <a:cubicBezTo>
                      <a:pt x="50" y="80"/>
                      <a:pt x="58" y="66"/>
                      <a:pt x="68" y="53"/>
                    </a:cubicBezTo>
                    <a:cubicBezTo>
                      <a:pt x="51" y="34"/>
                      <a:pt x="37" y="17"/>
                      <a:pt x="26" y="0"/>
                    </a:cubicBezTo>
                    <a:cubicBezTo>
                      <a:pt x="16" y="15"/>
                      <a:pt x="8" y="29"/>
                      <a:pt x="0" y="44"/>
                    </a:cubicBezTo>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44" name="Freeform 203">
                <a:extLst>
                  <a:ext uri="{FF2B5EF4-FFF2-40B4-BE49-F238E27FC236}">
                    <a16:creationId xmlns:a16="http://schemas.microsoft.com/office/drawing/2014/main" id="{9679D63B-869F-44A0-B64C-3529AC23773C}"/>
                  </a:ext>
                </a:extLst>
              </p:cNvPr>
              <p:cNvSpPr>
                <a:spLocks/>
              </p:cNvSpPr>
              <p:nvPr/>
            </p:nvSpPr>
            <p:spPr bwMode="auto">
              <a:xfrm>
                <a:off x="3573244" y="-4781889"/>
                <a:ext cx="185737" cy="157163"/>
              </a:xfrm>
              <a:custGeom>
                <a:avLst/>
                <a:gdLst>
                  <a:gd name="T0" fmla="*/ 0 w 251"/>
                  <a:gd name="T1" fmla="*/ 22 h 211"/>
                  <a:gd name="T2" fmla="*/ 244 w 251"/>
                  <a:gd name="T3" fmla="*/ 211 h 211"/>
                  <a:gd name="T4" fmla="*/ 251 w 251"/>
                  <a:gd name="T5" fmla="*/ 188 h 211"/>
                  <a:gd name="T6" fmla="*/ 36 w 251"/>
                  <a:gd name="T7" fmla="*/ 0 h 211"/>
                  <a:gd name="T8" fmla="*/ 0 w 251"/>
                  <a:gd name="T9" fmla="*/ 22 h 211"/>
                </a:gdLst>
                <a:ahLst/>
                <a:cxnLst>
                  <a:cxn ang="0">
                    <a:pos x="T0" y="T1"/>
                  </a:cxn>
                  <a:cxn ang="0">
                    <a:pos x="T2" y="T3"/>
                  </a:cxn>
                  <a:cxn ang="0">
                    <a:pos x="T4" y="T5"/>
                  </a:cxn>
                  <a:cxn ang="0">
                    <a:pos x="T6" y="T7"/>
                  </a:cxn>
                  <a:cxn ang="0">
                    <a:pos x="T8" y="T9"/>
                  </a:cxn>
                </a:cxnLst>
                <a:rect l="0" t="0" r="r" b="b"/>
                <a:pathLst>
                  <a:path w="251" h="211">
                    <a:moveTo>
                      <a:pt x="0" y="22"/>
                    </a:moveTo>
                    <a:cubicBezTo>
                      <a:pt x="98" y="113"/>
                      <a:pt x="215" y="190"/>
                      <a:pt x="244" y="211"/>
                    </a:cubicBezTo>
                    <a:cubicBezTo>
                      <a:pt x="247" y="203"/>
                      <a:pt x="249" y="196"/>
                      <a:pt x="251" y="188"/>
                    </a:cubicBezTo>
                    <a:cubicBezTo>
                      <a:pt x="220" y="165"/>
                      <a:pt x="136" y="99"/>
                      <a:pt x="36" y="0"/>
                    </a:cubicBezTo>
                    <a:cubicBezTo>
                      <a:pt x="24" y="6"/>
                      <a:pt x="12" y="14"/>
                      <a:pt x="0" y="22"/>
                    </a:cubicBezTo>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45" name="Freeform 204">
                <a:extLst>
                  <a:ext uri="{FF2B5EF4-FFF2-40B4-BE49-F238E27FC236}">
                    <a16:creationId xmlns:a16="http://schemas.microsoft.com/office/drawing/2014/main" id="{7C317B2A-516D-4900-829E-13E1E2A338DA}"/>
                  </a:ext>
                </a:extLst>
              </p:cNvPr>
              <p:cNvSpPr>
                <a:spLocks/>
              </p:cNvSpPr>
              <p:nvPr/>
            </p:nvSpPr>
            <p:spPr bwMode="auto">
              <a:xfrm>
                <a:off x="3482757" y="-4880314"/>
                <a:ext cx="79375" cy="77788"/>
              </a:xfrm>
              <a:custGeom>
                <a:avLst/>
                <a:gdLst>
                  <a:gd name="T0" fmla="*/ 108 w 108"/>
                  <a:gd name="T1" fmla="*/ 81 h 105"/>
                  <a:gd name="T2" fmla="*/ 34 w 108"/>
                  <a:gd name="T3" fmla="*/ 0 h 105"/>
                  <a:gd name="T4" fmla="*/ 0 w 108"/>
                  <a:gd name="T5" fmla="*/ 14 h 105"/>
                  <a:gd name="T6" fmla="*/ 71 w 108"/>
                  <a:gd name="T7" fmla="*/ 105 h 105"/>
                  <a:gd name="T8" fmla="*/ 108 w 108"/>
                  <a:gd name="T9" fmla="*/ 81 h 105"/>
                </a:gdLst>
                <a:ahLst/>
                <a:cxnLst>
                  <a:cxn ang="0">
                    <a:pos x="T0" y="T1"/>
                  </a:cxn>
                  <a:cxn ang="0">
                    <a:pos x="T2" y="T3"/>
                  </a:cxn>
                  <a:cxn ang="0">
                    <a:pos x="T4" y="T5"/>
                  </a:cxn>
                  <a:cxn ang="0">
                    <a:pos x="T6" y="T7"/>
                  </a:cxn>
                  <a:cxn ang="0">
                    <a:pos x="T8" y="T9"/>
                  </a:cxn>
                </a:cxnLst>
                <a:rect l="0" t="0" r="r" b="b"/>
                <a:pathLst>
                  <a:path w="108" h="105">
                    <a:moveTo>
                      <a:pt x="108" y="81"/>
                    </a:moveTo>
                    <a:cubicBezTo>
                      <a:pt x="84" y="56"/>
                      <a:pt x="59" y="29"/>
                      <a:pt x="34" y="0"/>
                    </a:cubicBezTo>
                    <a:cubicBezTo>
                      <a:pt x="22" y="4"/>
                      <a:pt x="11" y="9"/>
                      <a:pt x="0" y="14"/>
                    </a:cubicBezTo>
                    <a:cubicBezTo>
                      <a:pt x="18" y="45"/>
                      <a:pt x="43" y="75"/>
                      <a:pt x="71" y="105"/>
                    </a:cubicBezTo>
                    <a:cubicBezTo>
                      <a:pt x="83" y="96"/>
                      <a:pt x="96" y="88"/>
                      <a:pt x="108" y="81"/>
                    </a:cubicBezTo>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46" name="Freeform 205">
                <a:extLst>
                  <a:ext uri="{FF2B5EF4-FFF2-40B4-BE49-F238E27FC236}">
                    <a16:creationId xmlns:a16="http://schemas.microsoft.com/office/drawing/2014/main" id="{6A9D5679-8C3C-4BFC-BC35-1CD03696E1D7}"/>
                  </a:ext>
                </a:extLst>
              </p:cNvPr>
              <p:cNvSpPr>
                <a:spLocks/>
              </p:cNvSpPr>
              <p:nvPr/>
            </p:nvSpPr>
            <p:spPr bwMode="auto">
              <a:xfrm>
                <a:off x="3533557" y="-4819989"/>
                <a:ext cx="66675" cy="55563"/>
              </a:xfrm>
              <a:custGeom>
                <a:avLst/>
                <a:gdLst>
                  <a:gd name="T0" fmla="*/ 41 w 90"/>
                  <a:gd name="T1" fmla="*/ 0 h 75"/>
                  <a:gd name="T2" fmla="*/ 0 w 90"/>
                  <a:gd name="T3" fmla="*/ 25 h 75"/>
                  <a:gd name="T4" fmla="*/ 49 w 90"/>
                  <a:gd name="T5" fmla="*/ 75 h 75"/>
                  <a:gd name="T6" fmla="*/ 90 w 90"/>
                  <a:gd name="T7" fmla="*/ 50 h 75"/>
                  <a:gd name="T8" fmla="*/ 41 w 90"/>
                  <a:gd name="T9" fmla="*/ 0 h 75"/>
                </a:gdLst>
                <a:ahLst/>
                <a:cxnLst>
                  <a:cxn ang="0">
                    <a:pos x="T0" y="T1"/>
                  </a:cxn>
                  <a:cxn ang="0">
                    <a:pos x="T2" y="T3"/>
                  </a:cxn>
                  <a:cxn ang="0">
                    <a:pos x="T4" y="T5"/>
                  </a:cxn>
                  <a:cxn ang="0">
                    <a:pos x="T6" y="T7"/>
                  </a:cxn>
                  <a:cxn ang="0">
                    <a:pos x="T8" y="T9"/>
                  </a:cxn>
                </a:cxnLst>
                <a:rect l="0" t="0" r="r" b="b"/>
                <a:pathLst>
                  <a:path w="90" h="75">
                    <a:moveTo>
                      <a:pt x="41" y="0"/>
                    </a:moveTo>
                    <a:cubicBezTo>
                      <a:pt x="28" y="6"/>
                      <a:pt x="12" y="16"/>
                      <a:pt x="0" y="25"/>
                    </a:cubicBezTo>
                    <a:cubicBezTo>
                      <a:pt x="15" y="42"/>
                      <a:pt x="31" y="59"/>
                      <a:pt x="49" y="75"/>
                    </a:cubicBezTo>
                    <a:cubicBezTo>
                      <a:pt x="62" y="67"/>
                      <a:pt x="78" y="56"/>
                      <a:pt x="90" y="50"/>
                    </a:cubicBezTo>
                    <a:cubicBezTo>
                      <a:pt x="74" y="34"/>
                      <a:pt x="57" y="18"/>
                      <a:pt x="41" y="0"/>
                    </a:cubicBezTo>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47" name="Freeform 206">
                <a:extLst>
                  <a:ext uri="{FF2B5EF4-FFF2-40B4-BE49-F238E27FC236}">
                    <a16:creationId xmlns:a16="http://schemas.microsoft.com/office/drawing/2014/main" id="{B50BF083-D2F6-40E8-B2DE-8236225BA321}"/>
                  </a:ext>
                </a:extLst>
              </p:cNvPr>
              <p:cNvSpPr>
                <a:spLocks/>
              </p:cNvSpPr>
              <p:nvPr/>
            </p:nvSpPr>
            <p:spPr bwMode="auto">
              <a:xfrm>
                <a:off x="3533557" y="-4821576"/>
                <a:ext cx="66675" cy="58738"/>
              </a:xfrm>
              <a:custGeom>
                <a:avLst/>
                <a:gdLst>
                  <a:gd name="T0" fmla="*/ 36 w 90"/>
                  <a:gd name="T1" fmla="*/ 0 h 79"/>
                  <a:gd name="T2" fmla="*/ 0 w 90"/>
                  <a:gd name="T3" fmla="*/ 24 h 79"/>
                  <a:gd name="T4" fmla="*/ 55 w 90"/>
                  <a:gd name="T5" fmla="*/ 79 h 79"/>
                  <a:gd name="T6" fmla="*/ 90 w 90"/>
                  <a:gd name="T7" fmla="*/ 56 h 79"/>
                  <a:gd name="T8" fmla="*/ 36 w 90"/>
                  <a:gd name="T9" fmla="*/ 0 h 79"/>
                </a:gdLst>
                <a:ahLst/>
                <a:cxnLst>
                  <a:cxn ang="0">
                    <a:pos x="T0" y="T1"/>
                  </a:cxn>
                  <a:cxn ang="0">
                    <a:pos x="T2" y="T3"/>
                  </a:cxn>
                  <a:cxn ang="0">
                    <a:pos x="T4" y="T5"/>
                  </a:cxn>
                  <a:cxn ang="0">
                    <a:pos x="T6" y="T7"/>
                  </a:cxn>
                  <a:cxn ang="0">
                    <a:pos x="T8" y="T9"/>
                  </a:cxn>
                </a:cxnLst>
                <a:rect l="0" t="0" r="r" b="b"/>
                <a:pathLst>
                  <a:path w="90" h="79">
                    <a:moveTo>
                      <a:pt x="36" y="0"/>
                    </a:moveTo>
                    <a:cubicBezTo>
                      <a:pt x="24" y="7"/>
                      <a:pt x="12" y="15"/>
                      <a:pt x="0" y="24"/>
                    </a:cubicBezTo>
                    <a:cubicBezTo>
                      <a:pt x="15" y="41"/>
                      <a:pt x="38" y="63"/>
                      <a:pt x="55" y="79"/>
                    </a:cubicBezTo>
                    <a:cubicBezTo>
                      <a:pt x="68" y="71"/>
                      <a:pt x="78" y="62"/>
                      <a:pt x="90" y="56"/>
                    </a:cubicBezTo>
                    <a:cubicBezTo>
                      <a:pt x="74" y="40"/>
                      <a:pt x="53" y="18"/>
                      <a:pt x="36" y="0"/>
                    </a:cubicBezTo>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48" name="Freeform 207">
                <a:extLst>
                  <a:ext uri="{FF2B5EF4-FFF2-40B4-BE49-F238E27FC236}">
                    <a16:creationId xmlns:a16="http://schemas.microsoft.com/office/drawing/2014/main" id="{E19C1EC9-2BFE-40DF-B54C-200A7D46EBA2}"/>
                  </a:ext>
                </a:extLst>
              </p:cNvPr>
              <p:cNvSpPr>
                <a:spLocks/>
              </p:cNvSpPr>
              <p:nvPr/>
            </p:nvSpPr>
            <p:spPr bwMode="auto">
              <a:xfrm>
                <a:off x="3638332" y="-4732676"/>
                <a:ext cx="93662" cy="95250"/>
              </a:xfrm>
              <a:custGeom>
                <a:avLst/>
                <a:gdLst>
                  <a:gd name="T0" fmla="*/ 29 w 127"/>
                  <a:gd name="T1" fmla="*/ 19 h 128"/>
                  <a:gd name="T2" fmla="*/ 18 w 127"/>
                  <a:gd name="T3" fmla="*/ 98 h 128"/>
                  <a:gd name="T4" fmla="*/ 98 w 127"/>
                  <a:gd name="T5" fmla="*/ 109 h 128"/>
                  <a:gd name="T6" fmla="*/ 108 w 127"/>
                  <a:gd name="T7" fmla="*/ 30 h 128"/>
                  <a:gd name="T8" fmla="*/ 29 w 127"/>
                  <a:gd name="T9" fmla="*/ 19 h 128"/>
                </a:gdLst>
                <a:ahLst/>
                <a:cxnLst>
                  <a:cxn ang="0">
                    <a:pos x="T0" y="T1"/>
                  </a:cxn>
                  <a:cxn ang="0">
                    <a:pos x="T2" y="T3"/>
                  </a:cxn>
                  <a:cxn ang="0">
                    <a:pos x="T4" y="T5"/>
                  </a:cxn>
                  <a:cxn ang="0">
                    <a:pos x="T6" y="T7"/>
                  </a:cxn>
                  <a:cxn ang="0">
                    <a:pos x="T8" y="T9"/>
                  </a:cxn>
                </a:cxnLst>
                <a:rect l="0" t="0" r="r" b="b"/>
                <a:pathLst>
                  <a:path w="127" h="128">
                    <a:moveTo>
                      <a:pt x="29" y="19"/>
                    </a:moveTo>
                    <a:cubicBezTo>
                      <a:pt x="4" y="38"/>
                      <a:pt x="0" y="74"/>
                      <a:pt x="18" y="98"/>
                    </a:cubicBezTo>
                    <a:cubicBezTo>
                      <a:pt x="38" y="123"/>
                      <a:pt x="73" y="128"/>
                      <a:pt x="98" y="109"/>
                    </a:cubicBezTo>
                    <a:cubicBezTo>
                      <a:pt x="123" y="90"/>
                      <a:pt x="127" y="55"/>
                      <a:pt x="108" y="30"/>
                    </a:cubicBezTo>
                    <a:cubicBezTo>
                      <a:pt x="89" y="5"/>
                      <a:pt x="54" y="0"/>
                      <a:pt x="29" y="19"/>
                    </a:cubicBezTo>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49" name="Freeform 208">
                <a:extLst>
                  <a:ext uri="{FF2B5EF4-FFF2-40B4-BE49-F238E27FC236}">
                    <a16:creationId xmlns:a16="http://schemas.microsoft.com/office/drawing/2014/main" id="{324E932F-D422-4344-94F8-D1B9E6BF9746}"/>
                  </a:ext>
                </a:extLst>
              </p:cNvPr>
              <p:cNvSpPr>
                <a:spLocks/>
              </p:cNvSpPr>
              <p:nvPr/>
            </p:nvSpPr>
            <p:spPr bwMode="auto">
              <a:xfrm>
                <a:off x="3552607" y="-4626314"/>
                <a:ext cx="87312" cy="88900"/>
              </a:xfrm>
              <a:custGeom>
                <a:avLst/>
                <a:gdLst>
                  <a:gd name="T0" fmla="*/ 27 w 118"/>
                  <a:gd name="T1" fmla="*/ 18 h 118"/>
                  <a:gd name="T2" fmla="*/ 18 w 118"/>
                  <a:gd name="T3" fmla="*/ 91 h 118"/>
                  <a:gd name="T4" fmla="*/ 91 w 118"/>
                  <a:gd name="T5" fmla="*/ 101 h 118"/>
                  <a:gd name="T6" fmla="*/ 101 w 118"/>
                  <a:gd name="T7" fmla="*/ 27 h 118"/>
                  <a:gd name="T8" fmla="*/ 27 w 118"/>
                  <a:gd name="T9" fmla="*/ 18 h 118"/>
                </a:gdLst>
                <a:ahLst/>
                <a:cxnLst>
                  <a:cxn ang="0">
                    <a:pos x="T0" y="T1"/>
                  </a:cxn>
                  <a:cxn ang="0">
                    <a:pos x="T2" y="T3"/>
                  </a:cxn>
                  <a:cxn ang="0">
                    <a:pos x="T4" y="T5"/>
                  </a:cxn>
                  <a:cxn ang="0">
                    <a:pos x="T6" y="T7"/>
                  </a:cxn>
                  <a:cxn ang="0">
                    <a:pos x="T8" y="T9"/>
                  </a:cxn>
                </a:cxnLst>
                <a:rect l="0" t="0" r="r" b="b"/>
                <a:pathLst>
                  <a:path w="118" h="118">
                    <a:moveTo>
                      <a:pt x="27" y="18"/>
                    </a:moveTo>
                    <a:cubicBezTo>
                      <a:pt x="5" y="35"/>
                      <a:pt x="0" y="68"/>
                      <a:pt x="18" y="91"/>
                    </a:cubicBezTo>
                    <a:cubicBezTo>
                      <a:pt x="35" y="114"/>
                      <a:pt x="68" y="118"/>
                      <a:pt x="91" y="101"/>
                    </a:cubicBezTo>
                    <a:cubicBezTo>
                      <a:pt x="114" y="83"/>
                      <a:pt x="118" y="50"/>
                      <a:pt x="101" y="27"/>
                    </a:cubicBezTo>
                    <a:cubicBezTo>
                      <a:pt x="83" y="4"/>
                      <a:pt x="50" y="0"/>
                      <a:pt x="27" y="18"/>
                    </a:cubicBezTo>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50" name="Freeform 209">
                <a:extLst>
                  <a:ext uri="{FF2B5EF4-FFF2-40B4-BE49-F238E27FC236}">
                    <a16:creationId xmlns:a16="http://schemas.microsoft.com/office/drawing/2014/main" id="{BDC26005-289D-4C36-9539-D1D87BD6F04E}"/>
                  </a:ext>
                </a:extLst>
              </p:cNvPr>
              <p:cNvSpPr>
                <a:spLocks/>
              </p:cNvSpPr>
              <p:nvPr/>
            </p:nvSpPr>
            <p:spPr bwMode="auto">
              <a:xfrm>
                <a:off x="3395444" y="-4756489"/>
                <a:ext cx="133350" cy="133350"/>
              </a:xfrm>
              <a:custGeom>
                <a:avLst/>
                <a:gdLst>
                  <a:gd name="T0" fmla="*/ 41 w 179"/>
                  <a:gd name="T1" fmla="*/ 27 h 180"/>
                  <a:gd name="T2" fmla="*/ 26 w 179"/>
                  <a:gd name="T3" fmla="*/ 138 h 180"/>
                  <a:gd name="T4" fmla="*/ 138 w 179"/>
                  <a:gd name="T5" fmla="*/ 153 h 180"/>
                  <a:gd name="T6" fmla="*/ 153 w 179"/>
                  <a:gd name="T7" fmla="*/ 41 h 180"/>
                  <a:gd name="T8" fmla="*/ 41 w 179"/>
                  <a:gd name="T9" fmla="*/ 27 h 180"/>
                </a:gdLst>
                <a:ahLst/>
                <a:cxnLst>
                  <a:cxn ang="0">
                    <a:pos x="T0" y="T1"/>
                  </a:cxn>
                  <a:cxn ang="0">
                    <a:pos x="T2" y="T3"/>
                  </a:cxn>
                  <a:cxn ang="0">
                    <a:pos x="T4" y="T5"/>
                  </a:cxn>
                  <a:cxn ang="0">
                    <a:pos x="T6" y="T7"/>
                  </a:cxn>
                  <a:cxn ang="0">
                    <a:pos x="T8" y="T9"/>
                  </a:cxn>
                </a:cxnLst>
                <a:rect l="0" t="0" r="r" b="b"/>
                <a:pathLst>
                  <a:path w="179" h="180">
                    <a:moveTo>
                      <a:pt x="41" y="27"/>
                    </a:moveTo>
                    <a:cubicBezTo>
                      <a:pt x="6" y="53"/>
                      <a:pt x="0" y="103"/>
                      <a:pt x="26" y="138"/>
                    </a:cubicBezTo>
                    <a:cubicBezTo>
                      <a:pt x="53" y="173"/>
                      <a:pt x="103" y="180"/>
                      <a:pt x="138" y="153"/>
                    </a:cubicBezTo>
                    <a:cubicBezTo>
                      <a:pt x="173" y="126"/>
                      <a:pt x="179" y="76"/>
                      <a:pt x="153" y="41"/>
                    </a:cubicBezTo>
                    <a:cubicBezTo>
                      <a:pt x="126" y="7"/>
                      <a:pt x="76" y="0"/>
                      <a:pt x="41" y="27"/>
                    </a:cubicBezTo>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grpSp>
      </p:grpSp>
      <p:sp>
        <p:nvSpPr>
          <p:cNvPr id="51" name="Rectangle 212">
            <a:extLst>
              <a:ext uri="{FF2B5EF4-FFF2-40B4-BE49-F238E27FC236}">
                <a16:creationId xmlns:a16="http://schemas.microsoft.com/office/drawing/2014/main" id="{A4B488A2-1BE9-4234-91C5-B940DF05C9FD}"/>
              </a:ext>
            </a:extLst>
          </p:cNvPr>
          <p:cNvSpPr>
            <a:spLocks noChangeArrowheads="1"/>
          </p:cNvSpPr>
          <p:nvPr/>
        </p:nvSpPr>
        <p:spPr bwMode="auto">
          <a:xfrm>
            <a:off x="6332291" y="2803504"/>
            <a:ext cx="699744" cy="345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defTabSz="914224">
              <a:defRPr/>
            </a:pPr>
            <a:r>
              <a:rPr lang="en-US" altLang="en-US" sz="1099">
                <a:latin typeface="Segoe UI Light" panose="020B0502040204020203" pitchFamily="34" charset="0"/>
                <a:cs typeface="Segoe UI Light" panose="020B0502040204020203" pitchFamily="34" charset="0"/>
              </a:rPr>
              <a:t>Web/</a:t>
            </a:r>
            <a:br>
              <a:rPr lang="en-US" altLang="en-US" sz="1099">
                <a:latin typeface="Segoe UI Light" panose="020B0502040204020203" pitchFamily="34" charset="0"/>
                <a:cs typeface="Segoe UI Light" panose="020B0502040204020203" pitchFamily="34" charset="0"/>
              </a:rPr>
            </a:br>
            <a:r>
              <a:rPr lang="en-US" altLang="en-US" sz="1099">
                <a:latin typeface="Segoe UI Light" panose="020B0502040204020203" pitchFamily="34" charset="0"/>
                <a:cs typeface="Segoe UI Light" panose="020B0502040204020203" pitchFamily="34" charset="0"/>
              </a:rPr>
              <a:t>Mobile App</a:t>
            </a:r>
            <a:endParaRPr lang="en-US" altLang="en-US">
              <a:latin typeface="Segoe UI Light" panose="020B0502040204020203" pitchFamily="34" charset="0"/>
              <a:cs typeface="Segoe UI Light" panose="020B0502040204020203" pitchFamily="34" charset="0"/>
            </a:endParaRPr>
          </a:p>
        </p:txBody>
      </p:sp>
      <p:sp>
        <p:nvSpPr>
          <p:cNvPr id="52" name="Freeform 213">
            <a:extLst>
              <a:ext uri="{FF2B5EF4-FFF2-40B4-BE49-F238E27FC236}">
                <a16:creationId xmlns:a16="http://schemas.microsoft.com/office/drawing/2014/main" id="{FEA6D8C8-6BF6-4002-BC53-F2385C639389}"/>
              </a:ext>
            </a:extLst>
          </p:cNvPr>
          <p:cNvSpPr>
            <a:spLocks/>
          </p:cNvSpPr>
          <p:nvPr/>
        </p:nvSpPr>
        <p:spPr bwMode="auto">
          <a:xfrm>
            <a:off x="7014112" y="2551903"/>
            <a:ext cx="692052" cy="441262"/>
          </a:xfrm>
          <a:custGeom>
            <a:avLst/>
            <a:gdLst>
              <a:gd name="T0" fmla="*/ 0 w 436"/>
              <a:gd name="T1" fmla="*/ 0 h 278"/>
              <a:gd name="T2" fmla="*/ 436 w 436"/>
              <a:gd name="T3" fmla="*/ 0 h 278"/>
              <a:gd name="T4" fmla="*/ 436 w 436"/>
              <a:gd name="T5" fmla="*/ 278 h 278"/>
            </a:gdLst>
            <a:ahLst/>
            <a:cxnLst>
              <a:cxn ang="0">
                <a:pos x="T0" y="T1"/>
              </a:cxn>
              <a:cxn ang="0">
                <a:pos x="T2" y="T3"/>
              </a:cxn>
              <a:cxn ang="0">
                <a:pos x="T4" y="T5"/>
              </a:cxn>
            </a:cxnLst>
            <a:rect l="0" t="0" r="r" b="b"/>
            <a:pathLst>
              <a:path w="436" h="278">
                <a:moveTo>
                  <a:pt x="0" y="0"/>
                </a:moveTo>
                <a:lnTo>
                  <a:pt x="436" y="0"/>
                </a:lnTo>
                <a:lnTo>
                  <a:pt x="436" y="278"/>
                </a:lnTo>
              </a:path>
            </a:pathLst>
          </a:custGeom>
          <a:noFill/>
          <a:ln w="6350" cap="rnd">
            <a:solidFill>
              <a:schemeClr val="tx1"/>
            </a:solidFill>
            <a:prstDash val="solid"/>
            <a:round/>
            <a:headEnd type="arrow" w="med" len="med"/>
            <a:tailEnd type="arrow" w="med" len="me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53" name="Freeform 216">
            <a:extLst>
              <a:ext uri="{FF2B5EF4-FFF2-40B4-BE49-F238E27FC236}">
                <a16:creationId xmlns:a16="http://schemas.microsoft.com/office/drawing/2014/main" id="{B9FD3403-C00F-4DF8-B629-ACFD2CA404C5}"/>
              </a:ext>
            </a:extLst>
          </p:cNvPr>
          <p:cNvSpPr>
            <a:spLocks/>
          </p:cNvSpPr>
          <p:nvPr/>
        </p:nvSpPr>
        <p:spPr bwMode="auto">
          <a:xfrm>
            <a:off x="5656992" y="2551903"/>
            <a:ext cx="684116" cy="528563"/>
          </a:xfrm>
          <a:custGeom>
            <a:avLst/>
            <a:gdLst>
              <a:gd name="T0" fmla="*/ 486 w 486"/>
              <a:gd name="T1" fmla="*/ 0 h 333"/>
              <a:gd name="T2" fmla="*/ 0 w 486"/>
              <a:gd name="T3" fmla="*/ 0 h 333"/>
              <a:gd name="T4" fmla="*/ 0 w 486"/>
              <a:gd name="T5" fmla="*/ 333 h 333"/>
            </a:gdLst>
            <a:ahLst/>
            <a:cxnLst>
              <a:cxn ang="0">
                <a:pos x="T0" y="T1"/>
              </a:cxn>
              <a:cxn ang="0">
                <a:pos x="T2" y="T3"/>
              </a:cxn>
              <a:cxn ang="0">
                <a:pos x="T4" y="T5"/>
              </a:cxn>
            </a:cxnLst>
            <a:rect l="0" t="0" r="r" b="b"/>
            <a:pathLst>
              <a:path w="486" h="333">
                <a:moveTo>
                  <a:pt x="486" y="0"/>
                </a:moveTo>
                <a:lnTo>
                  <a:pt x="0" y="0"/>
                </a:lnTo>
                <a:lnTo>
                  <a:pt x="0" y="333"/>
                </a:lnTo>
              </a:path>
            </a:pathLst>
          </a:custGeom>
          <a:noFill/>
          <a:ln w="635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54" name="Line 217">
            <a:extLst>
              <a:ext uri="{FF2B5EF4-FFF2-40B4-BE49-F238E27FC236}">
                <a16:creationId xmlns:a16="http://schemas.microsoft.com/office/drawing/2014/main" id="{01971869-E5E2-44A6-8B7B-F070C3ED0F38}"/>
              </a:ext>
            </a:extLst>
          </p:cNvPr>
          <p:cNvSpPr>
            <a:spLocks noChangeShapeType="1"/>
          </p:cNvSpPr>
          <p:nvPr/>
        </p:nvSpPr>
        <p:spPr bwMode="auto">
          <a:xfrm flipV="1">
            <a:off x="6677609" y="3223319"/>
            <a:ext cx="0" cy="704750"/>
          </a:xfrm>
          <a:prstGeom prst="line">
            <a:avLst/>
          </a:prstGeom>
          <a:ln>
            <a:headEnd type="none" w="med" len="med"/>
            <a:tailEnd type="arrow" w="med" len="med"/>
          </a:ln>
          <a:extLst>
            <a:ext uri="{909E8E84-426E-40DD-AFC4-6F175D3DCCD1}">
              <a14:hiddenFill xmlns:a14="http://schemas.microsoft.com/office/drawing/2010/main">
                <a:noFill/>
              </a14:hiddenFill>
            </a:ext>
          </a:extLst>
        </p:spPr>
        <p:style>
          <a:lnRef idx="1">
            <a:schemeClr val="dk1"/>
          </a:lnRef>
          <a:fillRef idx="0">
            <a:schemeClr val="dk1"/>
          </a:fillRef>
          <a:effectRef idx="0">
            <a:schemeClr val="dk1"/>
          </a:effectRef>
          <a:fontRef idx="minor">
            <a:schemeClr val="tx1"/>
          </a:fontRef>
        </p:style>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55" name="Freeform 218">
            <a:extLst>
              <a:ext uri="{FF2B5EF4-FFF2-40B4-BE49-F238E27FC236}">
                <a16:creationId xmlns:a16="http://schemas.microsoft.com/office/drawing/2014/main" id="{7E6B4136-F6B4-4AD8-8DB2-D4DD6983F27B}"/>
              </a:ext>
            </a:extLst>
          </p:cNvPr>
          <p:cNvSpPr>
            <a:spLocks/>
          </p:cNvSpPr>
          <p:nvPr/>
        </p:nvSpPr>
        <p:spPr bwMode="auto">
          <a:xfrm>
            <a:off x="6614118" y="3051895"/>
            <a:ext cx="126982" cy="126982"/>
          </a:xfrm>
          <a:custGeom>
            <a:avLst/>
            <a:gdLst>
              <a:gd name="T0" fmla="*/ 86 w 172"/>
              <a:gd name="T1" fmla="*/ 0 h 172"/>
              <a:gd name="T2" fmla="*/ 172 w 172"/>
              <a:gd name="T3" fmla="*/ 172 h 172"/>
              <a:gd name="T4" fmla="*/ 0 w 172"/>
              <a:gd name="T5" fmla="*/ 172 h 172"/>
              <a:gd name="T6" fmla="*/ 86 w 172"/>
              <a:gd name="T7" fmla="*/ 0 h 172"/>
            </a:gdLst>
            <a:ahLst/>
            <a:cxnLst>
              <a:cxn ang="0">
                <a:pos x="T0" y="T1"/>
              </a:cxn>
              <a:cxn ang="0">
                <a:pos x="T2" y="T3"/>
              </a:cxn>
              <a:cxn ang="0">
                <a:pos x="T4" y="T5"/>
              </a:cxn>
              <a:cxn ang="0">
                <a:pos x="T6" y="T7"/>
              </a:cxn>
            </a:cxnLst>
            <a:rect l="0" t="0" r="r" b="b"/>
            <a:pathLst>
              <a:path w="172" h="172">
                <a:moveTo>
                  <a:pt x="86" y="0"/>
                </a:moveTo>
                <a:lnTo>
                  <a:pt x="172" y="172"/>
                </a:lnTo>
                <a:cubicBezTo>
                  <a:pt x="118" y="145"/>
                  <a:pt x="54" y="145"/>
                  <a:pt x="0" y="172"/>
                </a:cubicBezTo>
                <a:lnTo>
                  <a:pt x="86" y="0"/>
                </a:lnTo>
                <a:close/>
              </a:path>
            </a:pathLst>
          </a:custGeom>
          <a:no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56" name="Freeform 234">
            <a:extLst>
              <a:ext uri="{FF2B5EF4-FFF2-40B4-BE49-F238E27FC236}">
                <a16:creationId xmlns:a16="http://schemas.microsoft.com/office/drawing/2014/main" id="{947A0BC8-6530-42FC-99B9-D0AF77555A53}"/>
              </a:ext>
            </a:extLst>
          </p:cNvPr>
          <p:cNvSpPr>
            <a:spLocks/>
          </p:cNvSpPr>
          <p:nvPr/>
        </p:nvSpPr>
        <p:spPr bwMode="auto">
          <a:xfrm>
            <a:off x="3545621" y="2551903"/>
            <a:ext cx="2826143" cy="1287280"/>
          </a:xfrm>
          <a:custGeom>
            <a:avLst/>
            <a:gdLst>
              <a:gd name="T0" fmla="*/ 1871 w 1871"/>
              <a:gd name="T1" fmla="*/ 0 h 811"/>
              <a:gd name="T2" fmla="*/ 0 w 1871"/>
              <a:gd name="T3" fmla="*/ 0 h 811"/>
              <a:gd name="T4" fmla="*/ 0 w 1871"/>
              <a:gd name="T5" fmla="*/ 811 h 811"/>
            </a:gdLst>
            <a:ahLst/>
            <a:cxnLst>
              <a:cxn ang="0">
                <a:pos x="T0" y="T1"/>
              </a:cxn>
              <a:cxn ang="0">
                <a:pos x="T2" y="T3"/>
              </a:cxn>
              <a:cxn ang="0">
                <a:pos x="T4" y="T5"/>
              </a:cxn>
            </a:cxnLst>
            <a:rect l="0" t="0" r="r" b="b"/>
            <a:pathLst>
              <a:path w="1871" h="811">
                <a:moveTo>
                  <a:pt x="1871" y="0"/>
                </a:moveTo>
                <a:lnTo>
                  <a:pt x="0" y="0"/>
                </a:lnTo>
                <a:lnTo>
                  <a:pt x="0" y="811"/>
                </a:lnTo>
              </a:path>
            </a:pathLst>
          </a:custGeom>
          <a:noFill/>
          <a:ln w="6350" cap="rnd">
            <a:solidFill>
              <a:schemeClr val="tx1"/>
            </a:solidFill>
            <a:prstDash val="solid"/>
            <a:round/>
            <a:headEnd type="arrow" w="med" len="med"/>
            <a:tailEnd type="arrow" w="med" len="me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grpSp>
        <p:nvGrpSpPr>
          <p:cNvPr id="57" name="Group 56">
            <a:extLst>
              <a:ext uri="{FF2B5EF4-FFF2-40B4-BE49-F238E27FC236}">
                <a16:creationId xmlns:a16="http://schemas.microsoft.com/office/drawing/2014/main" id="{CBE7ADB5-7B83-45DC-87FC-42ABBA84991D}"/>
              </a:ext>
            </a:extLst>
          </p:cNvPr>
          <p:cNvGrpSpPr/>
          <p:nvPr/>
        </p:nvGrpSpPr>
        <p:grpSpPr>
          <a:xfrm>
            <a:off x="4217334" y="3915372"/>
            <a:ext cx="641258" cy="498404"/>
            <a:chOff x="1107857" y="-3310276"/>
            <a:chExt cx="641349" cy="498475"/>
          </a:xfrm>
          <a:solidFill>
            <a:schemeClr val="bg1">
              <a:lumMod val="50000"/>
            </a:schemeClr>
          </a:solidFill>
        </p:grpSpPr>
        <p:sp>
          <p:nvSpPr>
            <p:cNvPr id="58" name="Freeform 236">
              <a:extLst>
                <a:ext uri="{FF2B5EF4-FFF2-40B4-BE49-F238E27FC236}">
                  <a16:creationId xmlns:a16="http://schemas.microsoft.com/office/drawing/2014/main" id="{E971F4AF-310D-434E-9B06-C6A7E9B79693}"/>
                </a:ext>
              </a:extLst>
            </p:cNvPr>
            <p:cNvSpPr>
              <a:spLocks/>
            </p:cNvSpPr>
            <p:nvPr/>
          </p:nvSpPr>
          <p:spPr bwMode="auto">
            <a:xfrm>
              <a:off x="1296769" y="-3310276"/>
              <a:ext cx="452437" cy="498475"/>
            </a:xfrm>
            <a:custGeom>
              <a:avLst/>
              <a:gdLst>
                <a:gd name="T0" fmla="*/ 493 w 610"/>
                <a:gd name="T1" fmla="*/ 455 h 669"/>
                <a:gd name="T2" fmla="*/ 516 w 610"/>
                <a:gd name="T3" fmla="*/ 402 h 669"/>
                <a:gd name="T4" fmla="*/ 610 w 610"/>
                <a:gd name="T5" fmla="*/ 369 h 669"/>
                <a:gd name="T6" fmla="*/ 610 w 610"/>
                <a:gd name="T7" fmla="*/ 293 h 669"/>
                <a:gd name="T8" fmla="*/ 600 w 610"/>
                <a:gd name="T9" fmla="*/ 290 h 669"/>
                <a:gd name="T10" fmla="*/ 517 w 610"/>
                <a:gd name="T11" fmla="*/ 262 h 669"/>
                <a:gd name="T12" fmla="*/ 494 w 610"/>
                <a:gd name="T13" fmla="*/ 209 h 669"/>
                <a:gd name="T14" fmla="*/ 537 w 610"/>
                <a:gd name="T15" fmla="*/ 120 h 669"/>
                <a:gd name="T16" fmla="*/ 484 w 610"/>
                <a:gd name="T17" fmla="*/ 67 h 669"/>
                <a:gd name="T18" fmla="*/ 473 w 610"/>
                <a:gd name="T19" fmla="*/ 74 h 669"/>
                <a:gd name="T20" fmla="*/ 395 w 610"/>
                <a:gd name="T21" fmla="*/ 114 h 669"/>
                <a:gd name="T22" fmla="*/ 343 w 610"/>
                <a:gd name="T23" fmla="*/ 91 h 669"/>
                <a:gd name="T24" fmla="*/ 308 w 610"/>
                <a:gd name="T25" fmla="*/ 0 h 669"/>
                <a:gd name="T26" fmla="*/ 230 w 610"/>
                <a:gd name="T27" fmla="*/ 0 h 669"/>
                <a:gd name="T28" fmla="*/ 227 w 610"/>
                <a:gd name="T29" fmla="*/ 10 h 669"/>
                <a:gd name="T30" fmla="*/ 196 w 610"/>
                <a:gd name="T31" fmla="*/ 89 h 669"/>
                <a:gd name="T32" fmla="*/ 143 w 610"/>
                <a:gd name="T33" fmla="*/ 112 h 669"/>
                <a:gd name="T34" fmla="*/ 52 w 610"/>
                <a:gd name="T35" fmla="*/ 72 h 669"/>
                <a:gd name="T36" fmla="*/ 0 w 610"/>
                <a:gd name="T37" fmla="*/ 125 h 669"/>
                <a:gd name="T38" fmla="*/ 5 w 610"/>
                <a:gd name="T39" fmla="*/ 135 h 669"/>
                <a:gd name="T40" fmla="*/ 29 w 610"/>
                <a:gd name="T41" fmla="*/ 181 h 669"/>
                <a:gd name="T42" fmla="*/ 168 w 610"/>
                <a:gd name="T43" fmla="*/ 147 h 669"/>
                <a:gd name="T44" fmla="*/ 346 w 610"/>
                <a:gd name="T45" fmla="*/ 219 h 669"/>
                <a:gd name="T46" fmla="*/ 379 w 610"/>
                <a:gd name="T47" fmla="*/ 247 h 669"/>
                <a:gd name="T48" fmla="*/ 392 w 610"/>
                <a:gd name="T49" fmla="*/ 267 h 669"/>
                <a:gd name="T50" fmla="*/ 357 w 610"/>
                <a:gd name="T51" fmla="*/ 440 h 669"/>
                <a:gd name="T52" fmla="*/ 219 w 610"/>
                <a:gd name="T53" fmla="*/ 460 h 669"/>
                <a:gd name="T54" fmla="*/ 209 w 610"/>
                <a:gd name="T55" fmla="*/ 455 h 669"/>
                <a:gd name="T56" fmla="*/ 179 w 610"/>
                <a:gd name="T57" fmla="*/ 433 h 669"/>
                <a:gd name="T58" fmla="*/ 169 w 610"/>
                <a:gd name="T59" fmla="*/ 430 h 669"/>
                <a:gd name="T60" fmla="*/ 140 w 610"/>
                <a:gd name="T61" fmla="*/ 443 h 669"/>
                <a:gd name="T62" fmla="*/ 136 w 610"/>
                <a:gd name="T63" fmla="*/ 447 h 669"/>
                <a:gd name="T64" fmla="*/ 26 w 610"/>
                <a:gd name="T65" fmla="*/ 517 h 669"/>
                <a:gd name="T66" fmla="*/ 6 w 610"/>
                <a:gd name="T67" fmla="*/ 547 h 669"/>
                <a:gd name="T68" fmla="*/ 61 w 610"/>
                <a:gd name="T69" fmla="*/ 602 h 669"/>
                <a:gd name="T70" fmla="*/ 71 w 610"/>
                <a:gd name="T71" fmla="*/ 597 h 669"/>
                <a:gd name="T72" fmla="*/ 148 w 610"/>
                <a:gd name="T73" fmla="*/ 557 h 669"/>
                <a:gd name="T74" fmla="*/ 201 w 610"/>
                <a:gd name="T75" fmla="*/ 578 h 669"/>
                <a:gd name="T76" fmla="*/ 230 w 610"/>
                <a:gd name="T77" fmla="*/ 669 h 669"/>
                <a:gd name="T78" fmla="*/ 308 w 610"/>
                <a:gd name="T79" fmla="*/ 669 h 669"/>
                <a:gd name="T80" fmla="*/ 311 w 610"/>
                <a:gd name="T81" fmla="*/ 659 h 669"/>
                <a:gd name="T82" fmla="*/ 339 w 610"/>
                <a:gd name="T83" fmla="*/ 578 h 669"/>
                <a:gd name="T84" fmla="*/ 392 w 610"/>
                <a:gd name="T85" fmla="*/ 555 h 669"/>
                <a:gd name="T86" fmla="*/ 483 w 610"/>
                <a:gd name="T87" fmla="*/ 595 h 669"/>
                <a:gd name="T88" fmla="*/ 535 w 610"/>
                <a:gd name="T89" fmla="*/ 542 h 669"/>
                <a:gd name="T90" fmla="*/ 530 w 610"/>
                <a:gd name="T91" fmla="*/ 532 h 669"/>
                <a:gd name="T92" fmla="*/ 493 w 610"/>
                <a:gd name="T93" fmla="*/ 455 h 6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10" h="669">
                  <a:moveTo>
                    <a:pt x="493" y="455"/>
                  </a:moveTo>
                  <a:lnTo>
                    <a:pt x="516" y="402"/>
                  </a:lnTo>
                  <a:lnTo>
                    <a:pt x="610" y="369"/>
                  </a:lnTo>
                  <a:lnTo>
                    <a:pt x="610" y="293"/>
                  </a:lnTo>
                  <a:lnTo>
                    <a:pt x="600" y="290"/>
                  </a:lnTo>
                  <a:lnTo>
                    <a:pt x="517" y="262"/>
                  </a:lnTo>
                  <a:lnTo>
                    <a:pt x="494" y="209"/>
                  </a:lnTo>
                  <a:lnTo>
                    <a:pt x="537" y="120"/>
                  </a:lnTo>
                  <a:lnTo>
                    <a:pt x="484" y="67"/>
                  </a:lnTo>
                  <a:lnTo>
                    <a:pt x="473" y="74"/>
                  </a:lnTo>
                  <a:lnTo>
                    <a:pt x="395" y="114"/>
                  </a:lnTo>
                  <a:lnTo>
                    <a:pt x="343" y="91"/>
                  </a:lnTo>
                  <a:lnTo>
                    <a:pt x="308" y="0"/>
                  </a:lnTo>
                  <a:lnTo>
                    <a:pt x="230" y="0"/>
                  </a:lnTo>
                  <a:lnTo>
                    <a:pt x="227" y="10"/>
                  </a:lnTo>
                  <a:lnTo>
                    <a:pt x="196" y="89"/>
                  </a:lnTo>
                  <a:lnTo>
                    <a:pt x="143" y="112"/>
                  </a:lnTo>
                  <a:lnTo>
                    <a:pt x="52" y="72"/>
                  </a:lnTo>
                  <a:lnTo>
                    <a:pt x="0" y="125"/>
                  </a:lnTo>
                  <a:lnTo>
                    <a:pt x="5" y="135"/>
                  </a:lnTo>
                  <a:lnTo>
                    <a:pt x="29" y="181"/>
                  </a:lnTo>
                  <a:cubicBezTo>
                    <a:pt x="72" y="156"/>
                    <a:pt x="118" y="147"/>
                    <a:pt x="168" y="147"/>
                  </a:cubicBezTo>
                  <a:cubicBezTo>
                    <a:pt x="235" y="150"/>
                    <a:pt x="298" y="175"/>
                    <a:pt x="346" y="219"/>
                  </a:cubicBezTo>
                  <a:cubicBezTo>
                    <a:pt x="356" y="227"/>
                    <a:pt x="369" y="234"/>
                    <a:pt x="379" y="247"/>
                  </a:cubicBezTo>
                  <a:cubicBezTo>
                    <a:pt x="384" y="252"/>
                    <a:pt x="389" y="260"/>
                    <a:pt x="392" y="267"/>
                  </a:cubicBezTo>
                  <a:cubicBezTo>
                    <a:pt x="425" y="325"/>
                    <a:pt x="412" y="397"/>
                    <a:pt x="357" y="440"/>
                  </a:cubicBezTo>
                  <a:cubicBezTo>
                    <a:pt x="318" y="473"/>
                    <a:pt x="262" y="478"/>
                    <a:pt x="219" y="460"/>
                  </a:cubicBezTo>
                  <a:cubicBezTo>
                    <a:pt x="214" y="456"/>
                    <a:pt x="211" y="456"/>
                    <a:pt x="209" y="455"/>
                  </a:cubicBezTo>
                  <a:cubicBezTo>
                    <a:pt x="199" y="450"/>
                    <a:pt x="188" y="442"/>
                    <a:pt x="179" y="433"/>
                  </a:cubicBezTo>
                  <a:cubicBezTo>
                    <a:pt x="176" y="433"/>
                    <a:pt x="174" y="430"/>
                    <a:pt x="169" y="430"/>
                  </a:cubicBezTo>
                  <a:cubicBezTo>
                    <a:pt x="160" y="430"/>
                    <a:pt x="146" y="435"/>
                    <a:pt x="140" y="443"/>
                  </a:cubicBezTo>
                  <a:lnTo>
                    <a:pt x="136" y="447"/>
                  </a:lnTo>
                  <a:cubicBezTo>
                    <a:pt x="104" y="480"/>
                    <a:pt x="66" y="504"/>
                    <a:pt x="26" y="517"/>
                  </a:cubicBezTo>
                  <a:lnTo>
                    <a:pt x="6" y="547"/>
                  </a:lnTo>
                  <a:lnTo>
                    <a:pt x="61" y="602"/>
                  </a:lnTo>
                  <a:lnTo>
                    <a:pt x="71" y="597"/>
                  </a:lnTo>
                  <a:lnTo>
                    <a:pt x="148" y="557"/>
                  </a:lnTo>
                  <a:lnTo>
                    <a:pt x="201" y="578"/>
                  </a:lnTo>
                  <a:lnTo>
                    <a:pt x="230" y="669"/>
                  </a:lnTo>
                  <a:lnTo>
                    <a:pt x="308" y="669"/>
                  </a:lnTo>
                  <a:lnTo>
                    <a:pt x="311" y="659"/>
                  </a:lnTo>
                  <a:lnTo>
                    <a:pt x="339" y="578"/>
                  </a:lnTo>
                  <a:lnTo>
                    <a:pt x="392" y="555"/>
                  </a:lnTo>
                  <a:lnTo>
                    <a:pt x="483" y="595"/>
                  </a:lnTo>
                  <a:lnTo>
                    <a:pt x="535" y="542"/>
                  </a:lnTo>
                  <a:lnTo>
                    <a:pt x="530" y="532"/>
                  </a:lnTo>
                  <a:lnTo>
                    <a:pt x="493" y="455"/>
                  </a:lnTo>
                  <a:close/>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59" name="Freeform 237">
              <a:extLst>
                <a:ext uri="{FF2B5EF4-FFF2-40B4-BE49-F238E27FC236}">
                  <a16:creationId xmlns:a16="http://schemas.microsoft.com/office/drawing/2014/main" id="{D1FE432F-C1CE-468C-85FA-F5C77B660678}"/>
                </a:ext>
              </a:extLst>
            </p:cNvPr>
            <p:cNvSpPr>
              <a:spLocks/>
            </p:cNvSpPr>
            <p:nvPr/>
          </p:nvSpPr>
          <p:spPr bwMode="auto">
            <a:xfrm>
              <a:off x="1141194" y="-3127714"/>
              <a:ext cx="371475" cy="133350"/>
            </a:xfrm>
            <a:custGeom>
              <a:avLst/>
              <a:gdLst>
                <a:gd name="T0" fmla="*/ 240 w 501"/>
                <a:gd name="T1" fmla="*/ 76 h 180"/>
                <a:gd name="T2" fmla="*/ 29 w 501"/>
                <a:gd name="T3" fmla="*/ 72 h 180"/>
                <a:gd name="T4" fmla="*/ 5 w 501"/>
                <a:gd name="T5" fmla="*/ 72 h 180"/>
                <a:gd name="T6" fmla="*/ 0 w 501"/>
                <a:gd name="T7" fmla="*/ 86 h 180"/>
                <a:gd name="T8" fmla="*/ 5 w 501"/>
                <a:gd name="T9" fmla="*/ 99 h 180"/>
                <a:gd name="T10" fmla="*/ 263 w 501"/>
                <a:gd name="T11" fmla="*/ 104 h 180"/>
                <a:gd name="T12" fmla="*/ 263 w 501"/>
                <a:gd name="T13" fmla="*/ 100 h 180"/>
                <a:gd name="T14" fmla="*/ 471 w 501"/>
                <a:gd name="T15" fmla="*/ 105 h 180"/>
                <a:gd name="T16" fmla="*/ 496 w 501"/>
                <a:gd name="T17" fmla="*/ 105 h 180"/>
                <a:gd name="T18" fmla="*/ 501 w 501"/>
                <a:gd name="T19" fmla="*/ 92 h 180"/>
                <a:gd name="T20" fmla="*/ 496 w 501"/>
                <a:gd name="T21" fmla="*/ 79 h 180"/>
                <a:gd name="T22" fmla="*/ 240 w 501"/>
                <a:gd name="T23" fmla="*/ 76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01" h="180">
                  <a:moveTo>
                    <a:pt x="240" y="76"/>
                  </a:moveTo>
                  <a:cubicBezTo>
                    <a:pt x="181" y="138"/>
                    <a:pt x="87" y="138"/>
                    <a:pt x="29" y="72"/>
                  </a:cubicBezTo>
                  <a:cubicBezTo>
                    <a:pt x="24" y="64"/>
                    <a:pt x="10" y="64"/>
                    <a:pt x="5" y="72"/>
                  </a:cubicBezTo>
                  <a:cubicBezTo>
                    <a:pt x="1" y="76"/>
                    <a:pt x="0" y="81"/>
                    <a:pt x="0" y="86"/>
                  </a:cubicBezTo>
                  <a:cubicBezTo>
                    <a:pt x="0" y="91"/>
                    <a:pt x="3" y="95"/>
                    <a:pt x="5" y="99"/>
                  </a:cubicBezTo>
                  <a:cubicBezTo>
                    <a:pt x="75" y="176"/>
                    <a:pt x="191" y="180"/>
                    <a:pt x="263" y="104"/>
                  </a:cubicBezTo>
                  <a:lnTo>
                    <a:pt x="263" y="100"/>
                  </a:lnTo>
                  <a:cubicBezTo>
                    <a:pt x="323" y="41"/>
                    <a:pt x="415" y="41"/>
                    <a:pt x="471" y="105"/>
                  </a:cubicBezTo>
                  <a:cubicBezTo>
                    <a:pt x="479" y="114"/>
                    <a:pt x="491" y="114"/>
                    <a:pt x="496" y="105"/>
                  </a:cubicBezTo>
                  <a:cubicBezTo>
                    <a:pt x="499" y="102"/>
                    <a:pt x="501" y="97"/>
                    <a:pt x="501" y="92"/>
                  </a:cubicBezTo>
                  <a:cubicBezTo>
                    <a:pt x="501" y="87"/>
                    <a:pt x="497" y="82"/>
                    <a:pt x="496" y="79"/>
                  </a:cubicBezTo>
                  <a:cubicBezTo>
                    <a:pt x="428" y="1"/>
                    <a:pt x="313" y="0"/>
                    <a:pt x="240" y="76"/>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60" name="Freeform 238">
              <a:extLst>
                <a:ext uri="{FF2B5EF4-FFF2-40B4-BE49-F238E27FC236}">
                  <a16:creationId xmlns:a16="http://schemas.microsoft.com/office/drawing/2014/main" id="{BA115333-DAEE-4DEB-AE42-227B0EA3C95A}"/>
                </a:ext>
              </a:extLst>
            </p:cNvPr>
            <p:cNvSpPr>
              <a:spLocks/>
            </p:cNvSpPr>
            <p:nvPr/>
          </p:nvSpPr>
          <p:spPr bwMode="auto">
            <a:xfrm>
              <a:off x="1107857" y="-3048339"/>
              <a:ext cx="374650" cy="106363"/>
            </a:xfrm>
            <a:custGeom>
              <a:avLst/>
              <a:gdLst>
                <a:gd name="T0" fmla="*/ 414 w 506"/>
                <a:gd name="T1" fmla="*/ 0 h 143"/>
                <a:gd name="T2" fmla="*/ 331 w 506"/>
                <a:gd name="T3" fmla="*/ 35 h 143"/>
                <a:gd name="T4" fmla="*/ 325 w 506"/>
                <a:gd name="T5" fmla="*/ 41 h 143"/>
                <a:gd name="T6" fmla="*/ 173 w 506"/>
                <a:gd name="T7" fmla="*/ 104 h 143"/>
                <a:gd name="T8" fmla="*/ 25 w 506"/>
                <a:gd name="T9" fmla="*/ 33 h 143"/>
                <a:gd name="T10" fmla="*/ 0 w 506"/>
                <a:gd name="T11" fmla="*/ 33 h 143"/>
                <a:gd name="T12" fmla="*/ 0 w 506"/>
                <a:gd name="T13" fmla="*/ 46 h 143"/>
                <a:gd name="T14" fmla="*/ 5 w 506"/>
                <a:gd name="T15" fmla="*/ 59 h 143"/>
                <a:gd name="T16" fmla="*/ 178 w 506"/>
                <a:gd name="T17" fmla="*/ 140 h 143"/>
                <a:gd name="T18" fmla="*/ 355 w 506"/>
                <a:gd name="T19" fmla="*/ 64 h 143"/>
                <a:gd name="T20" fmla="*/ 361 w 506"/>
                <a:gd name="T21" fmla="*/ 58 h 143"/>
                <a:gd name="T22" fmla="*/ 419 w 506"/>
                <a:gd name="T23" fmla="*/ 33 h 143"/>
                <a:gd name="T24" fmla="*/ 477 w 506"/>
                <a:gd name="T25" fmla="*/ 61 h 143"/>
                <a:gd name="T26" fmla="*/ 501 w 506"/>
                <a:gd name="T27" fmla="*/ 61 h 143"/>
                <a:gd name="T28" fmla="*/ 506 w 506"/>
                <a:gd name="T29" fmla="*/ 48 h 143"/>
                <a:gd name="T30" fmla="*/ 501 w 506"/>
                <a:gd name="T31" fmla="*/ 35 h 143"/>
                <a:gd name="T32" fmla="*/ 414 w 506"/>
                <a:gd name="T33" fmla="*/ 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06" h="143">
                  <a:moveTo>
                    <a:pt x="414" y="0"/>
                  </a:moveTo>
                  <a:cubicBezTo>
                    <a:pt x="381" y="0"/>
                    <a:pt x="355" y="10"/>
                    <a:pt x="331" y="35"/>
                  </a:cubicBezTo>
                  <a:lnTo>
                    <a:pt x="325" y="41"/>
                  </a:lnTo>
                  <a:cubicBezTo>
                    <a:pt x="285" y="84"/>
                    <a:pt x="229" y="107"/>
                    <a:pt x="173" y="104"/>
                  </a:cubicBezTo>
                  <a:cubicBezTo>
                    <a:pt x="116" y="104"/>
                    <a:pt x="64" y="76"/>
                    <a:pt x="25" y="33"/>
                  </a:cubicBezTo>
                  <a:cubicBezTo>
                    <a:pt x="17" y="25"/>
                    <a:pt x="5" y="25"/>
                    <a:pt x="0" y="33"/>
                  </a:cubicBezTo>
                  <a:cubicBezTo>
                    <a:pt x="0" y="36"/>
                    <a:pt x="0" y="41"/>
                    <a:pt x="0" y="46"/>
                  </a:cubicBezTo>
                  <a:cubicBezTo>
                    <a:pt x="0" y="51"/>
                    <a:pt x="3" y="56"/>
                    <a:pt x="5" y="59"/>
                  </a:cubicBezTo>
                  <a:cubicBezTo>
                    <a:pt x="51" y="110"/>
                    <a:pt x="112" y="140"/>
                    <a:pt x="178" y="140"/>
                  </a:cubicBezTo>
                  <a:cubicBezTo>
                    <a:pt x="244" y="143"/>
                    <a:pt x="303" y="115"/>
                    <a:pt x="355" y="64"/>
                  </a:cubicBezTo>
                  <a:lnTo>
                    <a:pt x="361" y="58"/>
                  </a:lnTo>
                  <a:cubicBezTo>
                    <a:pt x="376" y="43"/>
                    <a:pt x="396" y="33"/>
                    <a:pt x="419" y="33"/>
                  </a:cubicBezTo>
                  <a:cubicBezTo>
                    <a:pt x="442" y="33"/>
                    <a:pt x="458" y="43"/>
                    <a:pt x="477" y="61"/>
                  </a:cubicBezTo>
                  <a:cubicBezTo>
                    <a:pt x="485" y="69"/>
                    <a:pt x="496" y="69"/>
                    <a:pt x="501" y="61"/>
                  </a:cubicBezTo>
                  <a:cubicBezTo>
                    <a:pt x="505" y="58"/>
                    <a:pt x="506" y="53"/>
                    <a:pt x="506" y="48"/>
                  </a:cubicBezTo>
                  <a:cubicBezTo>
                    <a:pt x="506" y="43"/>
                    <a:pt x="503" y="38"/>
                    <a:pt x="501" y="35"/>
                  </a:cubicBezTo>
                  <a:cubicBezTo>
                    <a:pt x="477" y="13"/>
                    <a:pt x="447" y="0"/>
                    <a:pt x="414"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61" name="Freeform 239">
              <a:extLst>
                <a:ext uri="{FF2B5EF4-FFF2-40B4-BE49-F238E27FC236}">
                  <a16:creationId xmlns:a16="http://schemas.microsoft.com/office/drawing/2014/main" id="{44CD0245-68FB-42F3-BE16-93247295A323}"/>
                </a:ext>
              </a:extLst>
            </p:cNvPr>
            <p:cNvSpPr>
              <a:spLocks/>
            </p:cNvSpPr>
            <p:nvPr/>
          </p:nvSpPr>
          <p:spPr bwMode="auto">
            <a:xfrm>
              <a:off x="1174532" y="-3176926"/>
              <a:ext cx="371475" cy="106363"/>
            </a:xfrm>
            <a:custGeom>
              <a:avLst/>
              <a:gdLst>
                <a:gd name="T0" fmla="*/ 499 w 501"/>
                <a:gd name="T1" fmla="*/ 81 h 143"/>
                <a:gd name="T2" fmla="*/ 326 w 501"/>
                <a:gd name="T3" fmla="*/ 0 h 143"/>
                <a:gd name="T4" fmla="*/ 150 w 501"/>
                <a:gd name="T5" fmla="*/ 76 h 143"/>
                <a:gd name="T6" fmla="*/ 143 w 501"/>
                <a:gd name="T7" fmla="*/ 82 h 143"/>
                <a:gd name="T8" fmla="*/ 86 w 501"/>
                <a:gd name="T9" fmla="*/ 107 h 143"/>
                <a:gd name="T10" fmla="*/ 29 w 501"/>
                <a:gd name="T11" fmla="*/ 79 h 143"/>
                <a:gd name="T12" fmla="*/ 5 w 501"/>
                <a:gd name="T13" fmla="*/ 79 h 143"/>
                <a:gd name="T14" fmla="*/ 0 w 501"/>
                <a:gd name="T15" fmla="*/ 92 h 143"/>
                <a:gd name="T16" fmla="*/ 5 w 501"/>
                <a:gd name="T17" fmla="*/ 105 h 143"/>
                <a:gd name="T18" fmla="*/ 86 w 501"/>
                <a:gd name="T19" fmla="*/ 143 h 143"/>
                <a:gd name="T20" fmla="*/ 168 w 501"/>
                <a:gd name="T21" fmla="*/ 109 h 143"/>
                <a:gd name="T22" fmla="*/ 171 w 501"/>
                <a:gd name="T23" fmla="*/ 105 h 143"/>
                <a:gd name="T24" fmla="*/ 175 w 501"/>
                <a:gd name="T25" fmla="*/ 102 h 143"/>
                <a:gd name="T26" fmla="*/ 326 w 501"/>
                <a:gd name="T27" fmla="*/ 36 h 143"/>
                <a:gd name="T28" fmla="*/ 471 w 501"/>
                <a:gd name="T29" fmla="*/ 107 h 143"/>
                <a:gd name="T30" fmla="*/ 496 w 501"/>
                <a:gd name="T31" fmla="*/ 107 h 143"/>
                <a:gd name="T32" fmla="*/ 501 w 501"/>
                <a:gd name="T33" fmla="*/ 94 h 143"/>
                <a:gd name="T34" fmla="*/ 499 w 501"/>
                <a:gd name="T35" fmla="*/ 81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01" h="143">
                  <a:moveTo>
                    <a:pt x="499" y="81"/>
                  </a:moveTo>
                  <a:cubicBezTo>
                    <a:pt x="453" y="30"/>
                    <a:pt x="390" y="0"/>
                    <a:pt x="326" y="0"/>
                  </a:cubicBezTo>
                  <a:cubicBezTo>
                    <a:pt x="262" y="0"/>
                    <a:pt x="201" y="25"/>
                    <a:pt x="150" y="76"/>
                  </a:cubicBezTo>
                  <a:lnTo>
                    <a:pt x="143" y="82"/>
                  </a:lnTo>
                  <a:cubicBezTo>
                    <a:pt x="128" y="97"/>
                    <a:pt x="109" y="107"/>
                    <a:pt x="86" y="107"/>
                  </a:cubicBezTo>
                  <a:cubicBezTo>
                    <a:pt x="62" y="107"/>
                    <a:pt x="48" y="96"/>
                    <a:pt x="29" y="79"/>
                  </a:cubicBezTo>
                  <a:cubicBezTo>
                    <a:pt x="21" y="71"/>
                    <a:pt x="10" y="71"/>
                    <a:pt x="5" y="79"/>
                  </a:cubicBezTo>
                  <a:cubicBezTo>
                    <a:pt x="1" y="82"/>
                    <a:pt x="0" y="87"/>
                    <a:pt x="0" y="92"/>
                  </a:cubicBezTo>
                  <a:cubicBezTo>
                    <a:pt x="0" y="97"/>
                    <a:pt x="3" y="102"/>
                    <a:pt x="5" y="105"/>
                  </a:cubicBezTo>
                  <a:cubicBezTo>
                    <a:pt x="28" y="130"/>
                    <a:pt x="56" y="143"/>
                    <a:pt x="86" y="143"/>
                  </a:cubicBezTo>
                  <a:cubicBezTo>
                    <a:pt x="118" y="143"/>
                    <a:pt x="145" y="133"/>
                    <a:pt x="168" y="109"/>
                  </a:cubicBezTo>
                  <a:lnTo>
                    <a:pt x="171" y="105"/>
                  </a:lnTo>
                  <a:cubicBezTo>
                    <a:pt x="171" y="105"/>
                    <a:pt x="175" y="105"/>
                    <a:pt x="175" y="102"/>
                  </a:cubicBezTo>
                  <a:cubicBezTo>
                    <a:pt x="214" y="59"/>
                    <a:pt x="270" y="36"/>
                    <a:pt x="326" y="36"/>
                  </a:cubicBezTo>
                  <a:cubicBezTo>
                    <a:pt x="384" y="36"/>
                    <a:pt x="435" y="64"/>
                    <a:pt x="471" y="107"/>
                  </a:cubicBezTo>
                  <a:cubicBezTo>
                    <a:pt x="480" y="115"/>
                    <a:pt x="491" y="115"/>
                    <a:pt x="496" y="107"/>
                  </a:cubicBezTo>
                  <a:cubicBezTo>
                    <a:pt x="499" y="104"/>
                    <a:pt x="501" y="99"/>
                    <a:pt x="501" y="94"/>
                  </a:cubicBezTo>
                  <a:cubicBezTo>
                    <a:pt x="501" y="89"/>
                    <a:pt x="501" y="86"/>
                    <a:pt x="499" y="81"/>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grpSp>
      <p:sp>
        <p:nvSpPr>
          <p:cNvPr id="62" name="Rectangle 240">
            <a:extLst>
              <a:ext uri="{FF2B5EF4-FFF2-40B4-BE49-F238E27FC236}">
                <a16:creationId xmlns:a16="http://schemas.microsoft.com/office/drawing/2014/main" id="{1A6BB3AE-86F3-4828-AB33-FEFF66F1BC86}"/>
              </a:ext>
            </a:extLst>
          </p:cNvPr>
          <p:cNvSpPr>
            <a:spLocks noChangeArrowheads="1"/>
          </p:cNvSpPr>
          <p:nvPr/>
        </p:nvSpPr>
        <p:spPr bwMode="auto">
          <a:xfrm>
            <a:off x="4276376" y="4472504"/>
            <a:ext cx="523174" cy="345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defTabSz="914224">
              <a:defRPr/>
            </a:pPr>
            <a:r>
              <a:rPr lang="en-US" altLang="en-US" sz="1099">
                <a:latin typeface="Segoe UI Light" panose="020B0502040204020203" pitchFamily="34" charset="0"/>
                <a:cs typeface="Segoe UI Light" panose="020B0502040204020203" pitchFamily="34" charset="0"/>
              </a:rPr>
              <a:t>Stream </a:t>
            </a:r>
            <a:br>
              <a:rPr lang="en-US" altLang="en-US" sz="1099">
                <a:latin typeface="Segoe UI Light" panose="020B0502040204020203" pitchFamily="34" charset="0"/>
                <a:cs typeface="Segoe UI Light" panose="020B0502040204020203" pitchFamily="34" charset="0"/>
              </a:rPr>
            </a:br>
            <a:r>
              <a:rPr lang="en-US" altLang="en-US" sz="1099">
                <a:latin typeface="Segoe UI Light" panose="020B0502040204020203" pitchFamily="34" charset="0"/>
                <a:cs typeface="Segoe UI Light" panose="020B0502040204020203" pitchFamily="34" charset="0"/>
              </a:rPr>
              <a:t>Analytics</a:t>
            </a:r>
            <a:endParaRPr lang="en-US" altLang="en-US">
              <a:latin typeface="Segoe UI Light" panose="020B0502040204020203" pitchFamily="34" charset="0"/>
              <a:cs typeface="Segoe UI Light" panose="020B0502040204020203" pitchFamily="34" charset="0"/>
            </a:endParaRPr>
          </a:p>
        </p:txBody>
      </p:sp>
      <p:sp>
        <p:nvSpPr>
          <p:cNvPr id="63" name="Line 241">
            <a:extLst>
              <a:ext uri="{FF2B5EF4-FFF2-40B4-BE49-F238E27FC236}">
                <a16:creationId xmlns:a16="http://schemas.microsoft.com/office/drawing/2014/main" id="{3B309A1B-87DF-4BA5-BA41-A0C6A89702C6}"/>
              </a:ext>
            </a:extLst>
          </p:cNvPr>
          <p:cNvSpPr>
            <a:spLocks noChangeShapeType="1"/>
          </p:cNvSpPr>
          <p:nvPr/>
        </p:nvSpPr>
        <p:spPr bwMode="auto">
          <a:xfrm>
            <a:off x="4876052" y="4183621"/>
            <a:ext cx="426976" cy="0"/>
          </a:xfrm>
          <a:prstGeom prst="line">
            <a:avLst/>
          </a:prstGeom>
          <a:noFill/>
          <a:ln w="6350" cap="rnd">
            <a:solidFill>
              <a:schemeClr val="tx1"/>
            </a:solidFill>
            <a:prstDash val="solid"/>
            <a:round/>
            <a:headEnd type="none" w="med" len="med"/>
            <a:tailEnd type="arrow" w="med" len="med"/>
          </a:ln>
          <a:extLst>
            <a:ext uri="{909E8E84-426E-40DD-AFC4-6F175D3DCCD1}">
              <a14:hiddenFill xmlns:a14="http://schemas.microsoft.com/office/drawing/2010/main">
                <a:noFill/>
              </a14:hiddenFill>
            </a:ext>
          </a:extLst>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grpSp>
        <p:nvGrpSpPr>
          <p:cNvPr id="64" name="Group 63">
            <a:extLst>
              <a:ext uri="{FF2B5EF4-FFF2-40B4-BE49-F238E27FC236}">
                <a16:creationId xmlns:a16="http://schemas.microsoft.com/office/drawing/2014/main" id="{31B7E941-8A72-4C72-A8BE-903088207D65}"/>
              </a:ext>
            </a:extLst>
          </p:cNvPr>
          <p:cNvGrpSpPr/>
          <p:nvPr/>
        </p:nvGrpSpPr>
        <p:grpSpPr>
          <a:xfrm>
            <a:off x="8845827" y="3951086"/>
            <a:ext cx="425390" cy="426977"/>
            <a:chOff x="5737007" y="-3299164"/>
            <a:chExt cx="425450" cy="427038"/>
          </a:xfrm>
          <a:solidFill>
            <a:schemeClr val="bg1">
              <a:lumMod val="50000"/>
            </a:schemeClr>
          </a:solidFill>
        </p:grpSpPr>
        <p:sp>
          <p:nvSpPr>
            <p:cNvPr id="65" name="Freeform 248">
              <a:extLst>
                <a:ext uri="{FF2B5EF4-FFF2-40B4-BE49-F238E27FC236}">
                  <a16:creationId xmlns:a16="http://schemas.microsoft.com/office/drawing/2014/main" id="{B627B9FC-8299-4636-8400-CA356E71C538}"/>
                </a:ext>
              </a:extLst>
            </p:cNvPr>
            <p:cNvSpPr>
              <a:spLocks noEditPoints="1"/>
            </p:cNvSpPr>
            <p:nvPr/>
          </p:nvSpPr>
          <p:spPr bwMode="auto">
            <a:xfrm>
              <a:off x="5737007" y="-3299164"/>
              <a:ext cx="425450" cy="427038"/>
            </a:xfrm>
            <a:custGeom>
              <a:avLst/>
              <a:gdLst>
                <a:gd name="T0" fmla="*/ 104 w 575"/>
                <a:gd name="T1" fmla="*/ 573 h 573"/>
                <a:gd name="T2" fmla="*/ 207 w 575"/>
                <a:gd name="T3" fmla="*/ 533 h 573"/>
                <a:gd name="T4" fmla="*/ 243 w 575"/>
                <a:gd name="T5" fmla="*/ 569 h 573"/>
                <a:gd name="T6" fmla="*/ 414 w 575"/>
                <a:gd name="T7" fmla="*/ 569 h 573"/>
                <a:gd name="T8" fmla="*/ 414 w 575"/>
                <a:gd name="T9" fmla="*/ 330 h 573"/>
                <a:gd name="T10" fmla="*/ 426 w 575"/>
                <a:gd name="T11" fmla="*/ 321 h 573"/>
                <a:gd name="T12" fmla="*/ 575 w 575"/>
                <a:gd name="T13" fmla="*/ 21 h 573"/>
                <a:gd name="T14" fmla="*/ 575 w 575"/>
                <a:gd name="T15" fmla="*/ 0 h 573"/>
                <a:gd name="T16" fmla="*/ 554 w 575"/>
                <a:gd name="T17" fmla="*/ 0 h 573"/>
                <a:gd name="T18" fmla="*/ 254 w 575"/>
                <a:gd name="T19" fmla="*/ 148 h 573"/>
                <a:gd name="T20" fmla="*/ 242 w 575"/>
                <a:gd name="T21" fmla="*/ 162 h 573"/>
                <a:gd name="T22" fmla="*/ 6 w 575"/>
                <a:gd name="T23" fmla="*/ 162 h 573"/>
                <a:gd name="T24" fmla="*/ 6 w 575"/>
                <a:gd name="T25" fmla="*/ 333 h 573"/>
                <a:gd name="T26" fmla="*/ 42 w 575"/>
                <a:gd name="T27" fmla="*/ 369 h 573"/>
                <a:gd name="T28" fmla="*/ 0 w 575"/>
                <a:gd name="T29" fmla="*/ 472 h 573"/>
                <a:gd name="T30" fmla="*/ 104 w 575"/>
                <a:gd name="T31" fmla="*/ 573 h 573"/>
                <a:gd name="T32" fmla="*/ 52 w 575"/>
                <a:gd name="T33" fmla="*/ 464 h 573"/>
                <a:gd name="T34" fmla="*/ 75 w 575"/>
                <a:gd name="T35" fmla="*/ 403 h 573"/>
                <a:gd name="T36" fmla="*/ 175 w 575"/>
                <a:gd name="T37" fmla="*/ 503 h 573"/>
                <a:gd name="T38" fmla="*/ 114 w 575"/>
                <a:gd name="T39" fmla="*/ 526 h 573"/>
                <a:gd name="T40" fmla="*/ 52 w 575"/>
                <a:gd name="T41" fmla="*/ 464 h 573"/>
                <a:gd name="T42" fmla="*/ 372 w 575"/>
                <a:gd name="T43" fmla="*/ 529 h 573"/>
                <a:gd name="T44" fmla="*/ 258 w 575"/>
                <a:gd name="T45" fmla="*/ 529 h 573"/>
                <a:gd name="T46" fmla="*/ 238 w 575"/>
                <a:gd name="T47" fmla="*/ 508 h 573"/>
                <a:gd name="T48" fmla="*/ 372 w 575"/>
                <a:gd name="T49" fmla="*/ 372 h 573"/>
                <a:gd name="T50" fmla="*/ 372 w 575"/>
                <a:gd name="T51" fmla="*/ 529 h 573"/>
                <a:gd name="T52" fmla="*/ 472 w 575"/>
                <a:gd name="T53" fmla="*/ 214 h 573"/>
                <a:gd name="T54" fmla="*/ 364 w 575"/>
                <a:gd name="T55" fmla="*/ 105 h 573"/>
                <a:gd name="T56" fmla="*/ 535 w 575"/>
                <a:gd name="T57" fmla="*/ 40 h 573"/>
                <a:gd name="T58" fmla="*/ 472 w 575"/>
                <a:gd name="T59" fmla="*/ 214 h 573"/>
                <a:gd name="T60" fmla="*/ 286 w 575"/>
                <a:gd name="T61" fmla="*/ 175 h 573"/>
                <a:gd name="T62" fmla="*/ 331 w 575"/>
                <a:gd name="T63" fmla="*/ 128 h 573"/>
                <a:gd name="T64" fmla="*/ 444 w 575"/>
                <a:gd name="T65" fmla="*/ 242 h 573"/>
                <a:gd name="T66" fmla="*/ 397 w 575"/>
                <a:gd name="T67" fmla="*/ 289 h 573"/>
                <a:gd name="T68" fmla="*/ 208 w 575"/>
                <a:gd name="T69" fmla="*/ 480 h 573"/>
                <a:gd name="T70" fmla="*/ 95 w 575"/>
                <a:gd name="T71" fmla="*/ 366 h 573"/>
                <a:gd name="T72" fmla="*/ 286 w 575"/>
                <a:gd name="T73" fmla="*/ 175 h 573"/>
                <a:gd name="T74" fmla="*/ 46 w 575"/>
                <a:gd name="T75" fmla="*/ 204 h 573"/>
                <a:gd name="T76" fmla="*/ 204 w 575"/>
                <a:gd name="T77" fmla="*/ 204 h 573"/>
                <a:gd name="T78" fmla="*/ 68 w 575"/>
                <a:gd name="T79" fmla="*/ 339 h 573"/>
                <a:gd name="T80" fmla="*/ 47 w 575"/>
                <a:gd name="T81" fmla="*/ 318 h 573"/>
                <a:gd name="T82" fmla="*/ 46 w 575"/>
                <a:gd name="T83" fmla="*/ 204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5" h="573">
                  <a:moveTo>
                    <a:pt x="104" y="573"/>
                  </a:moveTo>
                  <a:lnTo>
                    <a:pt x="207" y="533"/>
                  </a:lnTo>
                  <a:lnTo>
                    <a:pt x="243" y="569"/>
                  </a:lnTo>
                  <a:lnTo>
                    <a:pt x="414" y="569"/>
                  </a:lnTo>
                  <a:lnTo>
                    <a:pt x="414" y="330"/>
                  </a:lnTo>
                  <a:lnTo>
                    <a:pt x="426" y="321"/>
                  </a:lnTo>
                  <a:cubicBezTo>
                    <a:pt x="522" y="239"/>
                    <a:pt x="575" y="133"/>
                    <a:pt x="575" y="21"/>
                  </a:cubicBezTo>
                  <a:lnTo>
                    <a:pt x="575" y="0"/>
                  </a:lnTo>
                  <a:lnTo>
                    <a:pt x="554" y="0"/>
                  </a:lnTo>
                  <a:cubicBezTo>
                    <a:pt x="440" y="0"/>
                    <a:pt x="335" y="53"/>
                    <a:pt x="254" y="148"/>
                  </a:cubicBezTo>
                  <a:lnTo>
                    <a:pt x="242" y="162"/>
                  </a:lnTo>
                  <a:lnTo>
                    <a:pt x="6" y="162"/>
                  </a:lnTo>
                  <a:lnTo>
                    <a:pt x="6" y="333"/>
                  </a:lnTo>
                  <a:lnTo>
                    <a:pt x="42" y="369"/>
                  </a:lnTo>
                  <a:lnTo>
                    <a:pt x="0" y="472"/>
                  </a:lnTo>
                  <a:lnTo>
                    <a:pt x="104" y="573"/>
                  </a:lnTo>
                  <a:close/>
                  <a:moveTo>
                    <a:pt x="52" y="464"/>
                  </a:moveTo>
                  <a:lnTo>
                    <a:pt x="75" y="403"/>
                  </a:lnTo>
                  <a:lnTo>
                    <a:pt x="175" y="503"/>
                  </a:lnTo>
                  <a:lnTo>
                    <a:pt x="114" y="526"/>
                  </a:lnTo>
                  <a:lnTo>
                    <a:pt x="52" y="464"/>
                  </a:lnTo>
                  <a:close/>
                  <a:moveTo>
                    <a:pt x="372" y="529"/>
                  </a:moveTo>
                  <a:lnTo>
                    <a:pt x="258" y="529"/>
                  </a:lnTo>
                  <a:lnTo>
                    <a:pt x="238" y="508"/>
                  </a:lnTo>
                  <a:lnTo>
                    <a:pt x="372" y="372"/>
                  </a:lnTo>
                  <a:lnTo>
                    <a:pt x="372" y="529"/>
                  </a:lnTo>
                  <a:close/>
                  <a:moveTo>
                    <a:pt x="472" y="214"/>
                  </a:moveTo>
                  <a:lnTo>
                    <a:pt x="364" y="105"/>
                  </a:lnTo>
                  <a:cubicBezTo>
                    <a:pt x="414" y="67"/>
                    <a:pt x="474" y="44"/>
                    <a:pt x="535" y="40"/>
                  </a:cubicBezTo>
                  <a:cubicBezTo>
                    <a:pt x="531" y="103"/>
                    <a:pt x="508" y="161"/>
                    <a:pt x="472" y="214"/>
                  </a:cubicBezTo>
                  <a:close/>
                  <a:moveTo>
                    <a:pt x="286" y="175"/>
                  </a:moveTo>
                  <a:cubicBezTo>
                    <a:pt x="300" y="158"/>
                    <a:pt x="315" y="143"/>
                    <a:pt x="331" y="128"/>
                  </a:cubicBezTo>
                  <a:lnTo>
                    <a:pt x="444" y="242"/>
                  </a:lnTo>
                  <a:cubicBezTo>
                    <a:pt x="431" y="258"/>
                    <a:pt x="414" y="273"/>
                    <a:pt x="397" y="289"/>
                  </a:cubicBezTo>
                  <a:lnTo>
                    <a:pt x="208" y="480"/>
                  </a:lnTo>
                  <a:lnTo>
                    <a:pt x="95" y="366"/>
                  </a:lnTo>
                  <a:lnTo>
                    <a:pt x="286" y="175"/>
                  </a:lnTo>
                  <a:close/>
                  <a:moveTo>
                    <a:pt x="46" y="204"/>
                  </a:moveTo>
                  <a:lnTo>
                    <a:pt x="204" y="204"/>
                  </a:lnTo>
                  <a:lnTo>
                    <a:pt x="68" y="339"/>
                  </a:lnTo>
                  <a:lnTo>
                    <a:pt x="47" y="318"/>
                  </a:lnTo>
                  <a:cubicBezTo>
                    <a:pt x="46" y="316"/>
                    <a:pt x="46" y="204"/>
                    <a:pt x="46" y="204"/>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66" name="Oval 249">
              <a:extLst>
                <a:ext uri="{FF2B5EF4-FFF2-40B4-BE49-F238E27FC236}">
                  <a16:creationId xmlns:a16="http://schemas.microsoft.com/office/drawing/2014/main" id="{14419A30-C556-4D87-B8F5-F4988A0139BB}"/>
                </a:ext>
              </a:extLst>
            </p:cNvPr>
            <p:cNvSpPr>
              <a:spLocks noChangeArrowheads="1"/>
            </p:cNvSpPr>
            <p:nvPr/>
          </p:nvSpPr>
          <p:spPr bwMode="auto">
            <a:xfrm>
              <a:off x="5937032" y="-3132476"/>
              <a:ext cx="60325" cy="60325"/>
            </a:xfrm>
            <a:prstGeom prst="ellipse">
              <a:avLst/>
            </a:pr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grpSp>
      <p:sp>
        <p:nvSpPr>
          <p:cNvPr id="67" name="Rectangle 250">
            <a:extLst>
              <a:ext uri="{FF2B5EF4-FFF2-40B4-BE49-F238E27FC236}">
                <a16:creationId xmlns:a16="http://schemas.microsoft.com/office/drawing/2014/main" id="{2B9901EE-E46E-4720-8746-2F20FA4A512B}"/>
              </a:ext>
            </a:extLst>
          </p:cNvPr>
          <p:cNvSpPr>
            <a:spLocks noChangeArrowheads="1"/>
          </p:cNvSpPr>
          <p:nvPr/>
        </p:nvSpPr>
        <p:spPr bwMode="auto">
          <a:xfrm>
            <a:off x="8683926" y="4472506"/>
            <a:ext cx="663775" cy="172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224">
              <a:defRPr/>
            </a:pPr>
            <a:r>
              <a:rPr lang="en-US" altLang="en-US" sz="1099">
                <a:latin typeface="Segoe UI Light" panose="020B0502040204020203" pitchFamily="34" charset="0"/>
                <a:cs typeface="Segoe UI Light" panose="020B0502040204020203" pitchFamily="34" charset="0"/>
              </a:rPr>
              <a:t>Logic Apps</a:t>
            </a:r>
            <a:endParaRPr lang="en-US" altLang="en-US">
              <a:latin typeface="Segoe UI Light" panose="020B0502040204020203" pitchFamily="34" charset="0"/>
              <a:cs typeface="Segoe UI Light" panose="020B0502040204020203" pitchFamily="34" charset="0"/>
            </a:endParaRPr>
          </a:p>
        </p:txBody>
      </p:sp>
      <p:sp>
        <p:nvSpPr>
          <p:cNvPr id="68" name="Line 251">
            <a:extLst>
              <a:ext uri="{FF2B5EF4-FFF2-40B4-BE49-F238E27FC236}">
                <a16:creationId xmlns:a16="http://schemas.microsoft.com/office/drawing/2014/main" id="{C139CA01-7368-4605-AC7A-5305CF99CDE8}"/>
              </a:ext>
            </a:extLst>
          </p:cNvPr>
          <p:cNvSpPr>
            <a:spLocks noChangeShapeType="1"/>
          </p:cNvSpPr>
          <p:nvPr/>
        </p:nvSpPr>
        <p:spPr bwMode="auto">
          <a:xfrm>
            <a:off x="6918875" y="4159812"/>
            <a:ext cx="1820604" cy="0"/>
          </a:xfrm>
          <a:prstGeom prst="line">
            <a:avLst/>
          </a:prstGeom>
          <a:noFill/>
          <a:ln w="6350" cap="rnd">
            <a:solidFill>
              <a:schemeClr val="tx1"/>
            </a:solidFill>
            <a:prstDash val="solid"/>
            <a:round/>
            <a:headEnd type="none" w="med" len="med"/>
            <a:tailEnd type="arrow" w="med" len="med"/>
          </a:ln>
          <a:extLst>
            <a:ext uri="{909E8E84-426E-40DD-AFC4-6F175D3DCCD1}">
              <a14:hiddenFill xmlns:a14="http://schemas.microsoft.com/office/drawing/2010/main">
                <a:noFill/>
              </a14:hiddenFill>
            </a:ext>
          </a:extLst>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69" name="Rectangle 260">
            <a:extLst>
              <a:ext uri="{FF2B5EF4-FFF2-40B4-BE49-F238E27FC236}">
                <a16:creationId xmlns:a16="http://schemas.microsoft.com/office/drawing/2014/main" id="{4C5FE22E-1EE8-4D97-B80B-E1D0F872DB06}"/>
              </a:ext>
            </a:extLst>
          </p:cNvPr>
          <p:cNvSpPr>
            <a:spLocks noChangeArrowheads="1"/>
          </p:cNvSpPr>
          <p:nvPr/>
        </p:nvSpPr>
        <p:spPr bwMode="auto">
          <a:xfrm>
            <a:off x="3233224" y="4472506"/>
            <a:ext cx="480665" cy="172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224">
              <a:defRPr/>
            </a:pPr>
            <a:r>
              <a:rPr lang="en-US" altLang="en-US" sz="1099">
                <a:latin typeface="Segoe UI Light" panose="020B0502040204020203" pitchFamily="34" charset="0"/>
                <a:cs typeface="Segoe UI Light" panose="020B0502040204020203" pitchFamily="34" charset="0"/>
              </a:rPr>
              <a:t>IoT Hub</a:t>
            </a:r>
            <a:endParaRPr lang="en-US" altLang="en-US">
              <a:latin typeface="Segoe UI Light" panose="020B0502040204020203" pitchFamily="34" charset="0"/>
              <a:cs typeface="Segoe UI Light" panose="020B0502040204020203" pitchFamily="34" charset="0"/>
            </a:endParaRPr>
          </a:p>
        </p:txBody>
      </p:sp>
      <p:grpSp>
        <p:nvGrpSpPr>
          <p:cNvPr id="70" name="Group 69">
            <a:extLst>
              <a:ext uri="{FF2B5EF4-FFF2-40B4-BE49-F238E27FC236}">
                <a16:creationId xmlns:a16="http://schemas.microsoft.com/office/drawing/2014/main" id="{B4CFA3D1-EDC1-4A6B-8565-7E40FD8F8522}"/>
              </a:ext>
            </a:extLst>
          </p:cNvPr>
          <p:cNvGrpSpPr/>
          <p:nvPr/>
        </p:nvGrpSpPr>
        <p:grpSpPr>
          <a:xfrm>
            <a:off x="6423645" y="3939976"/>
            <a:ext cx="507928" cy="449199"/>
            <a:chOff x="3314482" y="-3310276"/>
            <a:chExt cx="508000" cy="449263"/>
          </a:xfrm>
          <a:solidFill>
            <a:schemeClr val="bg1">
              <a:lumMod val="50000"/>
            </a:schemeClr>
          </a:solidFill>
        </p:grpSpPr>
        <p:sp>
          <p:nvSpPr>
            <p:cNvPr id="71" name="Freeform 261">
              <a:extLst>
                <a:ext uri="{FF2B5EF4-FFF2-40B4-BE49-F238E27FC236}">
                  <a16:creationId xmlns:a16="http://schemas.microsoft.com/office/drawing/2014/main" id="{B2EE9623-A922-4120-A337-6DA582424998}"/>
                </a:ext>
              </a:extLst>
            </p:cNvPr>
            <p:cNvSpPr>
              <a:spLocks noEditPoints="1"/>
            </p:cNvSpPr>
            <p:nvPr/>
          </p:nvSpPr>
          <p:spPr bwMode="auto">
            <a:xfrm>
              <a:off x="3314482" y="-3310276"/>
              <a:ext cx="508000" cy="449263"/>
            </a:xfrm>
            <a:custGeom>
              <a:avLst/>
              <a:gdLst>
                <a:gd name="T0" fmla="*/ 502 w 684"/>
                <a:gd name="T1" fmla="*/ 512 h 605"/>
                <a:gd name="T2" fmla="*/ 342 w 684"/>
                <a:gd name="T3" fmla="*/ 566 h 605"/>
                <a:gd name="T4" fmla="*/ 133 w 684"/>
                <a:gd name="T5" fmla="*/ 463 h 605"/>
                <a:gd name="T6" fmla="*/ 182 w 684"/>
                <a:gd name="T7" fmla="*/ 94 h 605"/>
                <a:gd name="T8" fmla="*/ 342 w 684"/>
                <a:gd name="T9" fmla="*/ 40 h 605"/>
                <a:gd name="T10" fmla="*/ 551 w 684"/>
                <a:gd name="T11" fmla="*/ 143 h 605"/>
                <a:gd name="T12" fmla="*/ 502 w 684"/>
                <a:gd name="T13" fmla="*/ 512 h 605"/>
                <a:gd name="T14" fmla="*/ 582 w 684"/>
                <a:gd name="T15" fmla="*/ 119 h 605"/>
                <a:gd name="T16" fmla="*/ 342 w 684"/>
                <a:gd name="T17" fmla="*/ 0 h 605"/>
                <a:gd name="T18" fmla="*/ 158 w 684"/>
                <a:gd name="T19" fmla="*/ 62 h 605"/>
                <a:gd name="T20" fmla="*/ 102 w 684"/>
                <a:gd name="T21" fmla="*/ 487 h 605"/>
                <a:gd name="T22" fmla="*/ 342 w 684"/>
                <a:gd name="T23" fmla="*/ 605 h 605"/>
                <a:gd name="T24" fmla="*/ 526 w 684"/>
                <a:gd name="T25" fmla="*/ 543 h 605"/>
                <a:gd name="T26" fmla="*/ 582 w 684"/>
                <a:gd name="T27" fmla="*/ 119 h 6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84" h="605">
                  <a:moveTo>
                    <a:pt x="502" y="512"/>
                  </a:moveTo>
                  <a:cubicBezTo>
                    <a:pt x="454" y="548"/>
                    <a:pt x="398" y="566"/>
                    <a:pt x="342" y="566"/>
                  </a:cubicBezTo>
                  <a:cubicBezTo>
                    <a:pt x="263" y="566"/>
                    <a:pt x="185" y="530"/>
                    <a:pt x="133" y="463"/>
                  </a:cubicBezTo>
                  <a:cubicBezTo>
                    <a:pt x="44" y="347"/>
                    <a:pt x="66" y="182"/>
                    <a:pt x="182" y="94"/>
                  </a:cubicBezTo>
                  <a:cubicBezTo>
                    <a:pt x="230" y="57"/>
                    <a:pt x="286" y="40"/>
                    <a:pt x="342" y="40"/>
                  </a:cubicBezTo>
                  <a:cubicBezTo>
                    <a:pt x="421" y="40"/>
                    <a:pt x="499" y="75"/>
                    <a:pt x="551" y="143"/>
                  </a:cubicBezTo>
                  <a:cubicBezTo>
                    <a:pt x="639" y="258"/>
                    <a:pt x="617" y="423"/>
                    <a:pt x="502" y="512"/>
                  </a:cubicBezTo>
                  <a:close/>
                  <a:moveTo>
                    <a:pt x="582" y="119"/>
                  </a:moveTo>
                  <a:cubicBezTo>
                    <a:pt x="523" y="41"/>
                    <a:pt x="433" y="0"/>
                    <a:pt x="342" y="0"/>
                  </a:cubicBezTo>
                  <a:cubicBezTo>
                    <a:pt x="278" y="0"/>
                    <a:pt x="213" y="20"/>
                    <a:pt x="158" y="62"/>
                  </a:cubicBezTo>
                  <a:cubicBezTo>
                    <a:pt x="25" y="164"/>
                    <a:pt x="0" y="354"/>
                    <a:pt x="102" y="487"/>
                  </a:cubicBezTo>
                  <a:cubicBezTo>
                    <a:pt x="161" y="565"/>
                    <a:pt x="251" y="605"/>
                    <a:pt x="342" y="605"/>
                  </a:cubicBezTo>
                  <a:cubicBezTo>
                    <a:pt x="406" y="605"/>
                    <a:pt x="471" y="585"/>
                    <a:pt x="526" y="543"/>
                  </a:cubicBezTo>
                  <a:cubicBezTo>
                    <a:pt x="658" y="441"/>
                    <a:pt x="684" y="251"/>
                    <a:pt x="582" y="119"/>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72" name="Freeform 262">
              <a:extLst>
                <a:ext uri="{FF2B5EF4-FFF2-40B4-BE49-F238E27FC236}">
                  <a16:creationId xmlns:a16="http://schemas.microsoft.com/office/drawing/2014/main" id="{47AFC8F6-DA8B-43A4-9FC6-0416B88F85D0}"/>
                </a:ext>
              </a:extLst>
            </p:cNvPr>
            <p:cNvSpPr>
              <a:spLocks/>
            </p:cNvSpPr>
            <p:nvPr/>
          </p:nvSpPr>
          <p:spPr bwMode="auto">
            <a:xfrm>
              <a:off x="3408144" y="-3081676"/>
              <a:ext cx="58737" cy="149225"/>
            </a:xfrm>
            <a:custGeom>
              <a:avLst/>
              <a:gdLst>
                <a:gd name="T0" fmla="*/ 79 w 79"/>
                <a:gd name="T1" fmla="*/ 51 h 201"/>
                <a:gd name="T2" fmla="*/ 36 w 79"/>
                <a:gd name="T3" fmla="*/ 0 h 201"/>
                <a:gd name="T4" fmla="*/ 0 w 79"/>
                <a:gd name="T5" fmla="*/ 147 h 201"/>
                <a:gd name="T6" fmla="*/ 5 w 79"/>
                <a:gd name="T7" fmla="*/ 157 h 201"/>
                <a:gd name="T8" fmla="*/ 49 w 79"/>
                <a:gd name="T9" fmla="*/ 201 h 201"/>
                <a:gd name="T10" fmla="*/ 79 w 79"/>
                <a:gd name="T11" fmla="*/ 51 h 201"/>
              </a:gdLst>
              <a:ahLst/>
              <a:cxnLst>
                <a:cxn ang="0">
                  <a:pos x="T0" y="T1"/>
                </a:cxn>
                <a:cxn ang="0">
                  <a:pos x="T2" y="T3"/>
                </a:cxn>
                <a:cxn ang="0">
                  <a:pos x="T4" y="T5"/>
                </a:cxn>
                <a:cxn ang="0">
                  <a:pos x="T6" y="T7"/>
                </a:cxn>
                <a:cxn ang="0">
                  <a:pos x="T8" y="T9"/>
                </a:cxn>
                <a:cxn ang="0">
                  <a:pos x="T10" y="T11"/>
                </a:cxn>
              </a:cxnLst>
              <a:rect l="0" t="0" r="r" b="b"/>
              <a:pathLst>
                <a:path w="79" h="201">
                  <a:moveTo>
                    <a:pt x="79" y="51"/>
                  </a:moveTo>
                  <a:cubicBezTo>
                    <a:pt x="62" y="33"/>
                    <a:pt x="48" y="17"/>
                    <a:pt x="36" y="0"/>
                  </a:cubicBezTo>
                  <a:cubicBezTo>
                    <a:pt x="11" y="52"/>
                    <a:pt x="2" y="105"/>
                    <a:pt x="0" y="147"/>
                  </a:cubicBezTo>
                  <a:cubicBezTo>
                    <a:pt x="2" y="151"/>
                    <a:pt x="2" y="153"/>
                    <a:pt x="5" y="157"/>
                  </a:cubicBezTo>
                  <a:cubicBezTo>
                    <a:pt x="18" y="173"/>
                    <a:pt x="33" y="188"/>
                    <a:pt x="49" y="201"/>
                  </a:cubicBezTo>
                  <a:cubicBezTo>
                    <a:pt x="46" y="166"/>
                    <a:pt x="50" y="109"/>
                    <a:pt x="79" y="51"/>
                  </a:cubicBezTo>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73" name="Freeform 263">
              <a:extLst>
                <a:ext uri="{FF2B5EF4-FFF2-40B4-BE49-F238E27FC236}">
                  <a16:creationId xmlns:a16="http://schemas.microsoft.com/office/drawing/2014/main" id="{DDC8CF49-7CF0-402B-A727-7DF425D2295C}"/>
                </a:ext>
              </a:extLst>
            </p:cNvPr>
            <p:cNvSpPr>
              <a:spLocks/>
            </p:cNvSpPr>
            <p:nvPr/>
          </p:nvSpPr>
          <p:spPr bwMode="auto">
            <a:xfrm>
              <a:off x="3454182" y="-3194389"/>
              <a:ext cx="119062" cy="119063"/>
            </a:xfrm>
            <a:custGeom>
              <a:avLst/>
              <a:gdLst>
                <a:gd name="T0" fmla="*/ 109 w 159"/>
                <a:gd name="T1" fmla="*/ 0 h 160"/>
                <a:gd name="T2" fmla="*/ 36 w 159"/>
                <a:gd name="T3" fmla="*/ 64 h 160"/>
                <a:gd name="T4" fmla="*/ 0 w 159"/>
                <a:gd name="T5" fmla="*/ 107 h 160"/>
                <a:gd name="T6" fmla="*/ 42 w 159"/>
                <a:gd name="T7" fmla="*/ 160 h 160"/>
                <a:gd name="T8" fmla="*/ 90 w 159"/>
                <a:gd name="T9" fmla="*/ 105 h 160"/>
                <a:gd name="T10" fmla="*/ 159 w 159"/>
                <a:gd name="T11" fmla="*/ 50 h 160"/>
                <a:gd name="T12" fmla="*/ 109 w 159"/>
                <a:gd name="T13" fmla="*/ 0 h 160"/>
              </a:gdLst>
              <a:ahLst/>
              <a:cxnLst>
                <a:cxn ang="0">
                  <a:pos x="T0" y="T1"/>
                </a:cxn>
                <a:cxn ang="0">
                  <a:pos x="T2" y="T3"/>
                </a:cxn>
                <a:cxn ang="0">
                  <a:pos x="T4" y="T5"/>
                </a:cxn>
                <a:cxn ang="0">
                  <a:pos x="T6" y="T7"/>
                </a:cxn>
                <a:cxn ang="0">
                  <a:pos x="T8" y="T9"/>
                </a:cxn>
                <a:cxn ang="0">
                  <a:pos x="T10" y="T11"/>
                </a:cxn>
                <a:cxn ang="0">
                  <a:pos x="T12" y="T13"/>
                </a:cxn>
              </a:cxnLst>
              <a:rect l="0" t="0" r="r" b="b"/>
              <a:pathLst>
                <a:path w="159" h="160">
                  <a:moveTo>
                    <a:pt x="109" y="0"/>
                  </a:moveTo>
                  <a:cubicBezTo>
                    <a:pt x="85" y="16"/>
                    <a:pt x="60" y="37"/>
                    <a:pt x="36" y="64"/>
                  </a:cubicBezTo>
                  <a:cubicBezTo>
                    <a:pt x="22" y="78"/>
                    <a:pt x="11" y="92"/>
                    <a:pt x="0" y="107"/>
                  </a:cubicBezTo>
                  <a:cubicBezTo>
                    <a:pt x="11" y="124"/>
                    <a:pt x="25" y="142"/>
                    <a:pt x="42" y="160"/>
                  </a:cubicBezTo>
                  <a:cubicBezTo>
                    <a:pt x="55" y="142"/>
                    <a:pt x="71" y="123"/>
                    <a:pt x="90" y="105"/>
                  </a:cubicBezTo>
                  <a:cubicBezTo>
                    <a:pt x="115" y="82"/>
                    <a:pt x="137" y="64"/>
                    <a:pt x="159" y="50"/>
                  </a:cubicBezTo>
                  <a:cubicBezTo>
                    <a:pt x="141" y="33"/>
                    <a:pt x="124" y="17"/>
                    <a:pt x="109" y="0"/>
                  </a:cubicBezTo>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74" name="Freeform 264">
              <a:extLst>
                <a:ext uri="{FF2B5EF4-FFF2-40B4-BE49-F238E27FC236}">
                  <a16:creationId xmlns:a16="http://schemas.microsoft.com/office/drawing/2014/main" id="{E6DE6FFB-357C-45B7-8472-4F88995978ED}"/>
                </a:ext>
              </a:extLst>
            </p:cNvPr>
            <p:cNvSpPr>
              <a:spLocks/>
            </p:cNvSpPr>
            <p:nvPr/>
          </p:nvSpPr>
          <p:spPr bwMode="auto">
            <a:xfrm>
              <a:off x="3562132" y="-3240426"/>
              <a:ext cx="158750" cy="66675"/>
            </a:xfrm>
            <a:custGeom>
              <a:avLst/>
              <a:gdLst>
                <a:gd name="T0" fmla="*/ 214 w 214"/>
                <a:gd name="T1" fmla="*/ 45 h 89"/>
                <a:gd name="T2" fmla="*/ 176 w 214"/>
                <a:gd name="T3" fmla="*/ 6 h 89"/>
                <a:gd name="T4" fmla="*/ 0 w 214"/>
                <a:gd name="T5" fmla="*/ 39 h 89"/>
                <a:gd name="T6" fmla="*/ 49 w 214"/>
                <a:gd name="T7" fmla="*/ 89 h 89"/>
                <a:gd name="T8" fmla="*/ 214 w 214"/>
                <a:gd name="T9" fmla="*/ 45 h 89"/>
              </a:gdLst>
              <a:ahLst/>
              <a:cxnLst>
                <a:cxn ang="0">
                  <a:pos x="T0" y="T1"/>
                </a:cxn>
                <a:cxn ang="0">
                  <a:pos x="T2" y="T3"/>
                </a:cxn>
                <a:cxn ang="0">
                  <a:pos x="T4" y="T5"/>
                </a:cxn>
                <a:cxn ang="0">
                  <a:pos x="T6" y="T7"/>
                </a:cxn>
                <a:cxn ang="0">
                  <a:pos x="T8" y="T9"/>
                </a:cxn>
              </a:cxnLst>
              <a:rect l="0" t="0" r="r" b="b"/>
              <a:pathLst>
                <a:path w="214" h="89">
                  <a:moveTo>
                    <a:pt x="214" y="45"/>
                  </a:moveTo>
                  <a:cubicBezTo>
                    <a:pt x="203" y="30"/>
                    <a:pt x="190" y="18"/>
                    <a:pt x="176" y="6"/>
                  </a:cubicBezTo>
                  <a:cubicBezTo>
                    <a:pt x="136" y="0"/>
                    <a:pt x="72" y="0"/>
                    <a:pt x="0" y="39"/>
                  </a:cubicBezTo>
                  <a:cubicBezTo>
                    <a:pt x="17" y="57"/>
                    <a:pt x="33" y="73"/>
                    <a:pt x="49" y="89"/>
                  </a:cubicBezTo>
                  <a:cubicBezTo>
                    <a:pt x="146" y="37"/>
                    <a:pt x="214" y="45"/>
                    <a:pt x="214" y="45"/>
                  </a:cubicBezTo>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75" name="Freeform 265">
              <a:extLst>
                <a:ext uri="{FF2B5EF4-FFF2-40B4-BE49-F238E27FC236}">
                  <a16:creationId xmlns:a16="http://schemas.microsoft.com/office/drawing/2014/main" id="{9EEC0908-A89F-4D8F-9F93-79D25F234518}"/>
                </a:ext>
              </a:extLst>
            </p:cNvPr>
            <p:cNvSpPr>
              <a:spLocks/>
            </p:cNvSpPr>
            <p:nvPr/>
          </p:nvSpPr>
          <p:spPr bwMode="auto">
            <a:xfrm>
              <a:off x="3401794" y="-3222964"/>
              <a:ext cx="52387" cy="141288"/>
            </a:xfrm>
            <a:custGeom>
              <a:avLst/>
              <a:gdLst>
                <a:gd name="T0" fmla="*/ 46 w 72"/>
                <a:gd name="T1" fmla="*/ 189 h 189"/>
                <a:gd name="T2" fmla="*/ 72 w 72"/>
                <a:gd name="T3" fmla="*/ 145 h 189"/>
                <a:gd name="T4" fmla="*/ 37 w 72"/>
                <a:gd name="T5" fmla="*/ 0 h 189"/>
                <a:gd name="T6" fmla="*/ 9 w 72"/>
                <a:gd name="T7" fmla="*/ 35 h 189"/>
                <a:gd name="T8" fmla="*/ 46 w 72"/>
                <a:gd name="T9" fmla="*/ 189 h 189"/>
              </a:gdLst>
              <a:ahLst/>
              <a:cxnLst>
                <a:cxn ang="0">
                  <a:pos x="T0" y="T1"/>
                </a:cxn>
                <a:cxn ang="0">
                  <a:pos x="T2" y="T3"/>
                </a:cxn>
                <a:cxn ang="0">
                  <a:pos x="T4" y="T5"/>
                </a:cxn>
                <a:cxn ang="0">
                  <a:pos x="T6" y="T7"/>
                </a:cxn>
                <a:cxn ang="0">
                  <a:pos x="T8" y="T9"/>
                </a:cxn>
              </a:cxnLst>
              <a:rect l="0" t="0" r="r" b="b"/>
              <a:pathLst>
                <a:path w="72" h="189">
                  <a:moveTo>
                    <a:pt x="46" y="189"/>
                  </a:moveTo>
                  <a:cubicBezTo>
                    <a:pt x="54" y="175"/>
                    <a:pt x="62" y="160"/>
                    <a:pt x="72" y="145"/>
                  </a:cubicBezTo>
                  <a:cubicBezTo>
                    <a:pt x="31" y="80"/>
                    <a:pt x="33" y="26"/>
                    <a:pt x="37" y="0"/>
                  </a:cubicBezTo>
                  <a:cubicBezTo>
                    <a:pt x="27" y="11"/>
                    <a:pt x="17" y="22"/>
                    <a:pt x="9" y="35"/>
                  </a:cubicBezTo>
                  <a:cubicBezTo>
                    <a:pt x="1" y="69"/>
                    <a:pt x="0" y="123"/>
                    <a:pt x="46" y="189"/>
                  </a:cubicBezTo>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76" name="Freeform 266">
              <a:extLst>
                <a:ext uri="{FF2B5EF4-FFF2-40B4-BE49-F238E27FC236}">
                  <a16:creationId xmlns:a16="http://schemas.microsoft.com/office/drawing/2014/main" id="{EAD275E8-EB6F-4C4B-889D-59B32E6A6CDA}"/>
                </a:ext>
              </a:extLst>
            </p:cNvPr>
            <p:cNvSpPr>
              <a:spLocks/>
            </p:cNvSpPr>
            <p:nvPr/>
          </p:nvSpPr>
          <p:spPr bwMode="auto">
            <a:xfrm>
              <a:off x="3466882" y="-3075326"/>
              <a:ext cx="263525" cy="131763"/>
            </a:xfrm>
            <a:custGeom>
              <a:avLst/>
              <a:gdLst>
                <a:gd name="T0" fmla="*/ 75 w 355"/>
                <a:gd name="T1" fmla="*/ 45 h 176"/>
                <a:gd name="T2" fmla="*/ 25 w 355"/>
                <a:gd name="T3" fmla="*/ 0 h 176"/>
                <a:gd name="T4" fmla="*/ 0 w 355"/>
                <a:gd name="T5" fmla="*/ 42 h 176"/>
                <a:gd name="T6" fmla="*/ 46 w 355"/>
                <a:gd name="T7" fmla="*/ 82 h 176"/>
                <a:gd name="T8" fmla="*/ 321 w 355"/>
                <a:gd name="T9" fmla="*/ 176 h 176"/>
                <a:gd name="T10" fmla="*/ 355 w 355"/>
                <a:gd name="T11" fmla="*/ 134 h 176"/>
                <a:gd name="T12" fmla="*/ 75 w 355"/>
                <a:gd name="T13" fmla="*/ 45 h 176"/>
              </a:gdLst>
              <a:ahLst/>
              <a:cxnLst>
                <a:cxn ang="0">
                  <a:pos x="T0" y="T1"/>
                </a:cxn>
                <a:cxn ang="0">
                  <a:pos x="T2" y="T3"/>
                </a:cxn>
                <a:cxn ang="0">
                  <a:pos x="T4" y="T5"/>
                </a:cxn>
                <a:cxn ang="0">
                  <a:pos x="T6" y="T7"/>
                </a:cxn>
                <a:cxn ang="0">
                  <a:pos x="T8" y="T9"/>
                </a:cxn>
                <a:cxn ang="0">
                  <a:pos x="T10" y="T11"/>
                </a:cxn>
                <a:cxn ang="0">
                  <a:pos x="T12" y="T13"/>
                </a:cxn>
              </a:cxnLst>
              <a:rect l="0" t="0" r="r" b="b"/>
              <a:pathLst>
                <a:path w="355" h="176">
                  <a:moveTo>
                    <a:pt x="75" y="45"/>
                  </a:moveTo>
                  <a:cubicBezTo>
                    <a:pt x="56" y="30"/>
                    <a:pt x="39" y="15"/>
                    <a:pt x="25" y="0"/>
                  </a:cubicBezTo>
                  <a:cubicBezTo>
                    <a:pt x="15" y="14"/>
                    <a:pt x="7" y="28"/>
                    <a:pt x="0" y="42"/>
                  </a:cubicBezTo>
                  <a:cubicBezTo>
                    <a:pt x="13" y="55"/>
                    <a:pt x="28" y="68"/>
                    <a:pt x="46" y="82"/>
                  </a:cubicBezTo>
                  <a:cubicBezTo>
                    <a:pt x="154" y="168"/>
                    <a:pt x="261" y="176"/>
                    <a:pt x="321" y="176"/>
                  </a:cubicBezTo>
                  <a:cubicBezTo>
                    <a:pt x="325" y="176"/>
                    <a:pt x="344" y="150"/>
                    <a:pt x="355" y="134"/>
                  </a:cubicBezTo>
                  <a:cubicBezTo>
                    <a:pt x="328" y="140"/>
                    <a:pt x="213" y="155"/>
                    <a:pt x="75" y="45"/>
                  </a:cubicBezTo>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77" name="Freeform 267">
              <a:extLst>
                <a:ext uri="{FF2B5EF4-FFF2-40B4-BE49-F238E27FC236}">
                  <a16:creationId xmlns:a16="http://schemas.microsoft.com/office/drawing/2014/main" id="{A37DFD9B-B4D1-4573-9D6E-517E72232017}"/>
                </a:ext>
              </a:extLst>
            </p:cNvPr>
            <p:cNvSpPr>
              <a:spLocks/>
            </p:cNvSpPr>
            <p:nvPr/>
          </p:nvSpPr>
          <p:spPr bwMode="auto">
            <a:xfrm>
              <a:off x="3435132" y="-3115014"/>
              <a:ext cx="50800" cy="71438"/>
            </a:xfrm>
            <a:custGeom>
              <a:avLst/>
              <a:gdLst>
                <a:gd name="T0" fmla="*/ 0 w 68"/>
                <a:gd name="T1" fmla="*/ 44 h 95"/>
                <a:gd name="T2" fmla="*/ 43 w 68"/>
                <a:gd name="T3" fmla="*/ 95 h 95"/>
                <a:gd name="T4" fmla="*/ 68 w 68"/>
                <a:gd name="T5" fmla="*/ 53 h 95"/>
                <a:gd name="T6" fmla="*/ 26 w 68"/>
                <a:gd name="T7" fmla="*/ 0 h 95"/>
                <a:gd name="T8" fmla="*/ 0 w 68"/>
                <a:gd name="T9" fmla="*/ 44 h 95"/>
              </a:gdLst>
              <a:ahLst/>
              <a:cxnLst>
                <a:cxn ang="0">
                  <a:pos x="T0" y="T1"/>
                </a:cxn>
                <a:cxn ang="0">
                  <a:pos x="T2" y="T3"/>
                </a:cxn>
                <a:cxn ang="0">
                  <a:pos x="T4" y="T5"/>
                </a:cxn>
                <a:cxn ang="0">
                  <a:pos x="T6" y="T7"/>
                </a:cxn>
                <a:cxn ang="0">
                  <a:pos x="T8" y="T9"/>
                </a:cxn>
              </a:cxnLst>
              <a:rect l="0" t="0" r="r" b="b"/>
              <a:pathLst>
                <a:path w="68" h="95">
                  <a:moveTo>
                    <a:pt x="0" y="44"/>
                  </a:moveTo>
                  <a:cubicBezTo>
                    <a:pt x="12" y="61"/>
                    <a:pt x="26" y="77"/>
                    <a:pt x="43" y="95"/>
                  </a:cubicBezTo>
                  <a:cubicBezTo>
                    <a:pt x="50" y="81"/>
                    <a:pt x="58" y="67"/>
                    <a:pt x="68" y="53"/>
                  </a:cubicBezTo>
                  <a:cubicBezTo>
                    <a:pt x="51" y="35"/>
                    <a:pt x="37" y="17"/>
                    <a:pt x="26" y="0"/>
                  </a:cubicBezTo>
                  <a:cubicBezTo>
                    <a:pt x="16" y="15"/>
                    <a:pt x="8" y="30"/>
                    <a:pt x="0" y="44"/>
                  </a:cubicBezTo>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78" name="Freeform 268">
              <a:extLst>
                <a:ext uri="{FF2B5EF4-FFF2-40B4-BE49-F238E27FC236}">
                  <a16:creationId xmlns:a16="http://schemas.microsoft.com/office/drawing/2014/main" id="{74B23D5D-7BE9-4869-9FC0-E372F02D046F}"/>
                </a:ext>
              </a:extLst>
            </p:cNvPr>
            <p:cNvSpPr>
              <a:spLocks/>
            </p:cNvSpPr>
            <p:nvPr/>
          </p:nvSpPr>
          <p:spPr bwMode="auto">
            <a:xfrm>
              <a:off x="3573244" y="-3173751"/>
              <a:ext cx="185737" cy="157163"/>
            </a:xfrm>
            <a:custGeom>
              <a:avLst/>
              <a:gdLst>
                <a:gd name="T0" fmla="*/ 0 w 251"/>
                <a:gd name="T1" fmla="*/ 23 h 211"/>
                <a:gd name="T2" fmla="*/ 244 w 251"/>
                <a:gd name="T3" fmla="*/ 211 h 211"/>
                <a:gd name="T4" fmla="*/ 251 w 251"/>
                <a:gd name="T5" fmla="*/ 188 h 211"/>
                <a:gd name="T6" fmla="*/ 36 w 251"/>
                <a:gd name="T7" fmla="*/ 0 h 211"/>
                <a:gd name="T8" fmla="*/ 0 w 251"/>
                <a:gd name="T9" fmla="*/ 23 h 211"/>
              </a:gdLst>
              <a:ahLst/>
              <a:cxnLst>
                <a:cxn ang="0">
                  <a:pos x="T0" y="T1"/>
                </a:cxn>
                <a:cxn ang="0">
                  <a:pos x="T2" y="T3"/>
                </a:cxn>
                <a:cxn ang="0">
                  <a:pos x="T4" y="T5"/>
                </a:cxn>
                <a:cxn ang="0">
                  <a:pos x="T6" y="T7"/>
                </a:cxn>
                <a:cxn ang="0">
                  <a:pos x="T8" y="T9"/>
                </a:cxn>
              </a:cxnLst>
              <a:rect l="0" t="0" r="r" b="b"/>
              <a:pathLst>
                <a:path w="251" h="211">
                  <a:moveTo>
                    <a:pt x="0" y="23"/>
                  </a:moveTo>
                  <a:cubicBezTo>
                    <a:pt x="98" y="113"/>
                    <a:pt x="215" y="191"/>
                    <a:pt x="244" y="211"/>
                  </a:cubicBezTo>
                  <a:cubicBezTo>
                    <a:pt x="247" y="203"/>
                    <a:pt x="249" y="196"/>
                    <a:pt x="251" y="188"/>
                  </a:cubicBezTo>
                  <a:cubicBezTo>
                    <a:pt x="220" y="165"/>
                    <a:pt x="136" y="100"/>
                    <a:pt x="36" y="0"/>
                  </a:cubicBezTo>
                  <a:cubicBezTo>
                    <a:pt x="24" y="6"/>
                    <a:pt x="12" y="14"/>
                    <a:pt x="0" y="23"/>
                  </a:cubicBezTo>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79" name="Freeform 269">
              <a:extLst>
                <a:ext uri="{FF2B5EF4-FFF2-40B4-BE49-F238E27FC236}">
                  <a16:creationId xmlns:a16="http://schemas.microsoft.com/office/drawing/2014/main" id="{8F6F81C0-A14E-4BB3-B5BD-5B5403B8B48B}"/>
                </a:ext>
              </a:extLst>
            </p:cNvPr>
            <p:cNvSpPr>
              <a:spLocks/>
            </p:cNvSpPr>
            <p:nvPr/>
          </p:nvSpPr>
          <p:spPr bwMode="auto">
            <a:xfrm>
              <a:off x="3482757" y="-3272176"/>
              <a:ext cx="79375" cy="77788"/>
            </a:xfrm>
            <a:custGeom>
              <a:avLst/>
              <a:gdLst>
                <a:gd name="T0" fmla="*/ 108 w 108"/>
                <a:gd name="T1" fmla="*/ 81 h 104"/>
                <a:gd name="T2" fmla="*/ 34 w 108"/>
                <a:gd name="T3" fmla="*/ 0 h 104"/>
                <a:gd name="T4" fmla="*/ 0 w 108"/>
                <a:gd name="T5" fmla="*/ 14 h 104"/>
                <a:gd name="T6" fmla="*/ 71 w 108"/>
                <a:gd name="T7" fmla="*/ 104 h 104"/>
                <a:gd name="T8" fmla="*/ 108 w 108"/>
                <a:gd name="T9" fmla="*/ 81 h 104"/>
              </a:gdLst>
              <a:ahLst/>
              <a:cxnLst>
                <a:cxn ang="0">
                  <a:pos x="T0" y="T1"/>
                </a:cxn>
                <a:cxn ang="0">
                  <a:pos x="T2" y="T3"/>
                </a:cxn>
                <a:cxn ang="0">
                  <a:pos x="T4" y="T5"/>
                </a:cxn>
                <a:cxn ang="0">
                  <a:pos x="T6" y="T7"/>
                </a:cxn>
                <a:cxn ang="0">
                  <a:pos x="T8" y="T9"/>
                </a:cxn>
              </a:cxnLst>
              <a:rect l="0" t="0" r="r" b="b"/>
              <a:pathLst>
                <a:path w="108" h="104">
                  <a:moveTo>
                    <a:pt x="108" y="81"/>
                  </a:moveTo>
                  <a:cubicBezTo>
                    <a:pt x="84" y="56"/>
                    <a:pt x="59" y="29"/>
                    <a:pt x="34" y="0"/>
                  </a:cubicBezTo>
                  <a:cubicBezTo>
                    <a:pt x="22" y="3"/>
                    <a:pt x="11" y="8"/>
                    <a:pt x="0" y="14"/>
                  </a:cubicBezTo>
                  <a:cubicBezTo>
                    <a:pt x="18" y="44"/>
                    <a:pt x="43" y="74"/>
                    <a:pt x="71" y="104"/>
                  </a:cubicBezTo>
                  <a:cubicBezTo>
                    <a:pt x="83" y="95"/>
                    <a:pt x="96" y="87"/>
                    <a:pt x="108" y="81"/>
                  </a:cubicBezTo>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80" name="Freeform 270">
              <a:extLst>
                <a:ext uri="{FF2B5EF4-FFF2-40B4-BE49-F238E27FC236}">
                  <a16:creationId xmlns:a16="http://schemas.microsoft.com/office/drawing/2014/main" id="{C8040B5A-6950-406F-82D1-D09186400206}"/>
                </a:ext>
              </a:extLst>
            </p:cNvPr>
            <p:cNvSpPr>
              <a:spLocks/>
            </p:cNvSpPr>
            <p:nvPr/>
          </p:nvSpPr>
          <p:spPr bwMode="auto">
            <a:xfrm>
              <a:off x="3533557" y="-3211851"/>
              <a:ext cx="66675" cy="55563"/>
            </a:xfrm>
            <a:custGeom>
              <a:avLst/>
              <a:gdLst>
                <a:gd name="T0" fmla="*/ 41 w 90"/>
                <a:gd name="T1" fmla="*/ 0 h 76"/>
                <a:gd name="T2" fmla="*/ 0 w 90"/>
                <a:gd name="T3" fmla="*/ 25 h 76"/>
                <a:gd name="T4" fmla="*/ 49 w 90"/>
                <a:gd name="T5" fmla="*/ 76 h 76"/>
                <a:gd name="T6" fmla="*/ 90 w 90"/>
                <a:gd name="T7" fmla="*/ 50 h 76"/>
                <a:gd name="T8" fmla="*/ 41 w 90"/>
                <a:gd name="T9" fmla="*/ 0 h 76"/>
              </a:gdLst>
              <a:ahLst/>
              <a:cxnLst>
                <a:cxn ang="0">
                  <a:pos x="T0" y="T1"/>
                </a:cxn>
                <a:cxn ang="0">
                  <a:pos x="T2" y="T3"/>
                </a:cxn>
                <a:cxn ang="0">
                  <a:pos x="T4" y="T5"/>
                </a:cxn>
                <a:cxn ang="0">
                  <a:pos x="T6" y="T7"/>
                </a:cxn>
                <a:cxn ang="0">
                  <a:pos x="T8" y="T9"/>
                </a:cxn>
              </a:cxnLst>
              <a:rect l="0" t="0" r="r" b="b"/>
              <a:pathLst>
                <a:path w="90" h="76">
                  <a:moveTo>
                    <a:pt x="41" y="0"/>
                  </a:moveTo>
                  <a:cubicBezTo>
                    <a:pt x="28" y="7"/>
                    <a:pt x="12" y="16"/>
                    <a:pt x="0" y="25"/>
                  </a:cubicBezTo>
                  <a:cubicBezTo>
                    <a:pt x="15" y="42"/>
                    <a:pt x="31" y="59"/>
                    <a:pt x="49" y="76"/>
                  </a:cubicBezTo>
                  <a:cubicBezTo>
                    <a:pt x="62" y="67"/>
                    <a:pt x="78" y="57"/>
                    <a:pt x="90" y="50"/>
                  </a:cubicBezTo>
                  <a:cubicBezTo>
                    <a:pt x="74" y="35"/>
                    <a:pt x="57" y="18"/>
                    <a:pt x="41" y="0"/>
                  </a:cubicBezTo>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81" name="Freeform 271">
              <a:extLst>
                <a:ext uri="{FF2B5EF4-FFF2-40B4-BE49-F238E27FC236}">
                  <a16:creationId xmlns:a16="http://schemas.microsoft.com/office/drawing/2014/main" id="{D16CCBFC-3AFD-4086-9673-4960E7D8AFD0}"/>
                </a:ext>
              </a:extLst>
            </p:cNvPr>
            <p:cNvSpPr>
              <a:spLocks/>
            </p:cNvSpPr>
            <p:nvPr/>
          </p:nvSpPr>
          <p:spPr bwMode="auto">
            <a:xfrm>
              <a:off x="3533557" y="-3213439"/>
              <a:ext cx="66675" cy="58738"/>
            </a:xfrm>
            <a:custGeom>
              <a:avLst/>
              <a:gdLst>
                <a:gd name="T0" fmla="*/ 36 w 90"/>
                <a:gd name="T1" fmla="*/ 0 h 79"/>
                <a:gd name="T2" fmla="*/ 0 w 90"/>
                <a:gd name="T3" fmla="*/ 24 h 79"/>
                <a:gd name="T4" fmla="*/ 55 w 90"/>
                <a:gd name="T5" fmla="*/ 79 h 79"/>
                <a:gd name="T6" fmla="*/ 90 w 90"/>
                <a:gd name="T7" fmla="*/ 55 h 79"/>
                <a:gd name="T8" fmla="*/ 36 w 90"/>
                <a:gd name="T9" fmla="*/ 0 h 79"/>
              </a:gdLst>
              <a:ahLst/>
              <a:cxnLst>
                <a:cxn ang="0">
                  <a:pos x="T0" y="T1"/>
                </a:cxn>
                <a:cxn ang="0">
                  <a:pos x="T2" y="T3"/>
                </a:cxn>
                <a:cxn ang="0">
                  <a:pos x="T4" y="T5"/>
                </a:cxn>
                <a:cxn ang="0">
                  <a:pos x="T6" y="T7"/>
                </a:cxn>
                <a:cxn ang="0">
                  <a:pos x="T8" y="T9"/>
                </a:cxn>
              </a:cxnLst>
              <a:rect l="0" t="0" r="r" b="b"/>
              <a:pathLst>
                <a:path w="90" h="79">
                  <a:moveTo>
                    <a:pt x="36" y="0"/>
                  </a:moveTo>
                  <a:cubicBezTo>
                    <a:pt x="24" y="6"/>
                    <a:pt x="12" y="15"/>
                    <a:pt x="0" y="24"/>
                  </a:cubicBezTo>
                  <a:cubicBezTo>
                    <a:pt x="15" y="41"/>
                    <a:pt x="38" y="62"/>
                    <a:pt x="55" y="79"/>
                  </a:cubicBezTo>
                  <a:cubicBezTo>
                    <a:pt x="68" y="70"/>
                    <a:pt x="78" y="61"/>
                    <a:pt x="90" y="55"/>
                  </a:cubicBezTo>
                  <a:cubicBezTo>
                    <a:pt x="74" y="39"/>
                    <a:pt x="53" y="18"/>
                    <a:pt x="36" y="0"/>
                  </a:cubicBezTo>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82" name="Freeform 272">
              <a:extLst>
                <a:ext uri="{FF2B5EF4-FFF2-40B4-BE49-F238E27FC236}">
                  <a16:creationId xmlns:a16="http://schemas.microsoft.com/office/drawing/2014/main" id="{A0A16340-7BC4-42E0-B0C0-197C3179FA97}"/>
                </a:ext>
              </a:extLst>
            </p:cNvPr>
            <p:cNvSpPr>
              <a:spLocks/>
            </p:cNvSpPr>
            <p:nvPr/>
          </p:nvSpPr>
          <p:spPr bwMode="auto">
            <a:xfrm>
              <a:off x="3638332" y="-3122951"/>
              <a:ext cx="93662" cy="93663"/>
            </a:xfrm>
            <a:custGeom>
              <a:avLst/>
              <a:gdLst>
                <a:gd name="T0" fmla="*/ 29 w 127"/>
                <a:gd name="T1" fmla="*/ 19 h 127"/>
                <a:gd name="T2" fmla="*/ 18 w 127"/>
                <a:gd name="T3" fmla="*/ 98 h 127"/>
                <a:gd name="T4" fmla="*/ 98 w 127"/>
                <a:gd name="T5" fmla="*/ 108 h 127"/>
                <a:gd name="T6" fmla="*/ 108 w 127"/>
                <a:gd name="T7" fmla="*/ 29 h 127"/>
                <a:gd name="T8" fmla="*/ 29 w 127"/>
                <a:gd name="T9" fmla="*/ 19 h 127"/>
              </a:gdLst>
              <a:ahLst/>
              <a:cxnLst>
                <a:cxn ang="0">
                  <a:pos x="T0" y="T1"/>
                </a:cxn>
                <a:cxn ang="0">
                  <a:pos x="T2" y="T3"/>
                </a:cxn>
                <a:cxn ang="0">
                  <a:pos x="T4" y="T5"/>
                </a:cxn>
                <a:cxn ang="0">
                  <a:pos x="T6" y="T7"/>
                </a:cxn>
                <a:cxn ang="0">
                  <a:pos x="T8" y="T9"/>
                </a:cxn>
              </a:cxnLst>
              <a:rect l="0" t="0" r="r" b="b"/>
              <a:pathLst>
                <a:path w="127" h="127">
                  <a:moveTo>
                    <a:pt x="29" y="19"/>
                  </a:moveTo>
                  <a:cubicBezTo>
                    <a:pt x="4" y="38"/>
                    <a:pt x="0" y="73"/>
                    <a:pt x="18" y="98"/>
                  </a:cubicBezTo>
                  <a:cubicBezTo>
                    <a:pt x="38" y="123"/>
                    <a:pt x="73" y="127"/>
                    <a:pt x="98" y="108"/>
                  </a:cubicBezTo>
                  <a:cubicBezTo>
                    <a:pt x="123" y="90"/>
                    <a:pt x="127" y="54"/>
                    <a:pt x="108" y="29"/>
                  </a:cubicBezTo>
                  <a:cubicBezTo>
                    <a:pt x="89" y="5"/>
                    <a:pt x="54" y="0"/>
                    <a:pt x="29" y="19"/>
                  </a:cubicBezTo>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83" name="Freeform 273">
              <a:extLst>
                <a:ext uri="{FF2B5EF4-FFF2-40B4-BE49-F238E27FC236}">
                  <a16:creationId xmlns:a16="http://schemas.microsoft.com/office/drawing/2014/main" id="{75830A57-361A-4266-AC7B-0AC8E1663C6A}"/>
                </a:ext>
              </a:extLst>
            </p:cNvPr>
            <p:cNvSpPr>
              <a:spLocks/>
            </p:cNvSpPr>
            <p:nvPr/>
          </p:nvSpPr>
          <p:spPr bwMode="auto">
            <a:xfrm>
              <a:off x="3552607" y="-3018176"/>
              <a:ext cx="87312" cy="87313"/>
            </a:xfrm>
            <a:custGeom>
              <a:avLst/>
              <a:gdLst>
                <a:gd name="T0" fmla="*/ 27 w 118"/>
                <a:gd name="T1" fmla="*/ 18 h 118"/>
                <a:gd name="T2" fmla="*/ 18 w 118"/>
                <a:gd name="T3" fmla="*/ 91 h 118"/>
                <a:gd name="T4" fmla="*/ 91 w 118"/>
                <a:gd name="T5" fmla="*/ 101 h 118"/>
                <a:gd name="T6" fmla="*/ 101 w 118"/>
                <a:gd name="T7" fmla="*/ 28 h 118"/>
                <a:gd name="T8" fmla="*/ 27 w 118"/>
                <a:gd name="T9" fmla="*/ 18 h 118"/>
              </a:gdLst>
              <a:ahLst/>
              <a:cxnLst>
                <a:cxn ang="0">
                  <a:pos x="T0" y="T1"/>
                </a:cxn>
                <a:cxn ang="0">
                  <a:pos x="T2" y="T3"/>
                </a:cxn>
                <a:cxn ang="0">
                  <a:pos x="T4" y="T5"/>
                </a:cxn>
                <a:cxn ang="0">
                  <a:pos x="T6" y="T7"/>
                </a:cxn>
                <a:cxn ang="0">
                  <a:pos x="T8" y="T9"/>
                </a:cxn>
              </a:cxnLst>
              <a:rect l="0" t="0" r="r" b="b"/>
              <a:pathLst>
                <a:path w="118" h="118">
                  <a:moveTo>
                    <a:pt x="27" y="18"/>
                  </a:moveTo>
                  <a:cubicBezTo>
                    <a:pt x="5" y="35"/>
                    <a:pt x="0" y="68"/>
                    <a:pt x="18" y="91"/>
                  </a:cubicBezTo>
                  <a:cubicBezTo>
                    <a:pt x="35" y="114"/>
                    <a:pt x="68" y="118"/>
                    <a:pt x="91" y="101"/>
                  </a:cubicBezTo>
                  <a:cubicBezTo>
                    <a:pt x="114" y="83"/>
                    <a:pt x="118" y="51"/>
                    <a:pt x="101" y="28"/>
                  </a:cubicBezTo>
                  <a:cubicBezTo>
                    <a:pt x="83" y="5"/>
                    <a:pt x="50" y="0"/>
                    <a:pt x="27" y="18"/>
                  </a:cubicBezTo>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84" name="Freeform 274">
              <a:extLst>
                <a:ext uri="{FF2B5EF4-FFF2-40B4-BE49-F238E27FC236}">
                  <a16:creationId xmlns:a16="http://schemas.microsoft.com/office/drawing/2014/main" id="{0922CF55-6A91-4E97-8172-EF6D8EC8C9D9}"/>
                </a:ext>
              </a:extLst>
            </p:cNvPr>
            <p:cNvSpPr>
              <a:spLocks/>
            </p:cNvSpPr>
            <p:nvPr/>
          </p:nvSpPr>
          <p:spPr bwMode="auto">
            <a:xfrm>
              <a:off x="3395444" y="-3148351"/>
              <a:ext cx="133350" cy="133350"/>
            </a:xfrm>
            <a:custGeom>
              <a:avLst/>
              <a:gdLst>
                <a:gd name="T0" fmla="*/ 41 w 179"/>
                <a:gd name="T1" fmla="*/ 27 h 180"/>
                <a:gd name="T2" fmla="*/ 26 w 179"/>
                <a:gd name="T3" fmla="*/ 138 h 180"/>
                <a:gd name="T4" fmla="*/ 138 w 179"/>
                <a:gd name="T5" fmla="*/ 153 h 180"/>
                <a:gd name="T6" fmla="*/ 153 w 179"/>
                <a:gd name="T7" fmla="*/ 41 h 180"/>
                <a:gd name="T8" fmla="*/ 41 w 179"/>
                <a:gd name="T9" fmla="*/ 27 h 180"/>
              </a:gdLst>
              <a:ahLst/>
              <a:cxnLst>
                <a:cxn ang="0">
                  <a:pos x="T0" y="T1"/>
                </a:cxn>
                <a:cxn ang="0">
                  <a:pos x="T2" y="T3"/>
                </a:cxn>
                <a:cxn ang="0">
                  <a:pos x="T4" y="T5"/>
                </a:cxn>
                <a:cxn ang="0">
                  <a:pos x="T6" y="T7"/>
                </a:cxn>
                <a:cxn ang="0">
                  <a:pos x="T8" y="T9"/>
                </a:cxn>
              </a:cxnLst>
              <a:rect l="0" t="0" r="r" b="b"/>
              <a:pathLst>
                <a:path w="179" h="180">
                  <a:moveTo>
                    <a:pt x="41" y="27"/>
                  </a:moveTo>
                  <a:cubicBezTo>
                    <a:pt x="6" y="54"/>
                    <a:pt x="0" y="103"/>
                    <a:pt x="26" y="138"/>
                  </a:cubicBezTo>
                  <a:cubicBezTo>
                    <a:pt x="53" y="173"/>
                    <a:pt x="103" y="180"/>
                    <a:pt x="138" y="153"/>
                  </a:cubicBezTo>
                  <a:cubicBezTo>
                    <a:pt x="173" y="126"/>
                    <a:pt x="179" y="77"/>
                    <a:pt x="153" y="41"/>
                  </a:cubicBezTo>
                  <a:cubicBezTo>
                    <a:pt x="126" y="7"/>
                    <a:pt x="76" y="0"/>
                    <a:pt x="41" y="27"/>
                  </a:cubicBezTo>
                </a:path>
              </a:pathLst>
            </a:custGeom>
            <a:grpFill/>
            <a:ln w="0">
              <a:noFill/>
              <a:prstDash val="solid"/>
              <a:round/>
              <a:headEnd/>
              <a:tailEnd/>
            </a:ln>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grpSp>
      <p:sp>
        <p:nvSpPr>
          <p:cNvPr id="85" name="Rectangle 275">
            <a:extLst>
              <a:ext uri="{FF2B5EF4-FFF2-40B4-BE49-F238E27FC236}">
                <a16:creationId xmlns:a16="http://schemas.microsoft.com/office/drawing/2014/main" id="{D3B471A7-85E6-483F-8275-D4D7F1C96097}"/>
              </a:ext>
            </a:extLst>
          </p:cNvPr>
          <p:cNvSpPr>
            <a:spLocks noChangeArrowheads="1"/>
          </p:cNvSpPr>
          <p:nvPr/>
        </p:nvSpPr>
        <p:spPr bwMode="auto">
          <a:xfrm>
            <a:off x="6379203" y="4472506"/>
            <a:ext cx="583665" cy="172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224">
              <a:defRPr/>
            </a:pPr>
            <a:r>
              <a:rPr lang="en-US" altLang="en-US" sz="1099">
                <a:latin typeface="Segoe UI Light" panose="020B0502040204020203" pitchFamily="34" charset="0"/>
                <a:cs typeface="Segoe UI Light" panose="020B0502040204020203" pitchFamily="34" charset="0"/>
              </a:rPr>
              <a:t>Web Jobs</a:t>
            </a:r>
            <a:endParaRPr lang="en-US" altLang="en-US">
              <a:latin typeface="Segoe UI Light" panose="020B0502040204020203" pitchFamily="34" charset="0"/>
              <a:cs typeface="Segoe UI Light" panose="020B0502040204020203" pitchFamily="34" charset="0"/>
            </a:endParaRPr>
          </a:p>
        </p:txBody>
      </p:sp>
      <p:sp>
        <p:nvSpPr>
          <p:cNvPr id="86" name="Line 18">
            <a:extLst>
              <a:ext uri="{FF2B5EF4-FFF2-40B4-BE49-F238E27FC236}">
                <a16:creationId xmlns:a16="http://schemas.microsoft.com/office/drawing/2014/main" id="{B86466DC-6981-4133-9F25-41961995B7A5}"/>
              </a:ext>
            </a:extLst>
          </p:cNvPr>
          <p:cNvSpPr>
            <a:spLocks noChangeShapeType="1"/>
          </p:cNvSpPr>
          <p:nvPr/>
        </p:nvSpPr>
        <p:spPr bwMode="auto">
          <a:xfrm>
            <a:off x="9468386" y="4341240"/>
            <a:ext cx="914270" cy="0"/>
          </a:xfrm>
          <a:prstGeom prst="line">
            <a:avLst/>
          </a:prstGeom>
          <a:solidFill>
            <a:schemeClr val="tx1"/>
          </a:solidFill>
          <a:ln w="6350" cap="rnd">
            <a:solidFill>
              <a:schemeClr val="tx1"/>
            </a:solidFill>
            <a:prstDash val="solid"/>
            <a:round/>
            <a:headEnd type="arrow" w="med" len="med"/>
            <a:tailEnd type="none" w="med" len="med"/>
          </a:ln>
          <a:extLst/>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87" name="Line 83">
            <a:extLst>
              <a:ext uri="{FF2B5EF4-FFF2-40B4-BE49-F238E27FC236}">
                <a16:creationId xmlns:a16="http://schemas.microsoft.com/office/drawing/2014/main" id="{6DE80DED-9CEF-4565-A2E5-C594217B31BA}"/>
              </a:ext>
            </a:extLst>
          </p:cNvPr>
          <p:cNvSpPr>
            <a:spLocks noChangeShapeType="1"/>
          </p:cNvSpPr>
          <p:nvPr/>
        </p:nvSpPr>
        <p:spPr bwMode="auto">
          <a:xfrm flipH="1">
            <a:off x="9468386" y="4106293"/>
            <a:ext cx="914270" cy="0"/>
          </a:xfrm>
          <a:prstGeom prst="line">
            <a:avLst/>
          </a:prstGeom>
          <a:solidFill>
            <a:schemeClr val="tx1"/>
          </a:solidFill>
          <a:ln w="6350" cap="rnd">
            <a:solidFill>
              <a:schemeClr val="tx1"/>
            </a:solidFill>
            <a:prstDash val="solid"/>
            <a:round/>
            <a:headEnd type="arrow" w="med" len="med"/>
            <a:tailEnd type="none" w="med" len="med"/>
          </a:ln>
          <a:extLst/>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89" name="Freeform 194">
            <a:extLst>
              <a:ext uri="{FF2B5EF4-FFF2-40B4-BE49-F238E27FC236}">
                <a16:creationId xmlns:a16="http://schemas.microsoft.com/office/drawing/2014/main" id="{3847D437-FCC9-4FFB-A2D9-74D62D183F1E}"/>
              </a:ext>
            </a:extLst>
          </p:cNvPr>
          <p:cNvSpPr>
            <a:spLocks/>
          </p:cNvSpPr>
          <p:nvPr/>
        </p:nvSpPr>
        <p:spPr bwMode="auto">
          <a:xfrm flipV="1">
            <a:off x="4537963" y="4903851"/>
            <a:ext cx="773002" cy="639673"/>
          </a:xfrm>
          <a:custGeom>
            <a:avLst/>
            <a:gdLst>
              <a:gd name="T0" fmla="*/ 0 w 487"/>
              <a:gd name="T1" fmla="*/ 403 h 403"/>
              <a:gd name="T2" fmla="*/ 0 w 487"/>
              <a:gd name="T3" fmla="*/ 0 h 403"/>
              <a:gd name="T4" fmla="*/ 487 w 487"/>
              <a:gd name="T5" fmla="*/ 0 h 403"/>
            </a:gdLst>
            <a:ahLst/>
            <a:cxnLst>
              <a:cxn ang="0">
                <a:pos x="T0" y="T1"/>
              </a:cxn>
              <a:cxn ang="0">
                <a:pos x="T2" y="T3"/>
              </a:cxn>
              <a:cxn ang="0">
                <a:pos x="T4" y="T5"/>
              </a:cxn>
            </a:cxnLst>
            <a:rect l="0" t="0" r="r" b="b"/>
            <a:pathLst>
              <a:path w="487" h="403">
                <a:moveTo>
                  <a:pt x="0" y="403"/>
                </a:moveTo>
                <a:lnTo>
                  <a:pt x="0" y="0"/>
                </a:lnTo>
                <a:lnTo>
                  <a:pt x="487" y="0"/>
                </a:lnTo>
              </a:path>
            </a:pathLst>
          </a:custGeom>
          <a:noFill/>
          <a:ln w="6350" cap="rnd">
            <a:solidFill>
              <a:schemeClr val="tx1"/>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90" name="Freeform 194">
            <a:extLst>
              <a:ext uri="{FF2B5EF4-FFF2-40B4-BE49-F238E27FC236}">
                <a16:creationId xmlns:a16="http://schemas.microsoft.com/office/drawing/2014/main" id="{AB106CB0-33F8-4589-8123-AB39CABF885F}"/>
              </a:ext>
            </a:extLst>
          </p:cNvPr>
          <p:cNvSpPr>
            <a:spLocks/>
          </p:cNvSpPr>
          <p:nvPr/>
        </p:nvSpPr>
        <p:spPr bwMode="auto">
          <a:xfrm rot="16200000" flipV="1">
            <a:off x="6061199" y="4935006"/>
            <a:ext cx="647566" cy="585257"/>
          </a:xfrm>
          <a:custGeom>
            <a:avLst/>
            <a:gdLst>
              <a:gd name="T0" fmla="*/ 0 w 487"/>
              <a:gd name="T1" fmla="*/ 403 h 403"/>
              <a:gd name="T2" fmla="*/ 0 w 487"/>
              <a:gd name="T3" fmla="*/ 0 h 403"/>
              <a:gd name="T4" fmla="*/ 487 w 487"/>
              <a:gd name="T5" fmla="*/ 0 h 403"/>
            </a:gdLst>
            <a:ahLst/>
            <a:cxnLst>
              <a:cxn ang="0">
                <a:pos x="T0" y="T1"/>
              </a:cxn>
              <a:cxn ang="0">
                <a:pos x="T2" y="T3"/>
              </a:cxn>
              <a:cxn ang="0">
                <a:pos x="T4" y="T5"/>
              </a:cxn>
            </a:cxnLst>
            <a:rect l="0" t="0" r="r" b="b"/>
            <a:pathLst>
              <a:path w="487" h="403">
                <a:moveTo>
                  <a:pt x="0" y="403"/>
                </a:moveTo>
                <a:lnTo>
                  <a:pt x="0" y="0"/>
                </a:lnTo>
                <a:lnTo>
                  <a:pt x="487" y="0"/>
                </a:lnTo>
              </a:path>
            </a:pathLst>
          </a:custGeom>
          <a:noFill/>
          <a:ln w="6350" cap="rnd">
            <a:solidFill>
              <a:schemeClr val="tx1"/>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4">
              <a:defRPr/>
            </a:pPr>
            <a:endParaRPr lang="en-US">
              <a:solidFill>
                <a:prstClr val="black"/>
              </a:solidFill>
              <a:latin typeface="Segoe UI Light" panose="020B0502040204020203" pitchFamily="34" charset="0"/>
              <a:cs typeface="Segoe UI Light" panose="020B0502040204020203" pitchFamily="34" charset="0"/>
            </a:endParaRPr>
          </a:p>
        </p:txBody>
      </p:sp>
      <p:sp>
        <p:nvSpPr>
          <p:cNvPr id="91" name="Freeform 110">
            <a:extLst>
              <a:ext uri="{FF2B5EF4-FFF2-40B4-BE49-F238E27FC236}">
                <a16:creationId xmlns:a16="http://schemas.microsoft.com/office/drawing/2014/main" id="{E163914B-BA7D-4637-B932-8A8D84E11A43}"/>
              </a:ext>
            </a:extLst>
          </p:cNvPr>
          <p:cNvSpPr>
            <a:spLocks noChangeAspect="1"/>
          </p:cNvSpPr>
          <p:nvPr/>
        </p:nvSpPr>
        <p:spPr>
          <a:xfrm>
            <a:off x="5473296" y="5275081"/>
            <a:ext cx="384306" cy="407654"/>
          </a:xfrm>
          <a:custGeom>
            <a:avLst/>
            <a:gdLst>
              <a:gd name="connsiteX0" fmla="*/ 302419 w 725805"/>
              <a:gd name="connsiteY0" fmla="*/ 87660 h 780604"/>
              <a:gd name="connsiteX1" fmla="*/ 302419 w 725805"/>
              <a:gd name="connsiteY1" fmla="*/ 249585 h 780604"/>
              <a:gd name="connsiteX2" fmla="*/ 83344 w 725805"/>
              <a:gd name="connsiteY2" fmla="*/ 673447 h 780604"/>
              <a:gd name="connsiteX3" fmla="*/ 104775 w 725805"/>
              <a:gd name="connsiteY3" fmla="*/ 690116 h 780604"/>
              <a:gd name="connsiteX4" fmla="*/ 154781 w 725805"/>
              <a:gd name="connsiteY4" fmla="*/ 692497 h 780604"/>
              <a:gd name="connsiteX5" fmla="*/ 333375 w 725805"/>
              <a:gd name="connsiteY5" fmla="*/ 332929 h 780604"/>
              <a:gd name="connsiteX6" fmla="*/ 461963 w 725805"/>
              <a:gd name="connsiteY6" fmla="*/ 332929 h 780604"/>
              <a:gd name="connsiteX7" fmla="*/ 416719 w 725805"/>
              <a:gd name="connsiteY7" fmla="*/ 247204 h 780604"/>
              <a:gd name="connsiteX8" fmla="*/ 416719 w 725805"/>
              <a:gd name="connsiteY8" fmla="*/ 87660 h 780604"/>
              <a:gd name="connsiteX9" fmla="*/ 176903 w 725805"/>
              <a:gd name="connsiteY9" fmla="*/ 0 h 780604"/>
              <a:gd name="connsiteX10" fmla="*/ 548902 w 725805"/>
              <a:gd name="connsiteY10" fmla="*/ 0 h 780604"/>
              <a:gd name="connsiteX11" fmla="*/ 548902 w 725805"/>
              <a:gd name="connsiteY11" fmla="*/ 94804 h 780604"/>
              <a:gd name="connsiteX12" fmla="*/ 502920 w 725805"/>
              <a:gd name="connsiteY12" fmla="*/ 94804 h 780604"/>
              <a:gd name="connsiteX13" fmla="*/ 502920 w 725805"/>
              <a:gd name="connsiteY13" fmla="*/ 211961 h 780604"/>
              <a:gd name="connsiteX14" fmla="*/ 725805 w 725805"/>
              <a:gd name="connsiteY14" fmla="*/ 654874 h 780604"/>
              <a:gd name="connsiteX15" fmla="*/ 662940 w 725805"/>
              <a:gd name="connsiteY15" fmla="*/ 780604 h 780604"/>
              <a:gd name="connsiteX16" fmla="*/ 62865 w 725805"/>
              <a:gd name="connsiteY16" fmla="*/ 780604 h 780604"/>
              <a:gd name="connsiteX17" fmla="*/ 0 w 725805"/>
              <a:gd name="connsiteY17" fmla="*/ 672019 h 780604"/>
              <a:gd name="connsiteX18" fmla="*/ 214313 w 725805"/>
              <a:gd name="connsiteY18" fmla="*/ 229106 h 780604"/>
              <a:gd name="connsiteX19" fmla="*/ 214313 w 725805"/>
              <a:gd name="connsiteY19" fmla="*/ 94804 h 780604"/>
              <a:gd name="connsiteX20" fmla="*/ 176903 w 725805"/>
              <a:gd name="connsiteY20" fmla="*/ 94804 h 780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25805" h="780604">
                <a:moveTo>
                  <a:pt x="302419" y="87660"/>
                </a:moveTo>
                <a:lnTo>
                  <a:pt x="302419" y="249585"/>
                </a:lnTo>
                <a:lnTo>
                  <a:pt x="83344" y="673447"/>
                </a:lnTo>
                <a:lnTo>
                  <a:pt x="104775" y="690116"/>
                </a:lnTo>
                <a:lnTo>
                  <a:pt x="154781" y="692497"/>
                </a:lnTo>
                <a:lnTo>
                  <a:pt x="333375" y="332929"/>
                </a:lnTo>
                <a:lnTo>
                  <a:pt x="461963" y="332929"/>
                </a:lnTo>
                <a:lnTo>
                  <a:pt x="416719" y="247204"/>
                </a:lnTo>
                <a:lnTo>
                  <a:pt x="416719" y="87660"/>
                </a:lnTo>
                <a:close/>
                <a:moveTo>
                  <a:pt x="176903" y="0"/>
                </a:moveTo>
                <a:lnTo>
                  <a:pt x="548902" y="0"/>
                </a:lnTo>
                <a:lnTo>
                  <a:pt x="548902" y="94804"/>
                </a:lnTo>
                <a:lnTo>
                  <a:pt x="502920" y="94804"/>
                </a:lnTo>
                <a:lnTo>
                  <a:pt x="502920" y="211961"/>
                </a:lnTo>
                <a:lnTo>
                  <a:pt x="725805" y="654874"/>
                </a:lnTo>
                <a:lnTo>
                  <a:pt x="662940" y="780604"/>
                </a:lnTo>
                <a:lnTo>
                  <a:pt x="62865" y="780604"/>
                </a:lnTo>
                <a:lnTo>
                  <a:pt x="0" y="672019"/>
                </a:lnTo>
                <a:lnTo>
                  <a:pt x="214313" y="229106"/>
                </a:lnTo>
                <a:lnTo>
                  <a:pt x="214313" y="94804"/>
                </a:lnTo>
                <a:lnTo>
                  <a:pt x="176903" y="94804"/>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4">
              <a:defRPr/>
            </a:pPr>
            <a:endParaRPr lang="en-US">
              <a:solidFill>
                <a:prstClr val="white"/>
              </a:solidFill>
              <a:latin typeface="Segoe UI Light" panose="020B0502040204020203" pitchFamily="34" charset="0"/>
              <a:cs typeface="Segoe UI Light" panose="020B0502040204020203" pitchFamily="34" charset="0"/>
            </a:endParaRPr>
          </a:p>
        </p:txBody>
      </p:sp>
      <p:sp>
        <p:nvSpPr>
          <p:cNvPr id="92" name="Rectangle 180">
            <a:extLst>
              <a:ext uri="{FF2B5EF4-FFF2-40B4-BE49-F238E27FC236}">
                <a16:creationId xmlns:a16="http://schemas.microsoft.com/office/drawing/2014/main" id="{B300B7C5-1312-4BAE-A276-4085584E5B5B}"/>
              </a:ext>
            </a:extLst>
          </p:cNvPr>
          <p:cNvSpPr>
            <a:spLocks noChangeArrowheads="1"/>
          </p:cNvSpPr>
          <p:nvPr/>
        </p:nvSpPr>
        <p:spPr bwMode="auto">
          <a:xfrm>
            <a:off x="5368112" y="5703571"/>
            <a:ext cx="675221" cy="172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224">
              <a:defRPr/>
            </a:pPr>
            <a:r>
              <a:rPr lang="en-US" altLang="en-US" sz="1099">
                <a:latin typeface="Segoe UI Light" panose="020B0502040204020203" pitchFamily="34" charset="0"/>
                <a:cs typeface="Segoe UI Light" panose="020B0502040204020203" pitchFamily="34" charset="0"/>
              </a:rPr>
              <a:t>* Azure ML</a:t>
            </a:r>
            <a:endParaRPr lang="en-US" altLang="en-US">
              <a:latin typeface="Segoe UI Light" panose="020B0502040204020203" pitchFamily="34" charset="0"/>
              <a:cs typeface="Segoe UI Light" panose="020B0502040204020203" pitchFamily="34" charset="0"/>
            </a:endParaRPr>
          </a:p>
        </p:txBody>
      </p:sp>
      <p:grpSp>
        <p:nvGrpSpPr>
          <p:cNvPr id="93" name="Group 92">
            <a:extLst>
              <a:ext uri="{FF2B5EF4-FFF2-40B4-BE49-F238E27FC236}">
                <a16:creationId xmlns:a16="http://schemas.microsoft.com/office/drawing/2014/main" id="{CA2BE27C-0314-4157-A74C-16A819B8105E}"/>
              </a:ext>
            </a:extLst>
          </p:cNvPr>
          <p:cNvGrpSpPr/>
          <p:nvPr/>
        </p:nvGrpSpPr>
        <p:grpSpPr>
          <a:xfrm>
            <a:off x="5898084" y="1935103"/>
            <a:ext cx="526444" cy="581877"/>
            <a:chOff x="7879605" y="2318948"/>
            <a:chExt cx="681322" cy="770272"/>
          </a:xfrm>
        </p:grpSpPr>
        <p:grpSp>
          <p:nvGrpSpPr>
            <p:cNvPr id="94" name="Group 93">
              <a:extLst>
                <a:ext uri="{FF2B5EF4-FFF2-40B4-BE49-F238E27FC236}">
                  <a16:creationId xmlns:a16="http://schemas.microsoft.com/office/drawing/2014/main" id="{78F878CB-C782-4B85-8055-59757D60DCBE}"/>
                </a:ext>
              </a:extLst>
            </p:cNvPr>
            <p:cNvGrpSpPr>
              <a:grpSpLocks noChangeAspect="1"/>
            </p:cNvGrpSpPr>
            <p:nvPr/>
          </p:nvGrpSpPr>
          <p:grpSpPr>
            <a:xfrm>
              <a:off x="7945345" y="2318948"/>
              <a:ext cx="601180" cy="518579"/>
              <a:chOff x="9888538" y="3827463"/>
              <a:chExt cx="1676400" cy="1270000"/>
            </a:xfrm>
            <a:solidFill>
              <a:schemeClr val="bg1">
                <a:lumMod val="50000"/>
              </a:schemeClr>
            </a:solidFill>
          </p:grpSpPr>
          <p:sp>
            <p:nvSpPr>
              <p:cNvPr id="96" name="Rectangle 95">
                <a:extLst>
                  <a:ext uri="{FF2B5EF4-FFF2-40B4-BE49-F238E27FC236}">
                    <a16:creationId xmlns:a16="http://schemas.microsoft.com/office/drawing/2014/main" id="{C8B1BB82-EB24-498F-9D39-CC1B0ABD95C1}"/>
                  </a:ext>
                </a:extLst>
              </p:cNvPr>
              <p:cNvSpPr>
                <a:spLocks noChangeArrowheads="1"/>
              </p:cNvSpPr>
              <p:nvPr/>
            </p:nvSpPr>
            <p:spPr bwMode="auto">
              <a:xfrm>
                <a:off x="10485438" y="4211638"/>
                <a:ext cx="69850" cy="298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003" tIns="46502" rIns="93003" bIns="46502" numCol="1" anchor="t" anchorCtr="0" compatLnSpc="1">
                <a:prstTxWarp prst="textNoShape">
                  <a:avLst/>
                </a:prstTxWarp>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948549"/>
                <a:endParaRPr lang="en-US" sz="1832">
                  <a:solidFill>
                    <a:srgbClr val="000000"/>
                  </a:solidFill>
                  <a:latin typeface="Segoe UI Light" panose="020B0502040204020203" pitchFamily="34" charset="0"/>
                  <a:cs typeface="Segoe UI Light" panose="020B0502040204020203" pitchFamily="34" charset="0"/>
                </a:endParaRPr>
              </a:p>
            </p:txBody>
          </p:sp>
          <p:sp>
            <p:nvSpPr>
              <p:cNvPr id="97" name="Rectangle 96">
                <a:extLst>
                  <a:ext uri="{FF2B5EF4-FFF2-40B4-BE49-F238E27FC236}">
                    <a16:creationId xmlns:a16="http://schemas.microsoft.com/office/drawing/2014/main" id="{1156B454-4C2E-4F72-BDE9-469339310C4C}"/>
                  </a:ext>
                </a:extLst>
              </p:cNvPr>
              <p:cNvSpPr>
                <a:spLocks noChangeArrowheads="1"/>
              </p:cNvSpPr>
              <p:nvPr/>
            </p:nvSpPr>
            <p:spPr bwMode="auto">
              <a:xfrm>
                <a:off x="10180638" y="4630738"/>
                <a:ext cx="352425" cy="539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003" tIns="46502" rIns="93003" bIns="46502" numCol="1" anchor="t" anchorCtr="0" compatLnSpc="1">
                <a:prstTxWarp prst="textNoShape">
                  <a:avLst/>
                </a:prstTxWarp>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948549"/>
                <a:endParaRPr lang="en-US" sz="1832">
                  <a:solidFill>
                    <a:srgbClr val="000000"/>
                  </a:solidFill>
                  <a:latin typeface="Segoe UI Light" panose="020B0502040204020203" pitchFamily="34" charset="0"/>
                  <a:cs typeface="Segoe UI Light" panose="020B0502040204020203" pitchFamily="34" charset="0"/>
                </a:endParaRPr>
              </a:p>
            </p:txBody>
          </p:sp>
          <p:sp>
            <p:nvSpPr>
              <p:cNvPr id="98" name="Rectangle 97">
                <a:extLst>
                  <a:ext uri="{FF2B5EF4-FFF2-40B4-BE49-F238E27FC236}">
                    <a16:creationId xmlns:a16="http://schemas.microsoft.com/office/drawing/2014/main" id="{11FD2DA4-FD9D-4F95-A75C-F802D92A5A4A}"/>
                  </a:ext>
                </a:extLst>
              </p:cNvPr>
              <p:cNvSpPr>
                <a:spLocks noChangeArrowheads="1"/>
              </p:cNvSpPr>
              <p:nvPr/>
            </p:nvSpPr>
            <p:spPr bwMode="auto">
              <a:xfrm>
                <a:off x="10091738" y="4630738"/>
                <a:ext cx="57150" cy="539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003" tIns="46502" rIns="93003" bIns="46502" numCol="1" anchor="t" anchorCtr="0" compatLnSpc="1">
                <a:prstTxWarp prst="textNoShape">
                  <a:avLst/>
                </a:prstTxWarp>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948549"/>
                <a:endParaRPr lang="en-US" sz="1832">
                  <a:solidFill>
                    <a:srgbClr val="000000"/>
                  </a:solidFill>
                  <a:latin typeface="Segoe UI Light" panose="020B0502040204020203" pitchFamily="34" charset="0"/>
                  <a:cs typeface="Segoe UI Light" panose="020B0502040204020203" pitchFamily="34" charset="0"/>
                </a:endParaRPr>
              </a:p>
            </p:txBody>
          </p:sp>
          <p:sp>
            <p:nvSpPr>
              <p:cNvPr id="99" name="Rectangle 98">
                <a:extLst>
                  <a:ext uri="{FF2B5EF4-FFF2-40B4-BE49-F238E27FC236}">
                    <a16:creationId xmlns:a16="http://schemas.microsoft.com/office/drawing/2014/main" id="{97379C04-8DFD-46DD-AC4E-DE7DD3C16180}"/>
                  </a:ext>
                </a:extLst>
              </p:cNvPr>
              <p:cNvSpPr>
                <a:spLocks noChangeArrowheads="1"/>
              </p:cNvSpPr>
              <p:nvPr/>
            </p:nvSpPr>
            <p:spPr bwMode="auto">
              <a:xfrm>
                <a:off x="10180638" y="4745038"/>
                <a:ext cx="381000" cy="539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003" tIns="46502" rIns="93003" bIns="46502" numCol="1" anchor="t" anchorCtr="0" compatLnSpc="1">
                <a:prstTxWarp prst="textNoShape">
                  <a:avLst/>
                </a:prstTxWarp>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948549"/>
                <a:endParaRPr lang="en-US" sz="1832">
                  <a:solidFill>
                    <a:srgbClr val="000000"/>
                  </a:solidFill>
                  <a:latin typeface="Segoe UI Light" panose="020B0502040204020203" pitchFamily="34" charset="0"/>
                  <a:cs typeface="Segoe UI Light" panose="020B0502040204020203" pitchFamily="34" charset="0"/>
                </a:endParaRPr>
              </a:p>
            </p:txBody>
          </p:sp>
          <p:sp>
            <p:nvSpPr>
              <p:cNvPr id="100" name="Rectangle 99">
                <a:extLst>
                  <a:ext uri="{FF2B5EF4-FFF2-40B4-BE49-F238E27FC236}">
                    <a16:creationId xmlns:a16="http://schemas.microsoft.com/office/drawing/2014/main" id="{961CDA47-46D7-4BF9-9099-7CF5186182B9}"/>
                  </a:ext>
                </a:extLst>
              </p:cNvPr>
              <p:cNvSpPr>
                <a:spLocks noChangeArrowheads="1"/>
              </p:cNvSpPr>
              <p:nvPr/>
            </p:nvSpPr>
            <p:spPr bwMode="auto">
              <a:xfrm>
                <a:off x="10091738" y="4745038"/>
                <a:ext cx="57150" cy="539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003" tIns="46502" rIns="93003" bIns="46502" numCol="1" anchor="t" anchorCtr="0" compatLnSpc="1">
                <a:prstTxWarp prst="textNoShape">
                  <a:avLst/>
                </a:prstTxWarp>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948549"/>
                <a:endParaRPr lang="en-US" sz="1832">
                  <a:solidFill>
                    <a:srgbClr val="000000"/>
                  </a:solidFill>
                  <a:latin typeface="Segoe UI Light" panose="020B0502040204020203" pitchFamily="34" charset="0"/>
                  <a:cs typeface="Segoe UI Light" panose="020B0502040204020203" pitchFamily="34" charset="0"/>
                </a:endParaRPr>
              </a:p>
            </p:txBody>
          </p:sp>
          <p:sp>
            <p:nvSpPr>
              <p:cNvPr id="101" name="Rectangle 100">
                <a:extLst>
                  <a:ext uri="{FF2B5EF4-FFF2-40B4-BE49-F238E27FC236}">
                    <a16:creationId xmlns:a16="http://schemas.microsoft.com/office/drawing/2014/main" id="{ADA2D73B-C166-44EF-9B22-0055B2B8F117}"/>
                  </a:ext>
                </a:extLst>
              </p:cNvPr>
              <p:cNvSpPr>
                <a:spLocks noChangeArrowheads="1"/>
              </p:cNvSpPr>
              <p:nvPr/>
            </p:nvSpPr>
            <p:spPr bwMode="auto">
              <a:xfrm>
                <a:off x="10180638" y="4852988"/>
                <a:ext cx="282575" cy="539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003" tIns="46502" rIns="93003" bIns="46502" numCol="1" anchor="t" anchorCtr="0" compatLnSpc="1">
                <a:prstTxWarp prst="textNoShape">
                  <a:avLst/>
                </a:prstTxWarp>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948549"/>
                <a:endParaRPr lang="en-US" sz="1832">
                  <a:solidFill>
                    <a:srgbClr val="000000"/>
                  </a:solidFill>
                  <a:latin typeface="Segoe UI Light" panose="020B0502040204020203" pitchFamily="34" charset="0"/>
                  <a:cs typeface="Segoe UI Light" panose="020B0502040204020203" pitchFamily="34" charset="0"/>
                </a:endParaRPr>
              </a:p>
            </p:txBody>
          </p:sp>
          <p:sp>
            <p:nvSpPr>
              <p:cNvPr id="102" name="Rectangle 101">
                <a:extLst>
                  <a:ext uri="{FF2B5EF4-FFF2-40B4-BE49-F238E27FC236}">
                    <a16:creationId xmlns:a16="http://schemas.microsoft.com/office/drawing/2014/main" id="{B08C790F-418B-48B4-9566-0BF232AF37D8}"/>
                  </a:ext>
                </a:extLst>
              </p:cNvPr>
              <p:cNvSpPr>
                <a:spLocks noChangeArrowheads="1"/>
              </p:cNvSpPr>
              <p:nvPr/>
            </p:nvSpPr>
            <p:spPr bwMode="auto">
              <a:xfrm>
                <a:off x="10091738" y="4852988"/>
                <a:ext cx="57150" cy="539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003" tIns="46502" rIns="93003" bIns="46502" numCol="1" anchor="t" anchorCtr="0" compatLnSpc="1">
                <a:prstTxWarp prst="textNoShape">
                  <a:avLst/>
                </a:prstTxWarp>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948549"/>
                <a:endParaRPr lang="en-US" sz="1832">
                  <a:solidFill>
                    <a:srgbClr val="000000"/>
                  </a:solidFill>
                  <a:latin typeface="Segoe UI Light" panose="020B0502040204020203" pitchFamily="34" charset="0"/>
                  <a:cs typeface="Segoe UI Light" panose="020B0502040204020203" pitchFamily="34" charset="0"/>
                </a:endParaRPr>
              </a:p>
            </p:txBody>
          </p:sp>
          <p:sp>
            <p:nvSpPr>
              <p:cNvPr id="103" name="Rectangle 102">
                <a:extLst>
                  <a:ext uri="{FF2B5EF4-FFF2-40B4-BE49-F238E27FC236}">
                    <a16:creationId xmlns:a16="http://schemas.microsoft.com/office/drawing/2014/main" id="{082857EF-83E6-44FB-9DE1-4B1A0EEAE93C}"/>
                  </a:ext>
                </a:extLst>
              </p:cNvPr>
              <p:cNvSpPr>
                <a:spLocks noChangeArrowheads="1"/>
              </p:cNvSpPr>
              <p:nvPr/>
            </p:nvSpPr>
            <p:spPr bwMode="auto">
              <a:xfrm>
                <a:off x="10387013" y="4433888"/>
                <a:ext cx="69850" cy="762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003" tIns="46502" rIns="93003" bIns="46502" numCol="1" anchor="t" anchorCtr="0" compatLnSpc="1">
                <a:prstTxWarp prst="textNoShape">
                  <a:avLst/>
                </a:prstTxWarp>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948549"/>
                <a:endParaRPr lang="en-US" sz="1832">
                  <a:solidFill>
                    <a:srgbClr val="000000"/>
                  </a:solidFill>
                  <a:latin typeface="Segoe UI Light" panose="020B0502040204020203" pitchFamily="34" charset="0"/>
                  <a:cs typeface="Segoe UI Light" panose="020B0502040204020203" pitchFamily="34" charset="0"/>
                </a:endParaRPr>
              </a:p>
            </p:txBody>
          </p:sp>
          <p:sp>
            <p:nvSpPr>
              <p:cNvPr id="104" name="Rectangle 103">
                <a:extLst>
                  <a:ext uri="{FF2B5EF4-FFF2-40B4-BE49-F238E27FC236}">
                    <a16:creationId xmlns:a16="http://schemas.microsoft.com/office/drawing/2014/main" id="{86A53C5A-C44C-4AA7-ABF9-9B9022E1BE91}"/>
                  </a:ext>
                </a:extLst>
              </p:cNvPr>
              <p:cNvSpPr>
                <a:spLocks noChangeArrowheads="1"/>
              </p:cNvSpPr>
              <p:nvPr/>
            </p:nvSpPr>
            <p:spPr bwMode="auto">
              <a:xfrm>
                <a:off x="10288588" y="4303713"/>
                <a:ext cx="69850" cy="2063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003" tIns="46502" rIns="93003" bIns="46502" numCol="1" anchor="t" anchorCtr="0" compatLnSpc="1">
                <a:prstTxWarp prst="textNoShape">
                  <a:avLst/>
                </a:prstTxWarp>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948549"/>
                <a:endParaRPr lang="en-US" sz="1832">
                  <a:solidFill>
                    <a:srgbClr val="000000"/>
                  </a:solidFill>
                  <a:latin typeface="Segoe UI Light" panose="020B0502040204020203" pitchFamily="34" charset="0"/>
                  <a:cs typeface="Segoe UI Light" panose="020B0502040204020203" pitchFamily="34" charset="0"/>
                </a:endParaRPr>
              </a:p>
            </p:txBody>
          </p:sp>
          <p:sp>
            <p:nvSpPr>
              <p:cNvPr id="105" name="Rectangle 104">
                <a:extLst>
                  <a:ext uri="{FF2B5EF4-FFF2-40B4-BE49-F238E27FC236}">
                    <a16:creationId xmlns:a16="http://schemas.microsoft.com/office/drawing/2014/main" id="{FB6657C9-1BAF-440B-9B0E-75FBECD549F4}"/>
                  </a:ext>
                </a:extLst>
              </p:cNvPr>
              <p:cNvSpPr>
                <a:spLocks noChangeArrowheads="1"/>
              </p:cNvSpPr>
              <p:nvPr/>
            </p:nvSpPr>
            <p:spPr bwMode="auto">
              <a:xfrm>
                <a:off x="10186988" y="4249738"/>
                <a:ext cx="69850" cy="2603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003" tIns="46502" rIns="93003" bIns="46502" numCol="1" anchor="t" anchorCtr="0" compatLnSpc="1">
                <a:prstTxWarp prst="textNoShape">
                  <a:avLst/>
                </a:prstTxWarp>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948549"/>
                <a:endParaRPr lang="en-US" sz="1832">
                  <a:solidFill>
                    <a:srgbClr val="000000"/>
                  </a:solidFill>
                  <a:latin typeface="Segoe UI Light" panose="020B0502040204020203" pitchFamily="34" charset="0"/>
                  <a:cs typeface="Segoe UI Light" panose="020B0502040204020203" pitchFamily="34" charset="0"/>
                </a:endParaRPr>
              </a:p>
            </p:txBody>
          </p:sp>
          <p:sp>
            <p:nvSpPr>
              <p:cNvPr id="106" name="Rectangle 105">
                <a:extLst>
                  <a:ext uri="{FF2B5EF4-FFF2-40B4-BE49-F238E27FC236}">
                    <a16:creationId xmlns:a16="http://schemas.microsoft.com/office/drawing/2014/main" id="{44FD667D-EC1E-4B7E-BCC9-EEF98882BF1B}"/>
                  </a:ext>
                </a:extLst>
              </p:cNvPr>
              <p:cNvSpPr>
                <a:spLocks noChangeArrowheads="1"/>
              </p:cNvSpPr>
              <p:nvPr/>
            </p:nvSpPr>
            <p:spPr bwMode="auto">
              <a:xfrm>
                <a:off x="10088563" y="4348163"/>
                <a:ext cx="69850" cy="1619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003" tIns="46502" rIns="93003" bIns="46502" numCol="1" anchor="t" anchorCtr="0" compatLnSpc="1">
                <a:prstTxWarp prst="textNoShape">
                  <a:avLst/>
                </a:prstTxWarp>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948549"/>
                <a:endParaRPr lang="en-US" sz="1832">
                  <a:solidFill>
                    <a:srgbClr val="000000"/>
                  </a:solidFill>
                  <a:latin typeface="Segoe UI Light" panose="020B0502040204020203" pitchFamily="34" charset="0"/>
                  <a:cs typeface="Segoe UI Light" panose="020B0502040204020203" pitchFamily="34" charset="0"/>
                </a:endParaRPr>
              </a:p>
            </p:txBody>
          </p:sp>
          <p:sp>
            <p:nvSpPr>
              <p:cNvPr id="107" name="Freeform 75">
                <a:extLst>
                  <a:ext uri="{FF2B5EF4-FFF2-40B4-BE49-F238E27FC236}">
                    <a16:creationId xmlns:a16="http://schemas.microsoft.com/office/drawing/2014/main" id="{0B108864-3263-4E58-B086-14D84158AFDC}"/>
                  </a:ext>
                </a:extLst>
              </p:cNvPr>
              <p:cNvSpPr>
                <a:spLocks/>
              </p:cNvSpPr>
              <p:nvPr/>
            </p:nvSpPr>
            <p:spPr bwMode="auto">
              <a:xfrm>
                <a:off x="10720388" y="4329113"/>
                <a:ext cx="558800" cy="561975"/>
              </a:xfrm>
              <a:custGeom>
                <a:avLst/>
                <a:gdLst>
                  <a:gd name="T0" fmla="*/ 176 w 352"/>
                  <a:gd name="T1" fmla="*/ 0 h 354"/>
                  <a:gd name="T2" fmla="*/ 176 w 352"/>
                  <a:gd name="T3" fmla="*/ 0 h 354"/>
                  <a:gd name="T4" fmla="*/ 158 w 352"/>
                  <a:gd name="T5" fmla="*/ 2 h 354"/>
                  <a:gd name="T6" fmla="*/ 140 w 352"/>
                  <a:gd name="T7" fmla="*/ 4 h 354"/>
                  <a:gd name="T8" fmla="*/ 124 w 352"/>
                  <a:gd name="T9" fmla="*/ 8 h 354"/>
                  <a:gd name="T10" fmla="*/ 108 w 352"/>
                  <a:gd name="T11" fmla="*/ 14 h 354"/>
                  <a:gd name="T12" fmla="*/ 92 w 352"/>
                  <a:gd name="T13" fmla="*/ 22 h 354"/>
                  <a:gd name="T14" fmla="*/ 78 w 352"/>
                  <a:gd name="T15" fmla="*/ 30 h 354"/>
                  <a:gd name="T16" fmla="*/ 64 w 352"/>
                  <a:gd name="T17" fmla="*/ 42 h 354"/>
                  <a:gd name="T18" fmla="*/ 52 w 352"/>
                  <a:gd name="T19" fmla="*/ 52 h 354"/>
                  <a:gd name="T20" fmla="*/ 40 w 352"/>
                  <a:gd name="T21" fmla="*/ 64 h 354"/>
                  <a:gd name="T22" fmla="*/ 30 w 352"/>
                  <a:gd name="T23" fmla="*/ 78 h 354"/>
                  <a:gd name="T24" fmla="*/ 20 w 352"/>
                  <a:gd name="T25" fmla="*/ 94 h 354"/>
                  <a:gd name="T26" fmla="*/ 14 w 352"/>
                  <a:gd name="T27" fmla="*/ 108 h 354"/>
                  <a:gd name="T28" fmla="*/ 8 w 352"/>
                  <a:gd name="T29" fmla="*/ 124 h 354"/>
                  <a:gd name="T30" fmla="*/ 2 w 352"/>
                  <a:gd name="T31" fmla="*/ 142 h 354"/>
                  <a:gd name="T32" fmla="*/ 0 w 352"/>
                  <a:gd name="T33" fmla="*/ 160 h 354"/>
                  <a:gd name="T34" fmla="*/ 0 w 352"/>
                  <a:gd name="T35" fmla="*/ 178 h 354"/>
                  <a:gd name="T36" fmla="*/ 0 w 352"/>
                  <a:gd name="T37" fmla="*/ 178 h 354"/>
                  <a:gd name="T38" fmla="*/ 0 w 352"/>
                  <a:gd name="T39" fmla="*/ 196 h 354"/>
                  <a:gd name="T40" fmla="*/ 2 w 352"/>
                  <a:gd name="T41" fmla="*/ 212 h 354"/>
                  <a:gd name="T42" fmla="*/ 8 w 352"/>
                  <a:gd name="T43" fmla="*/ 230 h 354"/>
                  <a:gd name="T44" fmla="*/ 14 w 352"/>
                  <a:gd name="T45" fmla="*/ 246 h 354"/>
                  <a:gd name="T46" fmla="*/ 20 w 352"/>
                  <a:gd name="T47" fmla="*/ 262 h 354"/>
                  <a:gd name="T48" fmla="*/ 30 w 352"/>
                  <a:gd name="T49" fmla="*/ 276 h 354"/>
                  <a:gd name="T50" fmla="*/ 40 w 352"/>
                  <a:gd name="T51" fmla="*/ 290 h 354"/>
                  <a:gd name="T52" fmla="*/ 52 w 352"/>
                  <a:gd name="T53" fmla="*/ 302 h 354"/>
                  <a:gd name="T54" fmla="*/ 64 w 352"/>
                  <a:gd name="T55" fmla="*/ 314 h 354"/>
                  <a:gd name="T56" fmla="*/ 78 w 352"/>
                  <a:gd name="T57" fmla="*/ 324 h 354"/>
                  <a:gd name="T58" fmla="*/ 92 w 352"/>
                  <a:gd name="T59" fmla="*/ 332 h 354"/>
                  <a:gd name="T60" fmla="*/ 108 w 352"/>
                  <a:gd name="T61" fmla="*/ 340 h 354"/>
                  <a:gd name="T62" fmla="*/ 124 w 352"/>
                  <a:gd name="T63" fmla="*/ 346 h 354"/>
                  <a:gd name="T64" fmla="*/ 140 w 352"/>
                  <a:gd name="T65" fmla="*/ 350 h 354"/>
                  <a:gd name="T66" fmla="*/ 158 w 352"/>
                  <a:gd name="T67" fmla="*/ 352 h 354"/>
                  <a:gd name="T68" fmla="*/ 176 w 352"/>
                  <a:gd name="T69" fmla="*/ 354 h 354"/>
                  <a:gd name="T70" fmla="*/ 176 w 352"/>
                  <a:gd name="T71" fmla="*/ 354 h 354"/>
                  <a:gd name="T72" fmla="*/ 194 w 352"/>
                  <a:gd name="T73" fmla="*/ 352 h 354"/>
                  <a:gd name="T74" fmla="*/ 210 w 352"/>
                  <a:gd name="T75" fmla="*/ 350 h 354"/>
                  <a:gd name="T76" fmla="*/ 228 w 352"/>
                  <a:gd name="T77" fmla="*/ 346 h 354"/>
                  <a:gd name="T78" fmla="*/ 244 w 352"/>
                  <a:gd name="T79" fmla="*/ 340 h 354"/>
                  <a:gd name="T80" fmla="*/ 258 w 352"/>
                  <a:gd name="T81" fmla="*/ 332 h 354"/>
                  <a:gd name="T82" fmla="*/ 274 w 352"/>
                  <a:gd name="T83" fmla="*/ 324 h 354"/>
                  <a:gd name="T84" fmla="*/ 286 w 352"/>
                  <a:gd name="T85" fmla="*/ 314 h 354"/>
                  <a:gd name="T86" fmla="*/ 300 w 352"/>
                  <a:gd name="T87" fmla="*/ 304 h 354"/>
                  <a:gd name="T88" fmla="*/ 310 w 352"/>
                  <a:gd name="T89" fmla="*/ 292 h 354"/>
                  <a:gd name="T90" fmla="*/ 320 w 352"/>
                  <a:gd name="T91" fmla="*/ 278 h 354"/>
                  <a:gd name="T92" fmla="*/ 330 w 352"/>
                  <a:gd name="T93" fmla="*/ 264 h 354"/>
                  <a:gd name="T94" fmla="*/ 336 w 352"/>
                  <a:gd name="T95" fmla="*/ 248 h 354"/>
                  <a:gd name="T96" fmla="*/ 344 w 352"/>
                  <a:gd name="T97" fmla="*/ 232 h 354"/>
                  <a:gd name="T98" fmla="*/ 348 w 352"/>
                  <a:gd name="T99" fmla="*/ 216 h 354"/>
                  <a:gd name="T100" fmla="*/ 350 w 352"/>
                  <a:gd name="T101" fmla="*/ 200 h 354"/>
                  <a:gd name="T102" fmla="*/ 352 w 352"/>
                  <a:gd name="T103" fmla="*/ 182 h 354"/>
                  <a:gd name="T104" fmla="*/ 176 w 352"/>
                  <a:gd name="T105" fmla="*/ 182 h 354"/>
                  <a:gd name="T106" fmla="*/ 176 w 352"/>
                  <a:gd name="T10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52" h="354">
                    <a:moveTo>
                      <a:pt x="176" y="0"/>
                    </a:moveTo>
                    <a:lnTo>
                      <a:pt x="176" y="0"/>
                    </a:lnTo>
                    <a:lnTo>
                      <a:pt x="158" y="2"/>
                    </a:lnTo>
                    <a:lnTo>
                      <a:pt x="140" y="4"/>
                    </a:lnTo>
                    <a:lnTo>
                      <a:pt x="124" y="8"/>
                    </a:lnTo>
                    <a:lnTo>
                      <a:pt x="108" y="14"/>
                    </a:lnTo>
                    <a:lnTo>
                      <a:pt x="92" y="22"/>
                    </a:lnTo>
                    <a:lnTo>
                      <a:pt x="78" y="30"/>
                    </a:lnTo>
                    <a:lnTo>
                      <a:pt x="64" y="42"/>
                    </a:lnTo>
                    <a:lnTo>
                      <a:pt x="52" y="52"/>
                    </a:lnTo>
                    <a:lnTo>
                      <a:pt x="40" y="64"/>
                    </a:lnTo>
                    <a:lnTo>
                      <a:pt x="30" y="78"/>
                    </a:lnTo>
                    <a:lnTo>
                      <a:pt x="20" y="94"/>
                    </a:lnTo>
                    <a:lnTo>
                      <a:pt x="14" y="108"/>
                    </a:lnTo>
                    <a:lnTo>
                      <a:pt x="8" y="124"/>
                    </a:lnTo>
                    <a:lnTo>
                      <a:pt x="2" y="142"/>
                    </a:lnTo>
                    <a:lnTo>
                      <a:pt x="0" y="160"/>
                    </a:lnTo>
                    <a:lnTo>
                      <a:pt x="0" y="178"/>
                    </a:lnTo>
                    <a:lnTo>
                      <a:pt x="0" y="178"/>
                    </a:lnTo>
                    <a:lnTo>
                      <a:pt x="0" y="196"/>
                    </a:lnTo>
                    <a:lnTo>
                      <a:pt x="2" y="212"/>
                    </a:lnTo>
                    <a:lnTo>
                      <a:pt x="8" y="230"/>
                    </a:lnTo>
                    <a:lnTo>
                      <a:pt x="14" y="246"/>
                    </a:lnTo>
                    <a:lnTo>
                      <a:pt x="20" y="262"/>
                    </a:lnTo>
                    <a:lnTo>
                      <a:pt x="30" y="276"/>
                    </a:lnTo>
                    <a:lnTo>
                      <a:pt x="40" y="290"/>
                    </a:lnTo>
                    <a:lnTo>
                      <a:pt x="52" y="302"/>
                    </a:lnTo>
                    <a:lnTo>
                      <a:pt x="64" y="314"/>
                    </a:lnTo>
                    <a:lnTo>
                      <a:pt x="78" y="324"/>
                    </a:lnTo>
                    <a:lnTo>
                      <a:pt x="92" y="332"/>
                    </a:lnTo>
                    <a:lnTo>
                      <a:pt x="108" y="340"/>
                    </a:lnTo>
                    <a:lnTo>
                      <a:pt x="124" y="346"/>
                    </a:lnTo>
                    <a:lnTo>
                      <a:pt x="140" y="350"/>
                    </a:lnTo>
                    <a:lnTo>
                      <a:pt x="158" y="352"/>
                    </a:lnTo>
                    <a:lnTo>
                      <a:pt x="176" y="354"/>
                    </a:lnTo>
                    <a:lnTo>
                      <a:pt x="176" y="354"/>
                    </a:lnTo>
                    <a:lnTo>
                      <a:pt x="194" y="352"/>
                    </a:lnTo>
                    <a:lnTo>
                      <a:pt x="210" y="350"/>
                    </a:lnTo>
                    <a:lnTo>
                      <a:pt x="228" y="346"/>
                    </a:lnTo>
                    <a:lnTo>
                      <a:pt x="244" y="340"/>
                    </a:lnTo>
                    <a:lnTo>
                      <a:pt x="258" y="332"/>
                    </a:lnTo>
                    <a:lnTo>
                      <a:pt x="274" y="324"/>
                    </a:lnTo>
                    <a:lnTo>
                      <a:pt x="286" y="314"/>
                    </a:lnTo>
                    <a:lnTo>
                      <a:pt x="300" y="304"/>
                    </a:lnTo>
                    <a:lnTo>
                      <a:pt x="310" y="292"/>
                    </a:lnTo>
                    <a:lnTo>
                      <a:pt x="320" y="278"/>
                    </a:lnTo>
                    <a:lnTo>
                      <a:pt x="330" y="264"/>
                    </a:lnTo>
                    <a:lnTo>
                      <a:pt x="336" y="248"/>
                    </a:lnTo>
                    <a:lnTo>
                      <a:pt x="344" y="232"/>
                    </a:lnTo>
                    <a:lnTo>
                      <a:pt x="348" y="216"/>
                    </a:lnTo>
                    <a:lnTo>
                      <a:pt x="350" y="200"/>
                    </a:lnTo>
                    <a:lnTo>
                      <a:pt x="352" y="182"/>
                    </a:lnTo>
                    <a:lnTo>
                      <a:pt x="176" y="182"/>
                    </a:lnTo>
                    <a:lnTo>
                      <a:pt x="17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003" tIns="46502" rIns="93003" bIns="46502" numCol="1" anchor="t" anchorCtr="0" compatLnSpc="1">
                <a:prstTxWarp prst="textNoShape">
                  <a:avLst/>
                </a:prstTxWarp>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948549"/>
                <a:endParaRPr lang="en-US" sz="1832">
                  <a:solidFill>
                    <a:srgbClr val="000000"/>
                  </a:solidFill>
                  <a:latin typeface="Segoe UI Light" panose="020B0502040204020203" pitchFamily="34" charset="0"/>
                  <a:cs typeface="Segoe UI Light" panose="020B0502040204020203" pitchFamily="34" charset="0"/>
                </a:endParaRPr>
              </a:p>
            </p:txBody>
          </p:sp>
          <p:sp>
            <p:nvSpPr>
              <p:cNvPr id="108" name="Freeform 76">
                <a:extLst>
                  <a:ext uri="{FF2B5EF4-FFF2-40B4-BE49-F238E27FC236}">
                    <a16:creationId xmlns:a16="http://schemas.microsoft.com/office/drawing/2014/main" id="{725A54A3-B384-496E-9B94-8AAD8A2B7A85}"/>
                  </a:ext>
                </a:extLst>
              </p:cNvPr>
              <p:cNvSpPr>
                <a:spLocks/>
              </p:cNvSpPr>
              <p:nvPr/>
            </p:nvSpPr>
            <p:spPr bwMode="auto">
              <a:xfrm>
                <a:off x="11053763" y="4278313"/>
                <a:ext cx="279400" cy="285750"/>
              </a:xfrm>
              <a:custGeom>
                <a:avLst/>
                <a:gdLst>
                  <a:gd name="T0" fmla="*/ 0 w 176"/>
                  <a:gd name="T1" fmla="*/ 0 h 180"/>
                  <a:gd name="T2" fmla="*/ 0 w 176"/>
                  <a:gd name="T3" fmla="*/ 180 h 180"/>
                  <a:gd name="T4" fmla="*/ 176 w 176"/>
                  <a:gd name="T5" fmla="*/ 180 h 180"/>
                  <a:gd name="T6" fmla="*/ 176 w 176"/>
                  <a:gd name="T7" fmla="*/ 176 h 180"/>
                  <a:gd name="T8" fmla="*/ 176 w 176"/>
                  <a:gd name="T9" fmla="*/ 176 h 180"/>
                  <a:gd name="T10" fmla="*/ 174 w 176"/>
                  <a:gd name="T11" fmla="*/ 158 h 180"/>
                  <a:gd name="T12" fmla="*/ 172 w 176"/>
                  <a:gd name="T13" fmla="*/ 140 h 180"/>
                  <a:gd name="T14" fmla="*/ 168 w 176"/>
                  <a:gd name="T15" fmla="*/ 124 h 180"/>
                  <a:gd name="T16" fmla="*/ 162 w 176"/>
                  <a:gd name="T17" fmla="*/ 106 h 180"/>
                  <a:gd name="T18" fmla="*/ 154 w 176"/>
                  <a:gd name="T19" fmla="*/ 92 h 180"/>
                  <a:gd name="T20" fmla="*/ 146 w 176"/>
                  <a:gd name="T21" fmla="*/ 76 h 180"/>
                  <a:gd name="T22" fmla="*/ 136 w 176"/>
                  <a:gd name="T23" fmla="*/ 64 h 180"/>
                  <a:gd name="T24" fmla="*/ 124 w 176"/>
                  <a:gd name="T25" fmla="*/ 50 h 180"/>
                  <a:gd name="T26" fmla="*/ 112 w 176"/>
                  <a:gd name="T27" fmla="*/ 40 h 180"/>
                  <a:gd name="T28" fmla="*/ 98 w 176"/>
                  <a:gd name="T29" fmla="*/ 30 h 180"/>
                  <a:gd name="T30" fmla="*/ 84 w 176"/>
                  <a:gd name="T31" fmla="*/ 20 h 180"/>
                  <a:gd name="T32" fmla="*/ 68 w 176"/>
                  <a:gd name="T33" fmla="*/ 14 h 180"/>
                  <a:gd name="T34" fmla="*/ 52 w 176"/>
                  <a:gd name="T35" fmla="*/ 8 h 180"/>
                  <a:gd name="T36" fmla="*/ 34 w 176"/>
                  <a:gd name="T37" fmla="*/ 2 h 180"/>
                  <a:gd name="T38" fmla="*/ 18 w 176"/>
                  <a:gd name="T39" fmla="*/ 0 h 180"/>
                  <a:gd name="T40" fmla="*/ 0 w 176"/>
                  <a:gd name="T41" fmla="*/ 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6" h="180">
                    <a:moveTo>
                      <a:pt x="0" y="0"/>
                    </a:moveTo>
                    <a:lnTo>
                      <a:pt x="0" y="180"/>
                    </a:lnTo>
                    <a:lnTo>
                      <a:pt x="176" y="180"/>
                    </a:lnTo>
                    <a:lnTo>
                      <a:pt x="176" y="176"/>
                    </a:lnTo>
                    <a:lnTo>
                      <a:pt x="176" y="176"/>
                    </a:lnTo>
                    <a:lnTo>
                      <a:pt x="174" y="158"/>
                    </a:lnTo>
                    <a:lnTo>
                      <a:pt x="172" y="140"/>
                    </a:lnTo>
                    <a:lnTo>
                      <a:pt x="168" y="124"/>
                    </a:lnTo>
                    <a:lnTo>
                      <a:pt x="162" y="106"/>
                    </a:lnTo>
                    <a:lnTo>
                      <a:pt x="154" y="92"/>
                    </a:lnTo>
                    <a:lnTo>
                      <a:pt x="146" y="76"/>
                    </a:lnTo>
                    <a:lnTo>
                      <a:pt x="136" y="64"/>
                    </a:lnTo>
                    <a:lnTo>
                      <a:pt x="124" y="50"/>
                    </a:lnTo>
                    <a:lnTo>
                      <a:pt x="112" y="40"/>
                    </a:lnTo>
                    <a:lnTo>
                      <a:pt x="98" y="30"/>
                    </a:lnTo>
                    <a:lnTo>
                      <a:pt x="84" y="20"/>
                    </a:lnTo>
                    <a:lnTo>
                      <a:pt x="68" y="14"/>
                    </a:lnTo>
                    <a:lnTo>
                      <a:pt x="52" y="8"/>
                    </a:lnTo>
                    <a:lnTo>
                      <a:pt x="34" y="2"/>
                    </a:lnTo>
                    <a:lnTo>
                      <a:pt x="1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003" tIns="46502" rIns="93003" bIns="46502" numCol="1" anchor="t" anchorCtr="0" compatLnSpc="1">
                <a:prstTxWarp prst="textNoShape">
                  <a:avLst/>
                </a:prstTxWarp>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948549"/>
                <a:endParaRPr lang="en-US" sz="1832">
                  <a:solidFill>
                    <a:srgbClr val="000000"/>
                  </a:solidFill>
                  <a:latin typeface="Segoe UI Light" panose="020B0502040204020203" pitchFamily="34" charset="0"/>
                  <a:cs typeface="Segoe UI Light" panose="020B0502040204020203" pitchFamily="34" charset="0"/>
                </a:endParaRPr>
              </a:p>
            </p:txBody>
          </p:sp>
          <p:sp>
            <p:nvSpPr>
              <p:cNvPr id="109" name="Freeform 77">
                <a:extLst>
                  <a:ext uri="{FF2B5EF4-FFF2-40B4-BE49-F238E27FC236}">
                    <a16:creationId xmlns:a16="http://schemas.microsoft.com/office/drawing/2014/main" id="{14FDA555-FC58-4E27-8DAB-01AF9B7569AE}"/>
                  </a:ext>
                </a:extLst>
              </p:cNvPr>
              <p:cNvSpPr>
                <a:spLocks/>
              </p:cNvSpPr>
              <p:nvPr/>
            </p:nvSpPr>
            <p:spPr bwMode="auto">
              <a:xfrm>
                <a:off x="11053763" y="4278313"/>
                <a:ext cx="279400" cy="285750"/>
              </a:xfrm>
              <a:custGeom>
                <a:avLst/>
                <a:gdLst>
                  <a:gd name="T0" fmla="*/ 0 w 176"/>
                  <a:gd name="T1" fmla="*/ 0 h 180"/>
                  <a:gd name="T2" fmla="*/ 0 w 176"/>
                  <a:gd name="T3" fmla="*/ 180 h 180"/>
                  <a:gd name="T4" fmla="*/ 176 w 176"/>
                  <a:gd name="T5" fmla="*/ 180 h 180"/>
                  <a:gd name="T6" fmla="*/ 176 w 176"/>
                  <a:gd name="T7" fmla="*/ 176 h 180"/>
                  <a:gd name="T8" fmla="*/ 176 w 176"/>
                  <a:gd name="T9" fmla="*/ 176 h 180"/>
                  <a:gd name="T10" fmla="*/ 174 w 176"/>
                  <a:gd name="T11" fmla="*/ 158 h 180"/>
                  <a:gd name="T12" fmla="*/ 172 w 176"/>
                  <a:gd name="T13" fmla="*/ 140 h 180"/>
                  <a:gd name="T14" fmla="*/ 168 w 176"/>
                  <a:gd name="T15" fmla="*/ 124 h 180"/>
                  <a:gd name="T16" fmla="*/ 162 w 176"/>
                  <a:gd name="T17" fmla="*/ 106 h 180"/>
                  <a:gd name="T18" fmla="*/ 154 w 176"/>
                  <a:gd name="T19" fmla="*/ 92 h 180"/>
                  <a:gd name="T20" fmla="*/ 146 w 176"/>
                  <a:gd name="T21" fmla="*/ 76 h 180"/>
                  <a:gd name="T22" fmla="*/ 136 w 176"/>
                  <a:gd name="T23" fmla="*/ 64 h 180"/>
                  <a:gd name="T24" fmla="*/ 124 w 176"/>
                  <a:gd name="T25" fmla="*/ 50 h 180"/>
                  <a:gd name="T26" fmla="*/ 112 w 176"/>
                  <a:gd name="T27" fmla="*/ 40 h 180"/>
                  <a:gd name="T28" fmla="*/ 98 w 176"/>
                  <a:gd name="T29" fmla="*/ 30 h 180"/>
                  <a:gd name="T30" fmla="*/ 84 w 176"/>
                  <a:gd name="T31" fmla="*/ 20 h 180"/>
                  <a:gd name="T32" fmla="*/ 68 w 176"/>
                  <a:gd name="T33" fmla="*/ 14 h 180"/>
                  <a:gd name="T34" fmla="*/ 52 w 176"/>
                  <a:gd name="T35" fmla="*/ 8 h 180"/>
                  <a:gd name="T36" fmla="*/ 34 w 176"/>
                  <a:gd name="T37" fmla="*/ 2 h 180"/>
                  <a:gd name="T38" fmla="*/ 18 w 176"/>
                  <a:gd name="T39" fmla="*/ 0 h 180"/>
                  <a:gd name="T40" fmla="*/ 0 w 176"/>
                  <a:gd name="T41" fmla="*/ 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6" h="180">
                    <a:moveTo>
                      <a:pt x="0" y="0"/>
                    </a:moveTo>
                    <a:lnTo>
                      <a:pt x="0" y="180"/>
                    </a:lnTo>
                    <a:lnTo>
                      <a:pt x="176" y="180"/>
                    </a:lnTo>
                    <a:lnTo>
                      <a:pt x="176" y="176"/>
                    </a:lnTo>
                    <a:lnTo>
                      <a:pt x="176" y="176"/>
                    </a:lnTo>
                    <a:lnTo>
                      <a:pt x="174" y="158"/>
                    </a:lnTo>
                    <a:lnTo>
                      <a:pt x="172" y="140"/>
                    </a:lnTo>
                    <a:lnTo>
                      <a:pt x="168" y="124"/>
                    </a:lnTo>
                    <a:lnTo>
                      <a:pt x="162" y="106"/>
                    </a:lnTo>
                    <a:lnTo>
                      <a:pt x="154" y="92"/>
                    </a:lnTo>
                    <a:lnTo>
                      <a:pt x="146" y="76"/>
                    </a:lnTo>
                    <a:lnTo>
                      <a:pt x="136" y="64"/>
                    </a:lnTo>
                    <a:lnTo>
                      <a:pt x="124" y="50"/>
                    </a:lnTo>
                    <a:lnTo>
                      <a:pt x="112" y="40"/>
                    </a:lnTo>
                    <a:lnTo>
                      <a:pt x="98" y="30"/>
                    </a:lnTo>
                    <a:lnTo>
                      <a:pt x="84" y="20"/>
                    </a:lnTo>
                    <a:lnTo>
                      <a:pt x="68" y="14"/>
                    </a:lnTo>
                    <a:lnTo>
                      <a:pt x="52" y="8"/>
                    </a:lnTo>
                    <a:lnTo>
                      <a:pt x="34" y="2"/>
                    </a:lnTo>
                    <a:lnTo>
                      <a:pt x="18" y="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003" tIns="46502" rIns="93003" bIns="46502" numCol="1" anchor="t" anchorCtr="0" compatLnSpc="1">
                <a:prstTxWarp prst="textNoShape">
                  <a:avLst/>
                </a:prstTxWarp>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948549"/>
                <a:endParaRPr lang="en-US" sz="1832">
                  <a:solidFill>
                    <a:srgbClr val="000000"/>
                  </a:solidFill>
                  <a:latin typeface="Segoe UI Light" panose="020B0502040204020203" pitchFamily="34" charset="0"/>
                  <a:cs typeface="Segoe UI Light" panose="020B0502040204020203" pitchFamily="34" charset="0"/>
                </a:endParaRPr>
              </a:p>
            </p:txBody>
          </p:sp>
          <p:sp>
            <p:nvSpPr>
              <p:cNvPr id="110" name="Rectangle 109">
                <a:extLst>
                  <a:ext uri="{FF2B5EF4-FFF2-40B4-BE49-F238E27FC236}">
                    <a16:creationId xmlns:a16="http://schemas.microsoft.com/office/drawing/2014/main" id="{8062EF49-8B2B-4934-8B78-21A65669BDE7}"/>
                  </a:ext>
                </a:extLst>
              </p:cNvPr>
              <p:cNvSpPr>
                <a:spLocks noChangeArrowheads="1"/>
              </p:cNvSpPr>
              <p:nvPr/>
            </p:nvSpPr>
            <p:spPr bwMode="auto">
              <a:xfrm>
                <a:off x="11326813" y="3900488"/>
                <a:ext cx="53975" cy="539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003" tIns="46502" rIns="93003" bIns="46502" numCol="1" anchor="t" anchorCtr="0" compatLnSpc="1">
                <a:prstTxWarp prst="textNoShape">
                  <a:avLst/>
                </a:prstTxWarp>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948549"/>
                <a:endParaRPr lang="en-US" sz="1832">
                  <a:solidFill>
                    <a:srgbClr val="000000"/>
                  </a:solidFill>
                  <a:latin typeface="Segoe UI Light" panose="020B0502040204020203" pitchFamily="34" charset="0"/>
                  <a:cs typeface="Segoe UI Light" panose="020B0502040204020203" pitchFamily="34" charset="0"/>
                </a:endParaRPr>
              </a:p>
            </p:txBody>
          </p:sp>
          <p:sp>
            <p:nvSpPr>
              <p:cNvPr id="111" name="Freeform 79">
                <a:extLst>
                  <a:ext uri="{FF2B5EF4-FFF2-40B4-BE49-F238E27FC236}">
                    <a16:creationId xmlns:a16="http://schemas.microsoft.com/office/drawing/2014/main" id="{84E948D5-FA63-4011-A402-22AA16ACF3C2}"/>
                  </a:ext>
                </a:extLst>
              </p:cNvPr>
              <p:cNvSpPr>
                <a:spLocks noEditPoints="1"/>
              </p:cNvSpPr>
              <p:nvPr/>
            </p:nvSpPr>
            <p:spPr bwMode="auto">
              <a:xfrm>
                <a:off x="9891713" y="3827463"/>
                <a:ext cx="1673225" cy="168275"/>
              </a:xfrm>
              <a:custGeom>
                <a:avLst/>
                <a:gdLst>
                  <a:gd name="T0" fmla="*/ 0 w 1054"/>
                  <a:gd name="T1" fmla="*/ 0 h 106"/>
                  <a:gd name="T2" fmla="*/ 0 w 1054"/>
                  <a:gd name="T3" fmla="*/ 106 h 106"/>
                  <a:gd name="T4" fmla="*/ 1054 w 1054"/>
                  <a:gd name="T5" fmla="*/ 106 h 106"/>
                  <a:gd name="T6" fmla="*/ 1054 w 1054"/>
                  <a:gd name="T7" fmla="*/ 0 h 106"/>
                  <a:gd name="T8" fmla="*/ 0 w 1054"/>
                  <a:gd name="T9" fmla="*/ 0 h 106"/>
                  <a:gd name="T10" fmla="*/ 860 w 1054"/>
                  <a:gd name="T11" fmla="*/ 88 h 106"/>
                  <a:gd name="T12" fmla="*/ 798 w 1054"/>
                  <a:gd name="T13" fmla="*/ 88 h 106"/>
                  <a:gd name="T14" fmla="*/ 798 w 1054"/>
                  <a:gd name="T15" fmla="*/ 72 h 106"/>
                  <a:gd name="T16" fmla="*/ 860 w 1054"/>
                  <a:gd name="T17" fmla="*/ 72 h 106"/>
                  <a:gd name="T18" fmla="*/ 860 w 1054"/>
                  <a:gd name="T19" fmla="*/ 88 h 106"/>
                  <a:gd name="T20" fmla="*/ 946 w 1054"/>
                  <a:gd name="T21" fmla="*/ 90 h 106"/>
                  <a:gd name="T22" fmla="*/ 890 w 1054"/>
                  <a:gd name="T23" fmla="*/ 90 h 106"/>
                  <a:gd name="T24" fmla="*/ 890 w 1054"/>
                  <a:gd name="T25" fmla="*/ 32 h 106"/>
                  <a:gd name="T26" fmla="*/ 946 w 1054"/>
                  <a:gd name="T27" fmla="*/ 32 h 106"/>
                  <a:gd name="T28" fmla="*/ 946 w 1054"/>
                  <a:gd name="T29" fmla="*/ 90 h 106"/>
                  <a:gd name="T30" fmla="*/ 1032 w 1054"/>
                  <a:gd name="T31" fmla="*/ 78 h 106"/>
                  <a:gd name="T32" fmla="*/ 1020 w 1054"/>
                  <a:gd name="T33" fmla="*/ 90 h 106"/>
                  <a:gd name="T34" fmla="*/ 1004 w 1054"/>
                  <a:gd name="T35" fmla="*/ 74 h 106"/>
                  <a:gd name="T36" fmla="*/ 988 w 1054"/>
                  <a:gd name="T37" fmla="*/ 90 h 106"/>
                  <a:gd name="T38" fmla="*/ 976 w 1054"/>
                  <a:gd name="T39" fmla="*/ 78 h 106"/>
                  <a:gd name="T40" fmla="*/ 992 w 1054"/>
                  <a:gd name="T41" fmla="*/ 62 h 106"/>
                  <a:gd name="T42" fmla="*/ 976 w 1054"/>
                  <a:gd name="T43" fmla="*/ 44 h 106"/>
                  <a:gd name="T44" fmla="*/ 988 w 1054"/>
                  <a:gd name="T45" fmla="*/ 32 h 106"/>
                  <a:gd name="T46" fmla="*/ 1004 w 1054"/>
                  <a:gd name="T47" fmla="*/ 48 h 106"/>
                  <a:gd name="T48" fmla="*/ 1020 w 1054"/>
                  <a:gd name="T49" fmla="*/ 32 h 106"/>
                  <a:gd name="T50" fmla="*/ 1032 w 1054"/>
                  <a:gd name="T51" fmla="*/ 44 h 106"/>
                  <a:gd name="T52" fmla="*/ 1016 w 1054"/>
                  <a:gd name="T53" fmla="*/ 62 h 106"/>
                  <a:gd name="T54" fmla="*/ 1032 w 1054"/>
                  <a:gd name="T55" fmla="*/ 78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054" h="106">
                    <a:moveTo>
                      <a:pt x="0" y="0"/>
                    </a:moveTo>
                    <a:lnTo>
                      <a:pt x="0" y="106"/>
                    </a:lnTo>
                    <a:lnTo>
                      <a:pt x="1054" y="106"/>
                    </a:lnTo>
                    <a:lnTo>
                      <a:pt x="1054" y="0"/>
                    </a:lnTo>
                    <a:lnTo>
                      <a:pt x="0" y="0"/>
                    </a:lnTo>
                    <a:close/>
                    <a:moveTo>
                      <a:pt x="860" y="88"/>
                    </a:moveTo>
                    <a:lnTo>
                      <a:pt x="798" y="88"/>
                    </a:lnTo>
                    <a:lnTo>
                      <a:pt x="798" y="72"/>
                    </a:lnTo>
                    <a:lnTo>
                      <a:pt x="860" y="72"/>
                    </a:lnTo>
                    <a:lnTo>
                      <a:pt x="860" y="88"/>
                    </a:lnTo>
                    <a:close/>
                    <a:moveTo>
                      <a:pt x="946" y="90"/>
                    </a:moveTo>
                    <a:lnTo>
                      <a:pt x="890" y="90"/>
                    </a:lnTo>
                    <a:lnTo>
                      <a:pt x="890" y="32"/>
                    </a:lnTo>
                    <a:lnTo>
                      <a:pt x="946" y="32"/>
                    </a:lnTo>
                    <a:lnTo>
                      <a:pt x="946" y="90"/>
                    </a:lnTo>
                    <a:close/>
                    <a:moveTo>
                      <a:pt x="1032" y="78"/>
                    </a:moveTo>
                    <a:lnTo>
                      <a:pt x="1020" y="90"/>
                    </a:lnTo>
                    <a:lnTo>
                      <a:pt x="1004" y="74"/>
                    </a:lnTo>
                    <a:lnTo>
                      <a:pt x="988" y="90"/>
                    </a:lnTo>
                    <a:lnTo>
                      <a:pt x="976" y="78"/>
                    </a:lnTo>
                    <a:lnTo>
                      <a:pt x="992" y="62"/>
                    </a:lnTo>
                    <a:lnTo>
                      <a:pt x="976" y="44"/>
                    </a:lnTo>
                    <a:lnTo>
                      <a:pt x="988" y="32"/>
                    </a:lnTo>
                    <a:lnTo>
                      <a:pt x="1004" y="48"/>
                    </a:lnTo>
                    <a:lnTo>
                      <a:pt x="1020" y="32"/>
                    </a:lnTo>
                    <a:lnTo>
                      <a:pt x="1032" y="44"/>
                    </a:lnTo>
                    <a:lnTo>
                      <a:pt x="1016" y="62"/>
                    </a:lnTo>
                    <a:lnTo>
                      <a:pt x="1032" y="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003" tIns="46502" rIns="93003" bIns="46502" numCol="1" anchor="t" anchorCtr="0" compatLnSpc="1">
                <a:prstTxWarp prst="textNoShape">
                  <a:avLst/>
                </a:prstTxWarp>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948549"/>
                <a:endParaRPr lang="en-US" sz="1832">
                  <a:solidFill>
                    <a:srgbClr val="000000"/>
                  </a:solidFill>
                  <a:latin typeface="Segoe UI Light" panose="020B0502040204020203" pitchFamily="34" charset="0"/>
                  <a:cs typeface="Segoe UI Light" panose="020B0502040204020203" pitchFamily="34" charset="0"/>
                </a:endParaRPr>
              </a:p>
            </p:txBody>
          </p:sp>
          <p:sp>
            <p:nvSpPr>
              <p:cNvPr id="112" name="Freeform 80">
                <a:extLst>
                  <a:ext uri="{FF2B5EF4-FFF2-40B4-BE49-F238E27FC236}">
                    <a16:creationId xmlns:a16="http://schemas.microsoft.com/office/drawing/2014/main" id="{3D54F3D8-610C-42AC-9DC1-CD3FC95FECA3}"/>
                  </a:ext>
                </a:extLst>
              </p:cNvPr>
              <p:cNvSpPr>
                <a:spLocks noEditPoints="1"/>
              </p:cNvSpPr>
              <p:nvPr/>
            </p:nvSpPr>
            <p:spPr bwMode="auto">
              <a:xfrm>
                <a:off x="9888538" y="4030663"/>
                <a:ext cx="1670050" cy="1066800"/>
              </a:xfrm>
              <a:custGeom>
                <a:avLst/>
                <a:gdLst>
                  <a:gd name="T0" fmla="*/ 0 w 1052"/>
                  <a:gd name="T1" fmla="*/ 0 h 672"/>
                  <a:gd name="T2" fmla="*/ 0 w 1052"/>
                  <a:gd name="T3" fmla="*/ 672 h 672"/>
                  <a:gd name="T4" fmla="*/ 1052 w 1052"/>
                  <a:gd name="T5" fmla="*/ 672 h 672"/>
                  <a:gd name="T6" fmla="*/ 1052 w 1052"/>
                  <a:gd name="T7" fmla="*/ 0 h 672"/>
                  <a:gd name="T8" fmla="*/ 0 w 1052"/>
                  <a:gd name="T9" fmla="*/ 0 h 672"/>
                  <a:gd name="T10" fmla="*/ 1000 w 1052"/>
                  <a:gd name="T11" fmla="*/ 620 h 672"/>
                  <a:gd name="T12" fmla="*/ 54 w 1052"/>
                  <a:gd name="T13" fmla="*/ 620 h 672"/>
                  <a:gd name="T14" fmla="*/ 54 w 1052"/>
                  <a:gd name="T15" fmla="*/ 52 h 672"/>
                  <a:gd name="T16" fmla="*/ 1000 w 1052"/>
                  <a:gd name="T17" fmla="*/ 52 h 672"/>
                  <a:gd name="T18" fmla="*/ 1000 w 1052"/>
                  <a:gd name="T19" fmla="*/ 620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2" h="672">
                    <a:moveTo>
                      <a:pt x="0" y="0"/>
                    </a:moveTo>
                    <a:lnTo>
                      <a:pt x="0" y="672"/>
                    </a:lnTo>
                    <a:lnTo>
                      <a:pt x="1052" y="672"/>
                    </a:lnTo>
                    <a:lnTo>
                      <a:pt x="1052" y="0"/>
                    </a:lnTo>
                    <a:lnTo>
                      <a:pt x="0" y="0"/>
                    </a:lnTo>
                    <a:close/>
                    <a:moveTo>
                      <a:pt x="1000" y="620"/>
                    </a:moveTo>
                    <a:lnTo>
                      <a:pt x="54" y="620"/>
                    </a:lnTo>
                    <a:lnTo>
                      <a:pt x="54" y="52"/>
                    </a:lnTo>
                    <a:lnTo>
                      <a:pt x="1000" y="52"/>
                    </a:lnTo>
                    <a:lnTo>
                      <a:pt x="1000" y="6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003" tIns="46502" rIns="93003" bIns="46502" numCol="1" anchor="t" anchorCtr="0" compatLnSpc="1">
                <a:prstTxWarp prst="textNoShape">
                  <a:avLst/>
                </a:prstTxWarp>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948549"/>
                <a:endParaRPr lang="en-US" sz="1832">
                  <a:solidFill>
                    <a:srgbClr val="000000"/>
                  </a:solidFill>
                  <a:latin typeface="Segoe UI Light" panose="020B0502040204020203" pitchFamily="34" charset="0"/>
                  <a:cs typeface="Segoe UI Light" panose="020B0502040204020203" pitchFamily="34" charset="0"/>
                </a:endParaRPr>
              </a:p>
            </p:txBody>
          </p:sp>
        </p:grpSp>
        <p:sp>
          <p:nvSpPr>
            <p:cNvPr id="95" name="Rectangle 240">
              <a:extLst>
                <a:ext uri="{FF2B5EF4-FFF2-40B4-BE49-F238E27FC236}">
                  <a16:creationId xmlns:a16="http://schemas.microsoft.com/office/drawing/2014/main" id="{8A103599-3078-4A4D-8F3D-6494FE80B72B}"/>
                </a:ext>
              </a:extLst>
            </p:cNvPr>
            <p:cNvSpPr>
              <a:spLocks noChangeArrowheads="1"/>
            </p:cNvSpPr>
            <p:nvPr/>
          </p:nvSpPr>
          <p:spPr bwMode="auto">
            <a:xfrm>
              <a:off x="7879605" y="2860848"/>
              <a:ext cx="681322" cy="228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defTabSz="914224">
                <a:defRPr/>
              </a:pPr>
              <a:r>
                <a:rPr lang="en-US" altLang="en-US" sz="1099">
                  <a:latin typeface="Segoe UI Light" panose="020B0502040204020203" pitchFamily="34" charset="0"/>
                  <a:cs typeface="Segoe UI Light" panose="020B0502040204020203" pitchFamily="34" charset="0"/>
                </a:rPr>
                <a:t>Power BI</a:t>
              </a:r>
              <a:endParaRPr lang="en-US" altLang="en-US">
                <a:latin typeface="Segoe UI Light" panose="020B0502040204020203" pitchFamily="34" charset="0"/>
                <a:cs typeface="Segoe UI Light" panose="020B0502040204020203" pitchFamily="34" charset="0"/>
              </a:endParaRPr>
            </a:p>
          </p:txBody>
        </p:sp>
      </p:grpSp>
      <p:pic>
        <p:nvPicPr>
          <p:cNvPr id="113" name="Picture 112">
            <a:extLst>
              <a:ext uri="{FF2B5EF4-FFF2-40B4-BE49-F238E27FC236}">
                <a16:creationId xmlns:a16="http://schemas.microsoft.com/office/drawing/2014/main" id="{176A59AB-78EB-4860-8701-06952A8F97E6}"/>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3223200" y="3908194"/>
            <a:ext cx="559562" cy="559562"/>
          </a:xfrm>
          <a:prstGeom prst="rect">
            <a:avLst/>
          </a:prstGeom>
        </p:spPr>
      </p:pic>
      <p:sp>
        <p:nvSpPr>
          <p:cNvPr id="114" name="Rectangle 113">
            <a:extLst>
              <a:ext uri="{FF2B5EF4-FFF2-40B4-BE49-F238E27FC236}">
                <a16:creationId xmlns:a16="http://schemas.microsoft.com/office/drawing/2014/main" id="{23CCE9E2-39CC-4021-A1E4-8250F8CE53FF}"/>
              </a:ext>
            </a:extLst>
          </p:cNvPr>
          <p:cNvSpPr/>
          <p:nvPr/>
        </p:nvSpPr>
        <p:spPr bwMode="auto">
          <a:xfrm>
            <a:off x="3029148" y="3800480"/>
            <a:ext cx="932171" cy="1012313"/>
          </a:xfrm>
          <a:prstGeom prst="rect">
            <a:avLst/>
          </a:prstGeom>
          <a:noFill/>
          <a:ln w="38100">
            <a:solidFill>
              <a:schemeClr val="tx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7565" rIns="0" bIns="47565" numCol="1" rtlCol="0" anchor="ctr" anchorCtr="0" compatLnSpc="1">
            <a:prstTxWarp prst="textNoShape">
              <a:avLst/>
            </a:prstTxWarp>
          </a:bodyPr>
          <a:lstStyle/>
          <a:p>
            <a:pPr algn="ctr" defTabSz="951028" fontAlgn="base">
              <a:spcBef>
                <a:spcPct val="0"/>
              </a:spcBef>
              <a:spcAft>
                <a:spcPct val="0"/>
              </a:spcAft>
            </a:pPr>
            <a:endParaRPr lang="en-US" sz="2040">
              <a:gradFill>
                <a:gsLst>
                  <a:gs pos="5417">
                    <a:srgbClr val="505050"/>
                  </a:gs>
                  <a:gs pos="100000">
                    <a:srgbClr val="505050"/>
                  </a:gs>
                </a:gsLst>
                <a:lin ang="5400000" scaled="0"/>
              </a:gradFill>
              <a:latin typeface="Segoe UI Light" panose="020B0502040204020203" pitchFamily="34" charset="0"/>
              <a:cs typeface="Segoe UI Light" panose="020B0502040204020203" pitchFamily="34" charset="0"/>
            </a:endParaRPr>
          </a:p>
        </p:txBody>
      </p:sp>
      <p:sp>
        <p:nvSpPr>
          <p:cNvPr id="115" name="Rectangle 114">
            <a:extLst>
              <a:ext uri="{FF2B5EF4-FFF2-40B4-BE49-F238E27FC236}">
                <a16:creationId xmlns:a16="http://schemas.microsoft.com/office/drawing/2014/main" id="{915BBF6D-075E-472E-8AEE-7EBA6CED0B42}"/>
              </a:ext>
            </a:extLst>
          </p:cNvPr>
          <p:cNvSpPr/>
          <p:nvPr/>
        </p:nvSpPr>
        <p:spPr>
          <a:xfrm>
            <a:off x="1928884" y="2642832"/>
            <a:ext cx="867839" cy="3276456"/>
          </a:xfrm>
          <a:prstGeom prst="rect">
            <a:avLst/>
          </a:prstGeom>
          <a:noFill/>
          <a:ln w="38100">
            <a:solidFill>
              <a:schemeClr val="tx2"/>
            </a:solidFill>
            <a:prstDash val="sysDash"/>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836">
              <a:latin typeface="Segoe UI Light" panose="020B0502040204020203" pitchFamily="34" charset="0"/>
              <a:cs typeface="Segoe UI Light" panose="020B0502040204020203" pitchFamily="34" charset="0"/>
            </a:endParaRPr>
          </a:p>
        </p:txBody>
      </p:sp>
      <p:sp>
        <p:nvSpPr>
          <p:cNvPr id="116" name="Down Arrow 6">
            <a:extLst>
              <a:ext uri="{FF2B5EF4-FFF2-40B4-BE49-F238E27FC236}">
                <a16:creationId xmlns:a16="http://schemas.microsoft.com/office/drawing/2014/main" id="{E5427CDD-DB21-43C9-BDD1-B7B54062DC97}"/>
              </a:ext>
            </a:extLst>
          </p:cNvPr>
          <p:cNvSpPr/>
          <p:nvPr/>
        </p:nvSpPr>
        <p:spPr>
          <a:xfrm>
            <a:off x="2115663" y="1575228"/>
            <a:ext cx="494280" cy="99788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latin typeface="Segoe UI Light" panose="020B0502040204020203" pitchFamily="34" charset="0"/>
              <a:cs typeface="Segoe UI Light" panose="020B0502040204020203" pitchFamily="34" charset="0"/>
            </a:endParaRPr>
          </a:p>
        </p:txBody>
      </p:sp>
      <p:sp>
        <p:nvSpPr>
          <p:cNvPr id="117" name="TextBox 116">
            <a:extLst>
              <a:ext uri="{FF2B5EF4-FFF2-40B4-BE49-F238E27FC236}">
                <a16:creationId xmlns:a16="http://schemas.microsoft.com/office/drawing/2014/main" id="{D5322E7D-BDE1-46A6-A44C-F42D82702001}"/>
              </a:ext>
            </a:extLst>
          </p:cNvPr>
          <p:cNvSpPr txBox="1"/>
          <p:nvPr/>
        </p:nvSpPr>
        <p:spPr>
          <a:xfrm>
            <a:off x="743834" y="1551350"/>
            <a:ext cx="1500389" cy="958583"/>
          </a:xfrm>
          <a:prstGeom prst="rect">
            <a:avLst/>
          </a:prstGeom>
          <a:noFill/>
        </p:spPr>
        <p:txBody>
          <a:bodyPr wrap="square" rtlCol="0">
            <a:spAutoFit/>
          </a:bodyPr>
          <a:lstStyle/>
          <a:p>
            <a:r>
              <a:rPr lang="en-US" sz="1836" dirty="0">
                <a:solidFill>
                  <a:srgbClr val="D83B01"/>
                </a:solidFill>
              </a:rPr>
              <a:t>Provisioning happens here</a:t>
            </a:r>
          </a:p>
        </p:txBody>
      </p:sp>
      <p:sp>
        <p:nvSpPr>
          <p:cNvPr id="118" name="chip" descr="Technology&#10;">
            <a:extLst>
              <a:ext uri="{FF2B5EF4-FFF2-40B4-BE49-F238E27FC236}">
                <a16:creationId xmlns:a16="http://schemas.microsoft.com/office/drawing/2014/main" id="{6AF00F76-868C-47E8-8B88-6A3E85E14A3E}"/>
              </a:ext>
            </a:extLst>
          </p:cNvPr>
          <p:cNvSpPr>
            <a:spLocks noChangeAspect="1" noEditPoints="1"/>
          </p:cNvSpPr>
          <p:nvPr/>
        </p:nvSpPr>
        <p:spPr bwMode="auto">
          <a:xfrm>
            <a:off x="778695" y="4147908"/>
            <a:ext cx="416013" cy="424608"/>
          </a:xfrm>
          <a:custGeom>
            <a:avLst/>
            <a:gdLst>
              <a:gd name="T0" fmla="*/ 267 w 334"/>
              <a:gd name="T1" fmla="*/ 298 h 341"/>
              <a:gd name="T2" fmla="*/ 60 w 334"/>
              <a:gd name="T3" fmla="*/ 298 h 341"/>
              <a:gd name="T4" fmla="*/ 36 w 334"/>
              <a:gd name="T5" fmla="*/ 273 h 341"/>
              <a:gd name="T6" fmla="*/ 36 w 334"/>
              <a:gd name="T7" fmla="*/ 61 h 341"/>
              <a:gd name="T8" fmla="*/ 60 w 334"/>
              <a:gd name="T9" fmla="*/ 36 h 341"/>
              <a:gd name="T10" fmla="*/ 267 w 334"/>
              <a:gd name="T11" fmla="*/ 36 h 341"/>
              <a:gd name="T12" fmla="*/ 291 w 334"/>
              <a:gd name="T13" fmla="*/ 61 h 341"/>
              <a:gd name="T14" fmla="*/ 291 w 334"/>
              <a:gd name="T15" fmla="*/ 273 h 341"/>
              <a:gd name="T16" fmla="*/ 267 w 334"/>
              <a:gd name="T17" fmla="*/ 298 h 341"/>
              <a:gd name="T18" fmla="*/ 78 w 334"/>
              <a:gd name="T19" fmla="*/ 36 h 341"/>
              <a:gd name="T20" fmla="*/ 78 w 334"/>
              <a:gd name="T21" fmla="*/ 0 h 341"/>
              <a:gd name="T22" fmla="*/ 121 w 334"/>
              <a:gd name="T23" fmla="*/ 36 h 341"/>
              <a:gd name="T24" fmla="*/ 121 w 334"/>
              <a:gd name="T25" fmla="*/ 0 h 341"/>
              <a:gd name="T26" fmla="*/ 163 w 334"/>
              <a:gd name="T27" fmla="*/ 0 h 341"/>
              <a:gd name="T28" fmla="*/ 163 w 334"/>
              <a:gd name="T29" fmla="*/ 36 h 341"/>
              <a:gd name="T30" fmla="*/ 206 w 334"/>
              <a:gd name="T31" fmla="*/ 0 h 341"/>
              <a:gd name="T32" fmla="*/ 206 w 334"/>
              <a:gd name="T33" fmla="*/ 36 h 341"/>
              <a:gd name="T34" fmla="*/ 256 w 334"/>
              <a:gd name="T35" fmla="*/ 0 h 341"/>
              <a:gd name="T36" fmla="*/ 256 w 334"/>
              <a:gd name="T37" fmla="*/ 36 h 341"/>
              <a:gd name="T38" fmla="*/ 334 w 334"/>
              <a:gd name="T39" fmla="*/ 78 h 341"/>
              <a:gd name="T40" fmla="*/ 291 w 334"/>
              <a:gd name="T41" fmla="*/ 78 h 341"/>
              <a:gd name="T42" fmla="*/ 334 w 334"/>
              <a:gd name="T43" fmla="*/ 121 h 341"/>
              <a:gd name="T44" fmla="*/ 291 w 334"/>
              <a:gd name="T45" fmla="*/ 121 h 341"/>
              <a:gd name="T46" fmla="*/ 334 w 334"/>
              <a:gd name="T47" fmla="*/ 163 h 341"/>
              <a:gd name="T48" fmla="*/ 291 w 334"/>
              <a:gd name="T49" fmla="*/ 163 h 341"/>
              <a:gd name="T50" fmla="*/ 334 w 334"/>
              <a:gd name="T51" fmla="*/ 213 h 341"/>
              <a:gd name="T52" fmla="*/ 291 w 334"/>
              <a:gd name="T53" fmla="*/ 213 h 341"/>
              <a:gd name="T54" fmla="*/ 334 w 334"/>
              <a:gd name="T55" fmla="*/ 256 h 341"/>
              <a:gd name="T56" fmla="*/ 291 w 334"/>
              <a:gd name="T57" fmla="*/ 256 h 341"/>
              <a:gd name="T58" fmla="*/ 36 w 334"/>
              <a:gd name="T59" fmla="*/ 78 h 341"/>
              <a:gd name="T60" fmla="*/ 0 w 334"/>
              <a:gd name="T61" fmla="*/ 78 h 341"/>
              <a:gd name="T62" fmla="*/ 36 w 334"/>
              <a:gd name="T63" fmla="*/ 121 h 341"/>
              <a:gd name="T64" fmla="*/ 0 w 334"/>
              <a:gd name="T65" fmla="*/ 121 h 341"/>
              <a:gd name="T66" fmla="*/ 36 w 334"/>
              <a:gd name="T67" fmla="*/ 163 h 341"/>
              <a:gd name="T68" fmla="*/ 0 w 334"/>
              <a:gd name="T69" fmla="*/ 163 h 341"/>
              <a:gd name="T70" fmla="*/ 36 w 334"/>
              <a:gd name="T71" fmla="*/ 213 h 341"/>
              <a:gd name="T72" fmla="*/ 0 w 334"/>
              <a:gd name="T73" fmla="*/ 213 h 341"/>
              <a:gd name="T74" fmla="*/ 36 w 334"/>
              <a:gd name="T75" fmla="*/ 256 h 341"/>
              <a:gd name="T76" fmla="*/ 0 w 334"/>
              <a:gd name="T77" fmla="*/ 256 h 341"/>
              <a:gd name="T78" fmla="*/ 78 w 334"/>
              <a:gd name="T79" fmla="*/ 298 h 341"/>
              <a:gd name="T80" fmla="*/ 78 w 334"/>
              <a:gd name="T81" fmla="*/ 341 h 341"/>
              <a:gd name="T82" fmla="*/ 121 w 334"/>
              <a:gd name="T83" fmla="*/ 298 h 341"/>
              <a:gd name="T84" fmla="*/ 121 w 334"/>
              <a:gd name="T85" fmla="*/ 341 h 341"/>
              <a:gd name="T86" fmla="*/ 163 w 334"/>
              <a:gd name="T87" fmla="*/ 341 h 341"/>
              <a:gd name="T88" fmla="*/ 163 w 334"/>
              <a:gd name="T89" fmla="*/ 298 h 341"/>
              <a:gd name="T90" fmla="*/ 206 w 334"/>
              <a:gd name="T91" fmla="*/ 298 h 341"/>
              <a:gd name="T92" fmla="*/ 206 w 334"/>
              <a:gd name="T93" fmla="*/ 341 h 341"/>
              <a:gd name="T94" fmla="*/ 256 w 334"/>
              <a:gd name="T95" fmla="*/ 298 h 341"/>
              <a:gd name="T96" fmla="*/ 256 w 334"/>
              <a:gd name="T97" fmla="*/ 341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34" h="341">
                <a:moveTo>
                  <a:pt x="267" y="298"/>
                </a:moveTo>
                <a:cubicBezTo>
                  <a:pt x="60" y="298"/>
                  <a:pt x="60" y="298"/>
                  <a:pt x="60" y="298"/>
                </a:cubicBezTo>
                <a:cubicBezTo>
                  <a:pt x="48" y="298"/>
                  <a:pt x="36" y="286"/>
                  <a:pt x="36" y="273"/>
                </a:cubicBezTo>
                <a:cubicBezTo>
                  <a:pt x="36" y="61"/>
                  <a:pt x="36" y="61"/>
                  <a:pt x="36" y="61"/>
                </a:cubicBezTo>
                <a:cubicBezTo>
                  <a:pt x="36" y="45"/>
                  <a:pt x="48" y="36"/>
                  <a:pt x="60" y="36"/>
                </a:cubicBezTo>
                <a:cubicBezTo>
                  <a:pt x="267" y="36"/>
                  <a:pt x="267" y="36"/>
                  <a:pt x="267" y="36"/>
                </a:cubicBezTo>
                <a:cubicBezTo>
                  <a:pt x="282" y="36"/>
                  <a:pt x="291" y="45"/>
                  <a:pt x="291" y="61"/>
                </a:cubicBezTo>
                <a:cubicBezTo>
                  <a:pt x="291" y="273"/>
                  <a:pt x="291" y="273"/>
                  <a:pt x="291" y="273"/>
                </a:cubicBezTo>
                <a:cubicBezTo>
                  <a:pt x="291" y="286"/>
                  <a:pt x="282" y="298"/>
                  <a:pt x="267" y="298"/>
                </a:cubicBezTo>
                <a:close/>
                <a:moveTo>
                  <a:pt x="78" y="36"/>
                </a:moveTo>
                <a:cubicBezTo>
                  <a:pt x="78" y="0"/>
                  <a:pt x="78" y="0"/>
                  <a:pt x="78" y="0"/>
                </a:cubicBezTo>
                <a:moveTo>
                  <a:pt x="121" y="36"/>
                </a:moveTo>
                <a:cubicBezTo>
                  <a:pt x="121" y="0"/>
                  <a:pt x="121" y="0"/>
                  <a:pt x="121" y="0"/>
                </a:cubicBezTo>
                <a:moveTo>
                  <a:pt x="163" y="0"/>
                </a:moveTo>
                <a:cubicBezTo>
                  <a:pt x="163" y="36"/>
                  <a:pt x="163" y="36"/>
                  <a:pt x="163" y="36"/>
                </a:cubicBezTo>
                <a:moveTo>
                  <a:pt x="206" y="0"/>
                </a:moveTo>
                <a:cubicBezTo>
                  <a:pt x="206" y="36"/>
                  <a:pt x="206" y="36"/>
                  <a:pt x="206" y="36"/>
                </a:cubicBezTo>
                <a:moveTo>
                  <a:pt x="256" y="0"/>
                </a:moveTo>
                <a:cubicBezTo>
                  <a:pt x="256" y="36"/>
                  <a:pt x="256" y="36"/>
                  <a:pt x="256" y="36"/>
                </a:cubicBezTo>
                <a:moveTo>
                  <a:pt x="334" y="78"/>
                </a:moveTo>
                <a:cubicBezTo>
                  <a:pt x="291" y="78"/>
                  <a:pt x="291" y="78"/>
                  <a:pt x="291" y="78"/>
                </a:cubicBezTo>
                <a:moveTo>
                  <a:pt x="334" y="121"/>
                </a:moveTo>
                <a:cubicBezTo>
                  <a:pt x="291" y="121"/>
                  <a:pt x="291" y="121"/>
                  <a:pt x="291" y="121"/>
                </a:cubicBezTo>
                <a:moveTo>
                  <a:pt x="334" y="163"/>
                </a:moveTo>
                <a:cubicBezTo>
                  <a:pt x="291" y="163"/>
                  <a:pt x="291" y="163"/>
                  <a:pt x="291" y="163"/>
                </a:cubicBezTo>
                <a:moveTo>
                  <a:pt x="334" y="213"/>
                </a:moveTo>
                <a:cubicBezTo>
                  <a:pt x="291" y="213"/>
                  <a:pt x="291" y="213"/>
                  <a:pt x="291" y="213"/>
                </a:cubicBezTo>
                <a:moveTo>
                  <a:pt x="334" y="256"/>
                </a:moveTo>
                <a:cubicBezTo>
                  <a:pt x="291" y="256"/>
                  <a:pt x="291" y="256"/>
                  <a:pt x="291" y="256"/>
                </a:cubicBezTo>
                <a:moveTo>
                  <a:pt x="36" y="78"/>
                </a:moveTo>
                <a:cubicBezTo>
                  <a:pt x="0" y="78"/>
                  <a:pt x="0" y="78"/>
                  <a:pt x="0" y="78"/>
                </a:cubicBezTo>
                <a:moveTo>
                  <a:pt x="36" y="121"/>
                </a:moveTo>
                <a:cubicBezTo>
                  <a:pt x="0" y="121"/>
                  <a:pt x="0" y="121"/>
                  <a:pt x="0" y="121"/>
                </a:cubicBezTo>
                <a:moveTo>
                  <a:pt x="36" y="163"/>
                </a:moveTo>
                <a:cubicBezTo>
                  <a:pt x="0" y="163"/>
                  <a:pt x="0" y="163"/>
                  <a:pt x="0" y="163"/>
                </a:cubicBezTo>
                <a:moveTo>
                  <a:pt x="36" y="213"/>
                </a:moveTo>
                <a:cubicBezTo>
                  <a:pt x="0" y="213"/>
                  <a:pt x="0" y="213"/>
                  <a:pt x="0" y="213"/>
                </a:cubicBezTo>
                <a:moveTo>
                  <a:pt x="36" y="256"/>
                </a:moveTo>
                <a:cubicBezTo>
                  <a:pt x="0" y="256"/>
                  <a:pt x="0" y="256"/>
                  <a:pt x="0" y="256"/>
                </a:cubicBezTo>
                <a:moveTo>
                  <a:pt x="78" y="298"/>
                </a:moveTo>
                <a:cubicBezTo>
                  <a:pt x="78" y="341"/>
                  <a:pt x="78" y="341"/>
                  <a:pt x="78" y="341"/>
                </a:cubicBezTo>
                <a:moveTo>
                  <a:pt x="121" y="298"/>
                </a:moveTo>
                <a:cubicBezTo>
                  <a:pt x="121" y="341"/>
                  <a:pt x="121" y="341"/>
                  <a:pt x="121" y="341"/>
                </a:cubicBezTo>
                <a:moveTo>
                  <a:pt x="163" y="341"/>
                </a:moveTo>
                <a:cubicBezTo>
                  <a:pt x="163" y="298"/>
                  <a:pt x="163" y="298"/>
                  <a:pt x="163" y="298"/>
                </a:cubicBezTo>
                <a:moveTo>
                  <a:pt x="206" y="298"/>
                </a:moveTo>
                <a:cubicBezTo>
                  <a:pt x="206" y="341"/>
                  <a:pt x="206" y="341"/>
                  <a:pt x="206" y="341"/>
                </a:cubicBezTo>
                <a:moveTo>
                  <a:pt x="256" y="298"/>
                </a:moveTo>
                <a:cubicBezTo>
                  <a:pt x="256" y="341"/>
                  <a:pt x="256" y="341"/>
                  <a:pt x="256" y="341"/>
                </a:cubicBezTo>
              </a:path>
            </a:pathLst>
          </a:custGeom>
          <a:noFill/>
          <a:ln w="1905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gradFill>
                <a:gsLst>
                  <a:gs pos="0">
                    <a:srgbClr val="505050"/>
                  </a:gs>
                  <a:gs pos="100000">
                    <a:srgbClr val="505050"/>
                  </a:gs>
                </a:gsLst>
              </a:gradFill>
            </a:endParaRPr>
          </a:p>
        </p:txBody>
      </p:sp>
    </p:spTree>
    <p:extLst>
      <p:ext uri="{BB962C8B-B14F-4D97-AF65-F5344CB8AC3E}">
        <p14:creationId xmlns:p14="http://schemas.microsoft.com/office/powerpoint/2010/main" val="536730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animBg="1"/>
      <p:bldP spid="115" grpId="0" animBg="1"/>
      <p:bldP spid="116" grpId="0" animBg="1"/>
      <p:bldP spid="11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is provisioning?</a:t>
            </a:r>
          </a:p>
        </p:txBody>
      </p:sp>
      <p:graphicFrame>
        <p:nvGraphicFramePr>
          <p:cNvPr id="4" name="Diagram 3"/>
          <p:cNvGraphicFramePr/>
          <p:nvPr>
            <p:extLst/>
          </p:nvPr>
        </p:nvGraphicFramePr>
        <p:xfrm>
          <a:off x="1635816" y="1186531"/>
          <a:ext cx="9164843" cy="56640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96199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dgm="http://schemas.openxmlformats.org/drawingml/2006/diagram">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provisioning is hard today</a:t>
            </a:r>
          </a:p>
        </p:txBody>
      </p:sp>
      <p:sp>
        <p:nvSpPr>
          <p:cNvPr id="3" name="Rectangle 2"/>
          <p:cNvSpPr/>
          <p:nvPr/>
        </p:nvSpPr>
        <p:spPr bwMode="auto">
          <a:xfrm>
            <a:off x="274638" y="1204784"/>
            <a:ext cx="1097280" cy="105156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endParaRPr lang="en-US" sz="2000" dirty="0">
              <a:gradFill>
                <a:gsLst>
                  <a:gs pos="0">
                    <a:srgbClr val="FFFFFF"/>
                  </a:gs>
                  <a:gs pos="100000">
                    <a:srgbClr val="FFFFFF"/>
                  </a:gs>
                </a:gsLst>
                <a:lin ang="5400000" scaled="0"/>
              </a:gradFill>
              <a:cs typeface="Segoe UI" pitchFamily="34" charset="0"/>
            </a:endParaRPr>
          </a:p>
        </p:txBody>
      </p:sp>
      <p:sp>
        <p:nvSpPr>
          <p:cNvPr id="4" name="Text Placeholder 4"/>
          <p:cNvSpPr txBox="1">
            <a:spLocks/>
          </p:cNvSpPr>
          <p:nvPr/>
        </p:nvSpPr>
        <p:spPr>
          <a:xfrm>
            <a:off x="1371919" y="1204784"/>
            <a:ext cx="10789919" cy="1097280"/>
          </a:xfrm>
          <a:prstGeom prst="rect">
            <a:avLst/>
          </a:prstGeom>
        </p:spPr>
        <p:txBody>
          <a:bodyPr wrap="none" lIns="182880" tIns="146304" rIns="182880" bIns="146304" anchor="t"/>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200" spc="-70" dirty="0">
                <a:gradFill>
                  <a:gsLst>
                    <a:gs pos="5417">
                      <a:schemeClr val="tx1"/>
                    </a:gs>
                    <a:gs pos="28000">
                      <a:schemeClr val="tx1"/>
                    </a:gs>
                  </a:gsLst>
                  <a:lin ang="5400000" scaled="0"/>
                </a:gradFill>
                <a:latin typeface="Segoe UI Light"/>
              </a:rPr>
              <a:t>Solutions must have per-device revocable access</a:t>
            </a:r>
          </a:p>
        </p:txBody>
      </p:sp>
      <p:sp>
        <p:nvSpPr>
          <p:cNvPr id="11" name="Rectangle 10"/>
          <p:cNvSpPr/>
          <p:nvPr/>
        </p:nvSpPr>
        <p:spPr bwMode="auto">
          <a:xfrm>
            <a:off x="274638" y="2302064"/>
            <a:ext cx="1097280" cy="105156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endParaRPr lang="en-US" sz="2000" dirty="0">
              <a:gradFill>
                <a:gsLst>
                  <a:gs pos="0">
                    <a:srgbClr val="FFFFFF"/>
                  </a:gs>
                  <a:gs pos="100000">
                    <a:srgbClr val="FFFFFF"/>
                  </a:gs>
                </a:gsLst>
                <a:lin ang="5400000" scaled="0"/>
              </a:gradFill>
              <a:cs typeface="Segoe UI" pitchFamily="34" charset="0"/>
            </a:endParaRPr>
          </a:p>
        </p:txBody>
      </p:sp>
      <p:sp>
        <p:nvSpPr>
          <p:cNvPr id="12" name="Text Placeholder 4"/>
          <p:cNvSpPr txBox="1">
            <a:spLocks/>
          </p:cNvSpPr>
          <p:nvPr/>
        </p:nvSpPr>
        <p:spPr>
          <a:xfrm>
            <a:off x="1371919" y="2302064"/>
            <a:ext cx="10789919" cy="1097280"/>
          </a:xfrm>
          <a:prstGeom prst="rect">
            <a:avLst/>
          </a:prstGeom>
        </p:spPr>
        <p:txBody>
          <a:bodyPr wrap="none" lIns="182880" tIns="146304" rIns="182880" bIns="146304" anchor="t"/>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200" spc="-70" dirty="0">
                <a:gradFill>
                  <a:gsLst>
                    <a:gs pos="5417">
                      <a:schemeClr val="tx1"/>
                    </a:gs>
                    <a:gs pos="28000">
                      <a:schemeClr val="tx1"/>
                    </a:gs>
                  </a:gsLst>
                  <a:lin ang="5400000" scaled="0"/>
                </a:gradFill>
                <a:latin typeface="Segoe UI Light"/>
              </a:rPr>
              <a:t>Provisioning is a manual process</a:t>
            </a:r>
          </a:p>
        </p:txBody>
      </p:sp>
      <p:sp>
        <p:nvSpPr>
          <p:cNvPr id="14" name="Rectangle 13"/>
          <p:cNvSpPr/>
          <p:nvPr/>
        </p:nvSpPr>
        <p:spPr bwMode="auto">
          <a:xfrm>
            <a:off x="274638" y="3399344"/>
            <a:ext cx="1097280" cy="105156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endParaRPr lang="en-US" sz="2000" dirty="0">
              <a:gradFill>
                <a:gsLst>
                  <a:gs pos="0">
                    <a:srgbClr val="FFFFFF"/>
                  </a:gs>
                  <a:gs pos="100000">
                    <a:srgbClr val="FFFFFF"/>
                  </a:gs>
                </a:gsLst>
                <a:lin ang="5400000" scaled="0"/>
              </a:gradFill>
              <a:cs typeface="Segoe UI" pitchFamily="34" charset="0"/>
            </a:endParaRPr>
          </a:p>
        </p:txBody>
      </p:sp>
      <p:sp>
        <p:nvSpPr>
          <p:cNvPr id="15" name="Text Placeholder 4"/>
          <p:cNvSpPr txBox="1">
            <a:spLocks/>
          </p:cNvSpPr>
          <p:nvPr/>
        </p:nvSpPr>
        <p:spPr>
          <a:xfrm>
            <a:off x="1371919" y="3399344"/>
            <a:ext cx="10789919" cy="1097280"/>
          </a:xfrm>
          <a:prstGeom prst="rect">
            <a:avLst/>
          </a:prstGeom>
        </p:spPr>
        <p:txBody>
          <a:bodyPr wrap="square" lIns="182880" tIns="146304" rIns="182880" bIns="146304" anchor="t"/>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200" spc="-70" dirty="0">
                <a:gradFill>
                  <a:gsLst>
                    <a:gs pos="5417">
                      <a:schemeClr val="tx1"/>
                    </a:gs>
                    <a:gs pos="28000">
                      <a:schemeClr val="tx1"/>
                    </a:gs>
                  </a:gsLst>
                  <a:lin ang="5400000" scaled="0"/>
                </a:gradFill>
                <a:latin typeface="Segoe UI Light"/>
              </a:rPr>
              <a:t>Initial configuration can become irrelevant between manufacturing and deployment</a:t>
            </a:r>
          </a:p>
        </p:txBody>
      </p:sp>
      <p:sp>
        <p:nvSpPr>
          <p:cNvPr id="17" name="Rectangle 16"/>
          <p:cNvSpPr/>
          <p:nvPr/>
        </p:nvSpPr>
        <p:spPr bwMode="auto">
          <a:xfrm>
            <a:off x="274638" y="4489950"/>
            <a:ext cx="1097280" cy="105156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endParaRPr lang="en-US" sz="2000" dirty="0">
              <a:gradFill>
                <a:gsLst>
                  <a:gs pos="0">
                    <a:srgbClr val="FFFFFF"/>
                  </a:gs>
                  <a:gs pos="100000">
                    <a:srgbClr val="FFFFFF"/>
                  </a:gs>
                </a:gsLst>
                <a:lin ang="5400000" scaled="0"/>
              </a:gradFill>
              <a:cs typeface="Segoe UI" pitchFamily="34" charset="0"/>
            </a:endParaRPr>
          </a:p>
        </p:txBody>
      </p:sp>
      <p:sp>
        <p:nvSpPr>
          <p:cNvPr id="18" name="Text Placeholder 4"/>
          <p:cNvSpPr txBox="1">
            <a:spLocks/>
          </p:cNvSpPr>
          <p:nvPr/>
        </p:nvSpPr>
        <p:spPr>
          <a:xfrm>
            <a:off x="1371919" y="4489950"/>
            <a:ext cx="10789919" cy="1097280"/>
          </a:xfrm>
          <a:prstGeom prst="rect">
            <a:avLst/>
          </a:prstGeom>
        </p:spPr>
        <p:txBody>
          <a:bodyPr wrap="none" lIns="182880" tIns="146304" rIns="182880" bIns="146304" anchor="t"/>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200" spc="-70" dirty="0">
                <a:gradFill>
                  <a:gsLst>
                    <a:gs pos="5417">
                      <a:schemeClr val="tx1"/>
                    </a:gs>
                    <a:gs pos="28000">
                      <a:schemeClr val="tx1"/>
                    </a:gs>
                  </a:gsLst>
                  <a:lin ang="5400000" scaled="0"/>
                </a:gradFill>
                <a:latin typeface="Segoe UI Light"/>
              </a:rPr>
              <a:t>Mergers, acquisitions, and bankruptcies can orphan devices</a:t>
            </a:r>
            <a:endParaRPr lang="en-US" sz="2000" dirty="0">
              <a:gradFill>
                <a:gsLst>
                  <a:gs pos="5417">
                    <a:schemeClr val="tx1"/>
                  </a:gs>
                  <a:gs pos="28000">
                    <a:schemeClr val="tx1"/>
                  </a:gs>
                </a:gsLst>
                <a:lin ang="5400000" scaled="0"/>
              </a:gradFill>
              <a:latin typeface="Segoe UI"/>
            </a:endParaRPr>
          </a:p>
        </p:txBody>
      </p:sp>
      <p:sp>
        <p:nvSpPr>
          <p:cNvPr id="20" name="Rectangle 19"/>
          <p:cNvSpPr/>
          <p:nvPr/>
        </p:nvSpPr>
        <p:spPr bwMode="auto">
          <a:xfrm>
            <a:off x="274638" y="5593904"/>
            <a:ext cx="1097280" cy="109728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endParaRPr lang="en-US" sz="2000" dirty="0">
              <a:gradFill>
                <a:gsLst>
                  <a:gs pos="0">
                    <a:srgbClr val="FFFFFF"/>
                  </a:gs>
                  <a:gs pos="100000">
                    <a:srgbClr val="FFFFFF"/>
                  </a:gs>
                </a:gsLst>
                <a:lin ang="5400000" scaled="0"/>
              </a:gradFill>
              <a:cs typeface="Segoe UI" pitchFamily="34" charset="0"/>
            </a:endParaRPr>
          </a:p>
        </p:txBody>
      </p:sp>
      <p:sp>
        <p:nvSpPr>
          <p:cNvPr id="21" name="Text Placeholder 4"/>
          <p:cNvSpPr txBox="1">
            <a:spLocks/>
          </p:cNvSpPr>
          <p:nvPr/>
        </p:nvSpPr>
        <p:spPr>
          <a:xfrm>
            <a:off x="1371919" y="5593904"/>
            <a:ext cx="10789919" cy="1097280"/>
          </a:xfrm>
          <a:prstGeom prst="rect">
            <a:avLst/>
          </a:prstGeom>
        </p:spPr>
        <p:txBody>
          <a:bodyPr wrap="none" lIns="182880" tIns="146304" rIns="182880" bIns="146304" anchor="t"/>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200" spc="-70" dirty="0">
                <a:gradFill>
                  <a:gsLst>
                    <a:gs pos="5417">
                      <a:schemeClr val="tx1"/>
                    </a:gs>
                    <a:gs pos="28000">
                      <a:schemeClr val="tx1"/>
                    </a:gs>
                  </a:gsLst>
                  <a:lin ang="5400000" scaled="0"/>
                </a:gradFill>
                <a:latin typeface="Segoe UI Light"/>
              </a:rPr>
              <a:t>Device supply chains are complex</a:t>
            </a:r>
          </a:p>
        </p:txBody>
      </p:sp>
      <p:sp>
        <p:nvSpPr>
          <p:cNvPr id="19" name="speedometer_3" descr="Speedometer, slow&#10;">
            <a:extLst>
              <a:ext uri="{FF2B5EF4-FFF2-40B4-BE49-F238E27FC236}">
                <a16:creationId xmlns:a16="http://schemas.microsoft.com/office/drawing/2014/main" id="{9D1C6D1E-C293-49E3-8FFC-D8591C40D718}"/>
              </a:ext>
            </a:extLst>
          </p:cNvPr>
          <p:cNvSpPr>
            <a:spLocks noChangeAspect="1" noEditPoints="1"/>
          </p:cNvSpPr>
          <p:nvPr/>
        </p:nvSpPr>
        <p:spPr bwMode="auto">
          <a:xfrm>
            <a:off x="594677" y="2622104"/>
            <a:ext cx="457200" cy="457200"/>
          </a:xfrm>
          <a:custGeom>
            <a:avLst/>
            <a:gdLst>
              <a:gd name="T0" fmla="*/ 48 w 281"/>
              <a:gd name="T1" fmla="*/ 181 h 281"/>
              <a:gd name="T2" fmla="*/ 40 w 281"/>
              <a:gd name="T3" fmla="*/ 141 h 281"/>
              <a:gd name="T4" fmla="*/ 140 w 281"/>
              <a:gd name="T5" fmla="*/ 40 h 281"/>
              <a:gd name="T6" fmla="*/ 241 w 281"/>
              <a:gd name="T7" fmla="*/ 141 h 281"/>
              <a:gd name="T8" fmla="*/ 214 w 281"/>
              <a:gd name="T9" fmla="*/ 210 h 281"/>
              <a:gd name="T10" fmla="*/ 126 w 281"/>
              <a:gd name="T11" fmla="*/ 155 h 281"/>
              <a:gd name="T12" fmla="*/ 155 w 281"/>
              <a:gd name="T13" fmla="*/ 155 h 281"/>
              <a:gd name="T14" fmla="*/ 155 w 281"/>
              <a:gd name="T15" fmla="*/ 126 h 281"/>
              <a:gd name="T16" fmla="*/ 126 w 281"/>
              <a:gd name="T17" fmla="*/ 126 h 281"/>
              <a:gd name="T18" fmla="*/ 126 w 281"/>
              <a:gd name="T19" fmla="*/ 155 h 281"/>
              <a:gd name="T20" fmla="*/ 140 w 281"/>
              <a:gd name="T21" fmla="*/ 0 h 281"/>
              <a:gd name="T22" fmla="*/ 0 w 281"/>
              <a:gd name="T23" fmla="*/ 141 h 281"/>
              <a:gd name="T24" fmla="*/ 140 w 281"/>
              <a:gd name="T25" fmla="*/ 281 h 281"/>
              <a:gd name="T26" fmla="*/ 281 w 281"/>
              <a:gd name="T27" fmla="*/ 141 h 281"/>
              <a:gd name="T28" fmla="*/ 140 w 281"/>
              <a:gd name="T29" fmla="*/ 0 h 281"/>
              <a:gd name="T30" fmla="*/ 69 w 281"/>
              <a:gd name="T31" fmla="*/ 212 h 281"/>
              <a:gd name="T32" fmla="*/ 124 w 281"/>
              <a:gd name="T33" fmla="*/ 157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1" h="281">
                <a:moveTo>
                  <a:pt x="48" y="181"/>
                </a:moveTo>
                <a:cubicBezTo>
                  <a:pt x="43" y="168"/>
                  <a:pt x="40" y="155"/>
                  <a:pt x="40" y="141"/>
                </a:cubicBezTo>
                <a:cubicBezTo>
                  <a:pt x="40" y="85"/>
                  <a:pt x="85" y="40"/>
                  <a:pt x="140" y="40"/>
                </a:cubicBezTo>
                <a:cubicBezTo>
                  <a:pt x="196" y="40"/>
                  <a:pt x="241" y="85"/>
                  <a:pt x="241" y="141"/>
                </a:cubicBezTo>
                <a:cubicBezTo>
                  <a:pt x="241" y="168"/>
                  <a:pt x="231" y="192"/>
                  <a:pt x="214" y="210"/>
                </a:cubicBezTo>
                <a:moveTo>
                  <a:pt x="126" y="155"/>
                </a:moveTo>
                <a:cubicBezTo>
                  <a:pt x="134" y="164"/>
                  <a:pt x="147" y="164"/>
                  <a:pt x="155" y="155"/>
                </a:cubicBezTo>
                <a:cubicBezTo>
                  <a:pt x="164" y="147"/>
                  <a:pt x="164" y="134"/>
                  <a:pt x="155" y="126"/>
                </a:cubicBezTo>
                <a:cubicBezTo>
                  <a:pt x="147" y="117"/>
                  <a:pt x="134" y="118"/>
                  <a:pt x="126" y="126"/>
                </a:cubicBezTo>
                <a:cubicBezTo>
                  <a:pt x="117" y="134"/>
                  <a:pt x="117" y="147"/>
                  <a:pt x="126" y="155"/>
                </a:cubicBezTo>
                <a:close/>
                <a:moveTo>
                  <a:pt x="140" y="0"/>
                </a:moveTo>
                <a:cubicBezTo>
                  <a:pt x="63" y="0"/>
                  <a:pt x="0" y="63"/>
                  <a:pt x="0" y="141"/>
                </a:cubicBezTo>
                <a:cubicBezTo>
                  <a:pt x="0" y="218"/>
                  <a:pt x="63" y="281"/>
                  <a:pt x="140" y="281"/>
                </a:cubicBezTo>
                <a:cubicBezTo>
                  <a:pt x="218" y="281"/>
                  <a:pt x="281" y="218"/>
                  <a:pt x="281" y="141"/>
                </a:cubicBezTo>
                <a:cubicBezTo>
                  <a:pt x="281" y="63"/>
                  <a:pt x="218" y="0"/>
                  <a:pt x="140" y="0"/>
                </a:cubicBezTo>
                <a:close/>
                <a:moveTo>
                  <a:pt x="69" y="212"/>
                </a:moveTo>
                <a:cubicBezTo>
                  <a:pt x="124" y="157"/>
                  <a:pt x="124" y="157"/>
                  <a:pt x="124" y="157"/>
                </a:cubicBezTo>
              </a:path>
            </a:pathLst>
          </a:custGeom>
          <a:noFill/>
          <a:ln w="317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900">
              <a:gradFill>
                <a:gsLst>
                  <a:gs pos="0">
                    <a:srgbClr val="505050"/>
                  </a:gs>
                  <a:gs pos="100000">
                    <a:srgbClr val="505050"/>
                  </a:gs>
                </a:gsLst>
                <a:lin ang="5400000" scaled="1"/>
              </a:gradFill>
            </a:endParaRPr>
          </a:p>
        </p:txBody>
      </p:sp>
      <p:sp>
        <p:nvSpPr>
          <p:cNvPr id="22" name="Lock" descr="Locked, protected, safe&#10;">
            <a:extLst>
              <a:ext uri="{FF2B5EF4-FFF2-40B4-BE49-F238E27FC236}">
                <a16:creationId xmlns:a16="http://schemas.microsoft.com/office/drawing/2014/main" id="{4C12725B-9DA7-43DD-B564-85C24D75553F}"/>
              </a:ext>
            </a:extLst>
          </p:cNvPr>
          <p:cNvSpPr>
            <a:spLocks noChangeAspect="1" noEditPoints="1"/>
          </p:cNvSpPr>
          <p:nvPr/>
        </p:nvSpPr>
        <p:spPr bwMode="auto">
          <a:xfrm>
            <a:off x="659717" y="1501964"/>
            <a:ext cx="327121" cy="457200"/>
          </a:xfrm>
          <a:custGeom>
            <a:avLst/>
            <a:gdLst>
              <a:gd name="T0" fmla="*/ 239 w 239"/>
              <a:gd name="T1" fmla="*/ 335 h 335"/>
              <a:gd name="T2" fmla="*/ 0 w 239"/>
              <a:gd name="T3" fmla="*/ 335 h 335"/>
              <a:gd name="T4" fmla="*/ 0 w 239"/>
              <a:gd name="T5" fmla="*/ 157 h 335"/>
              <a:gd name="T6" fmla="*/ 239 w 239"/>
              <a:gd name="T7" fmla="*/ 157 h 335"/>
              <a:gd name="T8" fmla="*/ 239 w 239"/>
              <a:gd name="T9" fmla="*/ 335 h 335"/>
              <a:gd name="T10" fmla="*/ 196 w 239"/>
              <a:gd name="T11" fmla="*/ 157 h 335"/>
              <a:gd name="T12" fmla="*/ 196 w 239"/>
              <a:gd name="T13" fmla="*/ 75 h 335"/>
              <a:gd name="T14" fmla="*/ 121 w 239"/>
              <a:gd name="T15" fmla="*/ 0 h 335"/>
              <a:gd name="T16" fmla="*/ 46 w 239"/>
              <a:gd name="T17" fmla="*/ 75 h 335"/>
              <a:gd name="T18" fmla="*/ 46 w 239"/>
              <a:gd name="T19" fmla="*/ 157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9" h="335">
                <a:moveTo>
                  <a:pt x="239" y="335"/>
                </a:moveTo>
                <a:cubicBezTo>
                  <a:pt x="0" y="335"/>
                  <a:pt x="0" y="335"/>
                  <a:pt x="0" y="335"/>
                </a:cubicBezTo>
                <a:cubicBezTo>
                  <a:pt x="0" y="157"/>
                  <a:pt x="0" y="157"/>
                  <a:pt x="0" y="157"/>
                </a:cubicBezTo>
                <a:cubicBezTo>
                  <a:pt x="239" y="157"/>
                  <a:pt x="239" y="157"/>
                  <a:pt x="239" y="157"/>
                </a:cubicBezTo>
                <a:lnTo>
                  <a:pt x="239" y="335"/>
                </a:lnTo>
                <a:close/>
                <a:moveTo>
                  <a:pt x="196" y="157"/>
                </a:moveTo>
                <a:cubicBezTo>
                  <a:pt x="196" y="75"/>
                  <a:pt x="196" y="75"/>
                  <a:pt x="196" y="75"/>
                </a:cubicBezTo>
                <a:cubicBezTo>
                  <a:pt x="196" y="34"/>
                  <a:pt x="163" y="0"/>
                  <a:pt x="121" y="0"/>
                </a:cubicBezTo>
                <a:cubicBezTo>
                  <a:pt x="79" y="0"/>
                  <a:pt x="46" y="34"/>
                  <a:pt x="46" y="75"/>
                </a:cubicBezTo>
                <a:cubicBezTo>
                  <a:pt x="46" y="157"/>
                  <a:pt x="46" y="157"/>
                  <a:pt x="46" y="157"/>
                </a:cubicBezTo>
              </a:path>
            </a:pathLst>
          </a:custGeom>
          <a:noFill/>
          <a:ln w="3175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CRMArticles_EFF5" descr="Articles, pages, multipage&#10;">
            <a:extLst>
              <a:ext uri="{FF2B5EF4-FFF2-40B4-BE49-F238E27FC236}">
                <a16:creationId xmlns:a16="http://schemas.microsoft.com/office/drawing/2014/main" id="{BFC086F5-A66F-4201-8190-514726E04775}"/>
              </a:ext>
            </a:extLst>
          </p:cNvPr>
          <p:cNvSpPr>
            <a:spLocks noChangeAspect="1" noEditPoints="1"/>
          </p:cNvSpPr>
          <p:nvPr/>
        </p:nvSpPr>
        <p:spPr bwMode="auto">
          <a:xfrm>
            <a:off x="625242" y="3720901"/>
            <a:ext cx="396070" cy="457200"/>
          </a:xfrm>
          <a:custGeom>
            <a:avLst/>
            <a:gdLst>
              <a:gd name="T0" fmla="*/ 551 w 3583"/>
              <a:gd name="T1" fmla="*/ 3585 h 4136"/>
              <a:gd name="T2" fmla="*/ 0 w 3583"/>
              <a:gd name="T3" fmla="*/ 3585 h 4136"/>
              <a:gd name="T4" fmla="*/ 0 w 3583"/>
              <a:gd name="T5" fmla="*/ 0 h 4136"/>
              <a:gd name="T6" fmla="*/ 3033 w 3583"/>
              <a:gd name="T7" fmla="*/ 0 h 4136"/>
              <a:gd name="T8" fmla="*/ 3033 w 3583"/>
              <a:gd name="T9" fmla="*/ 1103 h 4136"/>
              <a:gd name="T10" fmla="*/ 2480 w 3583"/>
              <a:gd name="T11" fmla="*/ 551 h 4136"/>
              <a:gd name="T12" fmla="*/ 2480 w 3583"/>
              <a:gd name="T13" fmla="*/ 1654 h 4136"/>
              <a:gd name="T14" fmla="*/ 3583 w 3583"/>
              <a:gd name="T15" fmla="*/ 1654 h 4136"/>
              <a:gd name="T16" fmla="*/ 3583 w 3583"/>
              <a:gd name="T17" fmla="*/ 1654 h 4136"/>
              <a:gd name="T18" fmla="*/ 2480 w 3583"/>
              <a:gd name="T19" fmla="*/ 551 h 4136"/>
              <a:gd name="T20" fmla="*/ 551 w 3583"/>
              <a:gd name="T21" fmla="*/ 551 h 4136"/>
              <a:gd name="T22" fmla="*/ 551 w 3583"/>
              <a:gd name="T23" fmla="*/ 4136 h 4136"/>
              <a:gd name="T24" fmla="*/ 3583 w 3583"/>
              <a:gd name="T25" fmla="*/ 4136 h 4136"/>
              <a:gd name="T26" fmla="*/ 3583 w 3583"/>
              <a:gd name="T27" fmla="*/ 1654 h 4136"/>
              <a:gd name="T28" fmla="*/ 965 w 3583"/>
              <a:gd name="T29" fmla="*/ 2757 h 4136"/>
              <a:gd name="T30" fmla="*/ 2894 w 3583"/>
              <a:gd name="T31" fmla="*/ 2757 h 4136"/>
              <a:gd name="T32" fmla="*/ 965 w 3583"/>
              <a:gd name="T33" fmla="*/ 2206 h 4136"/>
              <a:gd name="T34" fmla="*/ 2894 w 3583"/>
              <a:gd name="T35" fmla="*/ 2206 h 4136"/>
              <a:gd name="T36" fmla="*/ 965 w 3583"/>
              <a:gd name="T37" fmla="*/ 1654 h 4136"/>
              <a:gd name="T38" fmla="*/ 2068 w 3583"/>
              <a:gd name="T39" fmla="*/ 1654 h 4136"/>
              <a:gd name="T40" fmla="*/ 965 w 3583"/>
              <a:gd name="T41" fmla="*/ 1103 h 4136"/>
              <a:gd name="T42" fmla="*/ 2068 w 3583"/>
              <a:gd name="T43" fmla="*/ 1103 h 4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583" h="4136">
                <a:moveTo>
                  <a:pt x="551" y="3585"/>
                </a:moveTo>
                <a:lnTo>
                  <a:pt x="0" y="3585"/>
                </a:lnTo>
                <a:lnTo>
                  <a:pt x="0" y="0"/>
                </a:lnTo>
                <a:lnTo>
                  <a:pt x="3033" y="0"/>
                </a:lnTo>
                <a:lnTo>
                  <a:pt x="3033" y="1103"/>
                </a:lnTo>
                <a:moveTo>
                  <a:pt x="2480" y="551"/>
                </a:moveTo>
                <a:lnTo>
                  <a:pt x="2480" y="1654"/>
                </a:lnTo>
                <a:lnTo>
                  <a:pt x="3583" y="1654"/>
                </a:lnTo>
                <a:moveTo>
                  <a:pt x="3583" y="1654"/>
                </a:moveTo>
                <a:lnTo>
                  <a:pt x="2480" y="551"/>
                </a:lnTo>
                <a:lnTo>
                  <a:pt x="551" y="551"/>
                </a:lnTo>
                <a:lnTo>
                  <a:pt x="551" y="4136"/>
                </a:lnTo>
                <a:lnTo>
                  <a:pt x="3583" y="4136"/>
                </a:lnTo>
                <a:lnTo>
                  <a:pt x="3583" y="1654"/>
                </a:lnTo>
                <a:moveTo>
                  <a:pt x="965" y="2757"/>
                </a:moveTo>
                <a:lnTo>
                  <a:pt x="2894" y="2757"/>
                </a:lnTo>
                <a:moveTo>
                  <a:pt x="965" y="2206"/>
                </a:moveTo>
                <a:lnTo>
                  <a:pt x="2894" y="2206"/>
                </a:lnTo>
                <a:moveTo>
                  <a:pt x="965" y="1654"/>
                </a:moveTo>
                <a:lnTo>
                  <a:pt x="2068" y="1654"/>
                </a:lnTo>
                <a:moveTo>
                  <a:pt x="965" y="1103"/>
                </a:moveTo>
                <a:lnTo>
                  <a:pt x="2068" y="1103"/>
                </a:lnTo>
              </a:path>
            </a:pathLst>
          </a:custGeom>
          <a:noFill/>
          <a:ln w="317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Commitments_EC4D" descr="Handshake, partner, meeting, agreement, commitment&#10;">
            <a:extLst>
              <a:ext uri="{FF2B5EF4-FFF2-40B4-BE49-F238E27FC236}">
                <a16:creationId xmlns:a16="http://schemas.microsoft.com/office/drawing/2014/main" id="{EDD1EC36-E059-479B-A0AF-BC522FDA8DB0}"/>
              </a:ext>
            </a:extLst>
          </p:cNvPr>
          <p:cNvSpPr>
            <a:spLocks noChangeAspect="1" noEditPoints="1"/>
          </p:cNvSpPr>
          <p:nvPr/>
        </p:nvSpPr>
        <p:spPr bwMode="auto">
          <a:xfrm>
            <a:off x="564263" y="4807015"/>
            <a:ext cx="487614" cy="457200"/>
          </a:xfrm>
          <a:custGeom>
            <a:avLst/>
            <a:gdLst>
              <a:gd name="T0" fmla="*/ 56 w 3762"/>
              <a:gd name="T1" fmla="*/ 1280 h 3526"/>
              <a:gd name="T2" fmla="*/ 1246 w 3762"/>
              <a:gd name="T3" fmla="*/ 30 h 3526"/>
              <a:gd name="T4" fmla="*/ 1589 w 3762"/>
              <a:gd name="T5" fmla="*/ 313 h 3526"/>
              <a:gd name="T6" fmla="*/ 104 w 3762"/>
              <a:gd name="T7" fmla="*/ 2297 h 3526"/>
              <a:gd name="T8" fmla="*/ 698 w 3762"/>
              <a:gd name="T9" fmla="*/ 2078 h 3526"/>
              <a:gd name="T10" fmla="*/ 323 w 3762"/>
              <a:gd name="T11" fmla="*/ 1703 h 3526"/>
              <a:gd name="T12" fmla="*/ 2479 w 3762"/>
              <a:gd name="T13" fmla="*/ 2578 h 3526"/>
              <a:gd name="T14" fmla="*/ 3073 w 3762"/>
              <a:gd name="T15" fmla="*/ 2797 h 3526"/>
              <a:gd name="T16" fmla="*/ 2854 w 3762"/>
              <a:gd name="T17" fmla="*/ 2203 h 3526"/>
              <a:gd name="T18" fmla="*/ 1823 w 3762"/>
              <a:gd name="T19" fmla="*/ 3422 h 3526"/>
              <a:gd name="T20" fmla="*/ 2198 w 3762"/>
              <a:gd name="T21" fmla="*/ 3047 h 3526"/>
              <a:gd name="T22" fmla="*/ 2698 w 3762"/>
              <a:gd name="T23" fmla="*/ 3172 h 3526"/>
              <a:gd name="T24" fmla="*/ 2479 w 3762"/>
              <a:gd name="T25" fmla="*/ 2578 h 3526"/>
              <a:gd name="T26" fmla="*/ 479 w 3762"/>
              <a:gd name="T27" fmla="*/ 2672 h 3526"/>
              <a:gd name="T28" fmla="*/ 1073 w 3762"/>
              <a:gd name="T29" fmla="*/ 2453 h 3526"/>
              <a:gd name="T30" fmla="*/ 698 w 3762"/>
              <a:gd name="T31" fmla="*/ 2078 h 3526"/>
              <a:gd name="T32" fmla="*/ 854 w 3762"/>
              <a:gd name="T33" fmla="*/ 2672 h 3526"/>
              <a:gd name="T34" fmla="*/ 1229 w 3762"/>
              <a:gd name="T35" fmla="*/ 3047 h 3526"/>
              <a:gd name="T36" fmla="*/ 1448 w 3762"/>
              <a:gd name="T37" fmla="*/ 2453 h 3526"/>
              <a:gd name="T38" fmla="*/ 854 w 3762"/>
              <a:gd name="T39" fmla="*/ 2672 h 3526"/>
              <a:gd name="T40" fmla="*/ 1229 w 3762"/>
              <a:gd name="T41" fmla="*/ 3422 h 3526"/>
              <a:gd name="T42" fmla="*/ 1823 w 3762"/>
              <a:gd name="T43" fmla="*/ 3203 h 3526"/>
              <a:gd name="T44" fmla="*/ 1448 w 3762"/>
              <a:gd name="T45" fmla="*/ 2828 h 3526"/>
              <a:gd name="T46" fmla="*/ 3214 w 3762"/>
              <a:gd name="T47" fmla="*/ 1813 h 3526"/>
              <a:gd name="T48" fmla="*/ 3746 w 3762"/>
              <a:gd name="T49" fmla="*/ 1220 h 3526"/>
              <a:gd name="T50" fmla="*/ 2526 w 3762"/>
              <a:gd name="T51" fmla="*/ 0 h 3526"/>
              <a:gd name="T52" fmla="*/ 1412 w 3762"/>
              <a:gd name="T53" fmla="*/ 385 h 3526"/>
              <a:gd name="T54" fmla="*/ 1026 w 3762"/>
              <a:gd name="T55" fmla="*/ 1250 h 3526"/>
              <a:gd name="T56" fmla="*/ 1276 w 3762"/>
              <a:gd name="T57" fmla="*/ 1500 h 3526"/>
              <a:gd name="T58" fmla="*/ 2026 w 3762"/>
              <a:gd name="T59" fmla="*/ 750 h 3526"/>
              <a:gd name="T60" fmla="*/ 3448 w 3762"/>
              <a:gd name="T61" fmla="*/ 2047 h 3526"/>
              <a:gd name="T62" fmla="*/ 3071 w 3762"/>
              <a:gd name="T63" fmla="*/ 2420 h 3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762" h="3526">
                <a:moveTo>
                  <a:pt x="401" y="1625"/>
                </a:moveTo>
                <a:cubicBezTo>
                  <a:pt x="56" y="1280"/>
                  <a:pt x="56" y="1280"/>
                  <a:pt x="56" y="1280"/>
                </a:cubicBezTo>
                <a:cubicBezTo>
                  <a:pt x="40" y="1264"/>
                  <a:pt x="40" y="1236"/>
                  <a:pt x="56" y="1220"/>
                </a:cubicBezTo>
                <a:cubicBezTo>
                  <a:pt x="1246" y="30"/>
                  <a:pt x="1246" y="30"/>
                  <a:pt x="1246" y="30"/>
                </a:cubicBezTo>
                <a:cubicBezTo>
                  <a:pt x="1262" y="14"/>
                  <a:pt x="1290" y="14"/>
                  <a:pt x="1306" y="30"/>
                </a:cubicBezTo>
                <a:cubicBezTo>
                  <a:pt x="1589" y="313"/>
                  <a:pt x="1589" y="313"/>
                  <a:pt x="1589" y="313"/>
                </a:cubicBezTo>
                <a:moveTo>
                  <a:pt x="104" y="1922"/>
                </a:moveTo>
                <a:cubicBezTo>
                  <a:pt x="0" y="2026"/>
                  <a:pt x="0" y="2194"/>
                  <a:pt x="104" y="2297"/>
                </a:cubicBezTo>
                <a:cubicBezTo>
                  <a:pt x="207" y="2401"/>
                  <a:pt x="375" y="2401"/>
                  <a:pt x="479" y="2297"/>
                </a:cubicBezTo>
                <a:cubicBezTo>
                  <a:pt x="698" y="2078"/>
                  <a:pt x="698" y="2078"/>
                  <a:pt x="698" y="2078"/>
                </a:cubicBezTo>
                <a:cubicBezTo>
                  <a:pt x="802" y="1974"/>
                  <a:pt x="802" y="1806"/>
                  <a:pt x="698" y="1703"/>
                </a:cubicBezTo>
                <a:cubicBezTo>
                  <a:pt x="595" y="1599"/>
                  <a:pt x="427" y="1599"/>
                  <a:pt x="323" y="1703"/>
                </a:cubicBezTo>
                <a:lnTo>
                  <a:pt x="104" y="1922"/>
                </a:lnTo>
                <a:close/>
                <a:moveTo>
                  <a:pt x="2479" y="2578"/>
                </a:moveTo>
                <a:cubicBezTo>
                  <a:pt x="2698" y="2797"/>
                  <a:pt x="2698" y="2797"/>
                  <a:pt x="2698" y="2797"/>
                </a:cubicBezTo>
                <a:cubicBezTo>
                  <a:pt x="2802" y="2901"/>
                  <a:pt x="2970" y="2901"/>
                  <a:pt x="3073" y="2797"/>
                </a:cubicBezTo>
                <a:cubicBezTo>
                  <a:pt x="3177" y="2694"/>
                  <a:pt x="3177" y="2526"/>
                  <a:pt x="3073" y="2422"/>
                </a:cubicBezTo>
                <a:cubicBezTo>
                  <a:pt x="2854" y="2203"/>
                  <a:pt x="2854" y="2203"/>
                  <a:pt x="2854" y="2203"/>
                </a:cubicBezTo>
                <a:moveTo>
                  <a:pt x="1714" y="3313"/>
                </a:moveTo>
                <a:cubicBezTo>
                  <a:pt x="1823" y="3422"/>
                  <a:pt x="1823" y="3422"/>
                  <a:pt x="1823" y="3422"/>
                </a:cubicBezTo>
                <a:cubicBezTo>
                  <a:pt x="1927" y="3526"/>
                  <a:pt x="2095" y="3526"/>
                  <a:pt x="2198" y="3422"/>
                </a:cubicBezTo>
                <a:cubicBezTo>
                  <a:pt x="2302" y="3319"/>
                  <a:pt x="2302" y="3151"/>
                  <a:pt x="2198" y="3047"/>
                </a:cubicBezTo>
                <a:cubicBezTo>
                  <a:pt x="2323" y="3172"/>
                  <a:pt x="2323" y="3172"/>
                  <a:pt x="2323" y="3172"/>
                </a:cubicBezTo>
                <a:cubicBezTo>
                  <a:pt x="2427" y="3276"/>
                  <a:pt x="2595" y="3276"/>
                  <a:pt x="2698" y="3172"/>
                </a:cubicBezTo>
                <a:cubicBezTo>
                  <a:pt x="2802" y="3069"/>
                  <a:pt x="2802" y="2901"/>
                  <a:pt x="2698" y="2797"/>
                </a:cubicBezTo>
                <a:cubicBezTo>
                  <a:pt x="2479" y="2578"/>
                  <a:pt x="2479" y="2578"/>
                  <a:pt x="2479" y="2578"/>
                </a:cubicBezTo>
                <a:moveTo>
                  <a:pt x="479" y="2297"/>
                </a:moveTo>
                <a:cubicBezTo>
                  <a:pt x="375" y="2401"/>
                  <a:pt x="375" y="2569"/>
                  <a:pt x="479" y="2672"/>
                </a:cubicBezTo>
                <a:cubicBezTo>
                  <a:pt x="582" y="2776"/>
                  <a:pt x="750" y="2776"/>
                  <a:pt x="854" y="2672"/>
                </a:cubicBezTo>
                <a:cubicBezTo>
                  <a:pt x="1073" y="2453"/>
                  <a:pt x="1073" y="2453"/>
                  <a:pt x="1073" y="2453"/>
                </a:cubicBezTo>
                <a:cubicBezTo>
                  <a:pt x="1177" y="2349"/>
                  <a:pt x="1177" y="2181"/>
                  <a:pt x="1073" y="2078"/>
                </a:cubicBezTo>
                <a:cubicBezTo>
                  <a:pt x="970" y="1974"/>
                  <a:pt x="802" y="1974"/>
                  <a:pt x="698" y="2078"/>
                </a:cubicBezTo>
                <a:lnTo>
                  <a:pt x="479" y="2297"/>
                </a:lnTo>
                <a:close/>
                <a:moveTo>
                  <a:pt x="854" y="2672"/>
                </a:moveTo>
                <a:cubicBezTo>
                  <a:pt x="750" y="2776"/>
                  <a:pt x="750" y="2944"/>
                  <a:pt x="854" y="3047"/>
                </a:cubicBezTo>
                <a:cubicBezTo>
                  <a:pt x="957" y="3151"/>
                  <a:pt x="1125" y="3151"/>
                  <a:pt x="1229" y="3047"/>
                </a:cubicBezTo>
                <a:cubicBezTo>
                  <a:pt x="1448" y="2828"/>
                  <a:pt x="1448" y="2828"/>
                  <a:pt x="1448" y="2828"/>
                </a:cubicBezTo>
                <a:cubicBezTo>
                  <a:pt x="1552" y="2724"/>
                  <a:pt x="1552" y="2556"/>
                  <a:pt x="1448" y="2453"/>
                </a:cubicBezTo>
                <a:cubicBezTo>
                  <a:pt x="1345" y="2349"/>
                  <a:pt x="1177" y="2349"/>
                  <a:pt x="1073" y="2453"/>
                </a:cubicBezTo>
                <a:lnTo>
                  <a:pt x="854" y="2672"/>
                </a:lnTo>
                <a:close/>
                <a:moveTo>
                  <a:pt x="1229" y="3047"/>
                </a:moveTo>
                <a:cubicBezTo>
                  <a:pt x="1125" y="3151"/>
                  <a:pt x="1125" y="3319"/>
                  <a:pt x="1229" y="3422"/>
                </a:cubicBezTo>
                <a:cubicBezTo>
                  <a:pt x="1332" y="3526"/>
                  <a:pt x="1500" y="3526"/>
                  <a:pt x="1604" y="3422"/>
                </a:cubicBezTo>
                <a:cubicBezTo>
                  <a:pt x="1823" y="3203"/>
                  <a:pt x="1823" y="3203"/>
                  <a:pt x="1823" y="3203"/>
                </a:cubicBezTo>
                <a:cubicBezTo>
                  <a:pt x="1927" y="3099"/>
                  <a:pt x="1927" y="2931"/>
                  <a:pt x="1823" y="2828"/>
                </a:cubicBezTo>
                <a:cubicBezTo>
                  <a:pt x="1720" y="2724"/>
                  <a:pt x="1552" y="2724"/>
                  <a:pt x="1448" y="2828"/>
                </a:cubicBezTo>
                <a:lnTo>
                  <a:pt x="1229" y="3047"/>
                </a:lnTo>
                <a:close/>
                <a:moveTo>
                  <a:pt x="3214" y="1813"/>
                </a:moveTo>
                <a:cubicBezTo>
                  <a:pt x="3746" y="1280"/>
                  <a:pt x="3746" y="1280"/>
                  <a:pt x="3746" y="1280"/>
                </a:cubicBezTo>
                <a:cubicBezTo>
                  <a:pt x="3762" y="1264"/>
                  <a:pt x="3762" y="1236"/>
                  <a:pt x="3746" y="1220"/>
                </a:cubicBezTo>
                <a:cubicBezTo>
                  <a:pt x="2526" y="0"/>
                  <a:pt x="2526" y="0"/>
                  <a:pt x="2526" y="0"/>
                </a:cubicBezTo>
                <a:cubicBezTo>
                  <a:pt x="2526" y="0"/>
                  <a:pt x="2526" y="0"/>
                  <a:pt x="2526" y="0"/>
                </a:cubicBezTo>
                <a:cubicBezTo>
                  <a:pt x="1436" y="363"/>
                  <a:pt x="1436" y="363"/>
                  <a:pt x="1436" y="363"/>
                </a:cubicBezTo>
                <a:cubicBezTo>
                  <a:pt x="1426" y="367"/>
                  <a:pt x="1417" y="375"/>
                  <a:pt x="1412" y="385"/>
                </a:cubicBezTo>
                <a:cubicBezTo>
                  <a:pt x="1057" y="1094"/>
                  <a:pt x="1057" y="1094"/>
                  <a:pt x="1057" y="1094"/>
                </a:cubicBezTo>
                <a:cubicBezTo>
                  <a:pt x="1037" y="1142"/>
                  <a:pt x="1026" y="1195"/>
                  <a:pt x="1026" y="1250"/>
                </a:cubicBezTo>
                <a:cubicBezTo>
                  <a:pt x="1026" y="1319"/>
                  <a:pt x="1054" y="1382"/>
                  <a:pt x="1099" y="1427"/>
                </a:cubicBezTo>
                <a:cubicBezTo>
                  <a:pt x="1144" y="1472"/>
                  <a:pt x="1207" y="1500"/>
                  <a:pt x="1276" y="1500"/>
                </a:cubicBezTo>
                <a:cubicBezTo>
                  <a:pt x="1483" y="1500"/>
                  <a:pt x="1651" y="1332"/>
                  <a:pt x="1651" y="1125"/>
                </a:cubicBezTo>
                <a:cubicBezTo>
                  <a:pt x="1651" y="918"/>
                  <a:pt x="1819" y="750"/>
                  <a:pt x="2026" y="750"/>
                </a:cubicBezTo>
                <a:cubicBezTo>
                  <a:pt x="2094" y="750"/>
                  <a:pt x="2162" y="771"/>
                  <a:pt x="2214" y="813"/>
                </a:cubicBezTo>
                <a:cubicBezTo>
                  <a:pt x="3448" y="2047"/>
                  <a:pt x="3448" y="2047"/>
                  <a:pt x="3448" y="2047"/>
                </a:cubicBezTo>
                <a:cubicBezTo>
                  <a:pt x="3553" y="2152"/>
                  <a:pt x="3552" y="2321"/>
                  <a:pt x="3446" y="2425"/>
                </a:cubicBezTo>
                <a:cubicBezTo>
                  <a:pt x="3341" y="2527"/>
                  <a:pt x="3174" y="2523"/>
                  <a:pt x="3071" y="2420"/>
                </a:cubicBezTo>
                <a:cubicBezTo>
                  <a:pt x="2854" y="2203"/>
                  <a:pt x="2854" y="2203"/>
                  <a:pt x="2854" y="2203"/>
                </a:cubicBezTo>
              </a:path>
            </a:pathLst>
          </a:custGeom>
          <a:noFill/>
          <a:ln w="3175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factory_3" descr="Engineering and manufacturing&#10;">
            <a:extLst>
              <a:ext uri="{FF2B5EF4-FFF2-40B4-BE49-F238E27FC236}">
                <a16:creationId xmlns:a16="http://schemas.microsoft.com/office/drawing/2014/main" id="{4ABC5B04-43C1-4874-98ED-C64E527E769F}"/>
              </a:ext>
            </a:extLst>
          </p:cNvPr>
          <p:cNvSpPr>
            <a:spLocks noChangeAspect="1" noEditPoints="1"/>
          </p:cNvSpPr>
          <p:nvPr/>
        </p:nvSpPr>
        <p:spPr bwMode="auto">
          <a:xfrm>
            <a:off x="512763" y="5959664"/>
            <a:ext cx="590613" cy="365760"/>
          </a:xfrm>
          <a:custGeom>
            <a:avLst/>
            <a:gdLst>
              <a:gd name="T0" fmla="*/ 394 w 394"/>
              <a:gd name="T1" fmla="*/ 101 h 244"/>
              <a:gd name="T2" fmla="*/ 394 w 394"/>
              <a:gd name="T3" fmla="*/ 244 h 244"/>
              <a:gd name="T4" fmla="*/ 0 w 394"/>
              <a:gd name="T5" fmla="*/ 244 h 244"/>
              <a:gd name="T6" fmla="*/ 0 w 394"/>
              <a:gd name="T7" fmla="*/ 101 h 244"/>
              <a:gd name="T8" fmla="*/ 76 w 394"/>
              <a:gd name="T9" fmla="*/ 45 h 244"/>
              <a:gd name="T10" fmla="*/ 76 w 394"/>
              <a:gd name="T11" fmla="*/ 101 h 244"/>
              <a:gd name="T12" fmla="*/ 160 w 394"/>
              <a:gd name="T13" fmla="*/ 45 h 244"/>
              <a:gd name="T14" fmla="*/ 160 w 394"/>
              <a:gd name="T15" fmla="*/ 101 h 244"/>
              <a:gd name="T16" fmla="*/ 394 w 394"/>
              <a:gd name="T17" fmla="*/ 101 h 244"/>
              <a:gd name="T18" fmla="*/ 309 w 394"/>
              <a:gd name="T19" fmla="*/ 101 h 244"/>
              <a:gd name="T20" fmla="*/ 289 w 394"/>
              <a:gd name="T21" fmla="*/ 0 h 244"/>
              <a:gd name="T22" fmla="*/ 273 w 394"/>
              <a:gd name="T23" fmla="*/ 0 h 244"/>
              <a:gd name="T24" fmla="*/ 256 w 394"/>
              <a:gd name="T25" fmla="*/ 101 h 244"/>
              <a:gd name="T26" fmla="*/ 378 w 394"/>
              <a:gd name="T27" fmla="*/ 101 h 244"/>
              <a:gd name="T28" fmla="*/ 358 w 394"/>
              <a:gd name="T29" fmla="*/ 0 h 244"/>
              <a:gd name="T30" fmla="*/ 340 w 394"/>
              <a:gd name="T31" fmla="*/ 0 h 244"/>
              <a:gd name="T32" fmla="*/ 324 w 394"/>
              <a:gd name="T33" fmla="*/ 101 h 244"/>
              <a:gd name="T34" fmla="*/ 57 w 394"/>
              <a:gd name="T35" fmla="*/ 144 h 244"/>
              <a:gd name="T36" fmla="*/ 36 w 394"/>
              <a:gd name="T37" fmla="*/ 144 h 244"/>
              <a:gd name="T38" fmla="*/ 36 w 394"/>
              <a:gd name="T39" fmla="*/ 165 h 244"/>
              <a:gd name="T40" fmla="*/ 57 w 394"/>
              <a:gd name="T41" fmla="*/ 165 h 244"/>
              <a:gd name="T42" fmla="*/ 57 w 394"/>
              <a:gd name="T43" fmla="*/ 144 h 244"/>
              <a:gd name="T44" fmla="*/ 131 w 394"/>
              <a:gd name="T45" fmla="*/ 144 h 244"/>
              <a:gd name="T46" fmla="*/ 112 w 394"/>
              <a:gd name="T47" fmla="*/ 144 h 244"/>
              <a:gd name="T48" fmla="*/ 112 w 394"/>
              <a:gd name="T49" fmla="*/ 165 h 244"/>
              <a:gd name="T50" fmla="*/ 131 w 394"/>
              <a:gd name="T51" fmla="*/ 165 h 244"/>
              <a:gd name="T52" fmla="*/ 131 w 394"/>
              <a:gd name="T53" fmla="*/ 144 h 244"/>
              <a:gd name="T54" fmla="*/ 207 w 394"/>
              <a:gd name="T55" fmla="*/ 144 h 244"/>
              <a:gd name="T56" fmla="*/ 188 w 394"/>
              <a:gd name="T57" fmla="*/ 144 h 244"/>
              <a:gd name="T58" fmla="*/ 188 w 394"/>
              <a:gd name="T59" fmla="*/ 165 h 244"/>
              <a:gd name="T60" fmla="*/ 207 w 394"/>
              <a:gd name="T61" fmla="*/ 165 h 244"/>
              <a:gd name="T62" fmla="*/ 207 w 394"/>
              <a:gd name="T63" fmla="*/ 144 h 244"/>
              <a:gd name="T64" fmla="*/ 283 w 394"/>
              <a:gd name="T65" fmla="*/ 144 h 244"/>
              <a:gd name="T66" fmla="*/ 262 w 394"/>
              <a:gd name="T67" fmla="*/ 144 h 244"/>
              <a:gd name="T68" fmla="*/ 262 w 394"/>
              <a:gd name="T69" fmla="*/ 165 h 244"/>
              <a:gd name="T70" fmla="*/ 283 w 394"/>
              <a:gd name="T71" fmla="*/ 165 h 244"/>
              <a:gd name="T72" fmla="*/ 283 w 394"/>
              <a:gd name="T73" fmla="*/ 144 h 244"/>
              <a:gd name="T74" fmla="*/ 358 w 394"/>
              <a:gd name="T75" fmla="*/ 144 h 244"/>
              <a:gd name="T76" fmla="*/ 338 w 394"/>
              <a:gd name="T77" fmla="*/ 144 h 244"/>
              <a:gd name="T78" fmla="*/ 338 w 394"/>
              <a:gd name="T79" fmla="*/ 165 h 244"/>
              <a:gd name="T80" fmla="*/ 358 w 394"/>
              <a:gd name="T81" fmla="*/ 165 h 244"/>
              <a:gd name="T82" fmla="*/ 358 w 394"/>
              <a:gd name="T83" fmla="*/ 1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94" h="244">
                <a:moveTo>
                  <a:pt x="394" y="101"/>
                </a:moveTo>
                <a:lnTo>
                  <a:pt x="394" y="244"/>
                </a:lnTo>
                <a:lnTo>
                  <a:pt x="0" y="244"/>
                </a:lnTo>
                <a:lnTo>
                  <a:pt x="0" y="101"/>
                </a:lnTo>
                <a:lnTo>
                  <a:pt x="76" y="45"/>
                </a:lnTo>
                <a:lnTo>
                  <a:pt x="76" y="101"/>
                </a:lnTo>
                <a:lnTo>
                  <a:pt x="160" y="45"/>
                </a:lnTo>
                <a:lnTo>
                  <a:pt x="160" y="101"/>
                </a:lnTo>
                <a:lnTo>
                  <a:pt x="394" y="101"/>
                </a:lnTo>
                <a:moveTo>
                  <a:pt x="309" y="101"/>
                </a:moveTo>
                <a:lnTo>
                  <a:pt x="289" y="0"/>
                </a:lnTo>
                <a:lnTo>
                  <a:pt x="273" y="0"/>
                </a:lnTo>
                <a:lnTo>
                  <a:pt x="256" y="101"/>
                </a:lnTo>
                <a:moveTo>
                  <a:pt x="378" y="101"/>
                </a:moveTo>
                <a:lnTo>
                  <a:pt x="358" y="0"/>
                </a:lnTo>
                <a:lnTo>
                  <a:pt x="340" y="0"/>
                </a:lnTo>
                <a:lnTo>
                  <a:pt x="324" y="101"/>
                </a:lnTo>
                <a:moveTo>
                  <a:pt x="57" y="144"/>
                </a:moveTo>
                <a:lnTo>
                  <a:pt x="36" y="144"/>
                </a:lnTo>
                <a:lnTo>
                  <a:pt x="36" y="165"/>
                </a:lnTo>
                <a:lnTo>
                  <a:pt x="57" y="165"/>
                </a:lnTo>
                <a:lnTo>
                  <a:pt x="57" y="144"/>
                </a:lnTo>
                <a:moveTo>
                  <a:pt x="131" y="144"/>
                </a:moveTo>
                <a:lnTo>
                  <a:pt x="112" y="144"/>
                </a:lnTo>
                <a:lnTo>
                  <a:pt x="112" y="165"/>
                </a:lnTo>
                <a:lnTo>
                  <a:pt x="131" y="165"/>
                </a:lnTo>
                <a:lnTo>
                  <a:pt x="131" y="144"/>
                </a:lnTo>
                <a:moveTo>
                  <a:pt x="207" y="144"/>
                </a:moveTo>
                <a:lnTo>
                  <a:pt x="188" y="144"/>
                </a:lnTo>
                <a:lnTo>
                  <a:pt x="188" y="165"/>
                </a:lnTo>
                <a:lnTo>
                  <a:pt x="207" y="165"/>
                </a:lnTo>
                <a:lnTo>
                  <a:pt x="207" y="144"/>
                </a:lnTo>
                <a:moveTo>
                  <a:pt x="283" y="144"/>
                </a:moveTo>
                <a:lnTo>
                  <a:pt x="262" y="144"/>
                </a:lnTo>
                <a:lnTo>
                  <a:pt x="262" y="165"/>
                </a:lnTo>
                <a:lnTo>
                  <a:pt x="283" y="165"/>
                </a:lnTo>
                <a:lnTo>
                  <a:pt x="283" y="144"/>
                </a:lnTo>
                <a:moveTo>
                  <a:pt x="358" y="144"/>
                </a:moveTo>
                <a:lnTo>
                  <a:pt x="338" y="144"/>
                </a:lnTo>
                <a:lnTo>
                  <a:pt x="338" y="165"/>
                </a:lnTo>
                <a:lnTo>
                  <a:pt x="358" y="165"/>
                </a:lnTo>
                <a:lnTo>
                  <a:pt x="358" y="144"/>
                </a:lnTo>
              </a:path>
            </a:pathLst>
          </a:custGeom>
          <a:noFill/>
          <a:ln w="3175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gradFill>
                <a:gsLst>
                  <a:gs pos="0">
                    <a:srgbClr val="505050"/>
                  </a:gs>
                  <a:gs pos="100000">
                    <a:srgbClr val="505050"/>
                  </a:gs>
                </a:gsLst>
              </a:gradFill>
            </a:endParaRPr>
          </a:p>
        </p:txBody>
      </p:sp>
    </p:spTree>
    <p:extLst>
      <p:ext uri="{BB962C8B-B14F-4D97-AF65-F5344CB8AC3E}">
        <p14:creationId xmlns:p14="http://schemas.microsoft.com/office/powerpoint/2010/main" val="628450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500"/>
                                        <p:tgtEl>
                                          <p:spTgt spid="2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500"/>
                                        <p:tgtEl>
                                          <p:spTgt spid="2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00"/>
                                        <p:tgtEl>
                                          <p:spTgt spid="2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4" grpId="0" animBg="1"/>
      <p:bldP spid="15" grpId="0"/>
      <p:bldP spid="17" grpId="0" animBg="1"/>
      <p:bldP spid="18" grpId="0"/>
      <p:bldP spid="20" grpId="0" animBg="1"/>
      <p:bldP spid="21" grpId="0"/>
      <p:bldP spid="19" grpId="0" animBg="1"/>
      <p:bldP spid="28" grpId="0" animBg="1"/>
      <p:bldP spid="29" grpId="0" animBg="1"/>
      <p:bldP spid="3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9A486-248E-466C-AAED-611F5BD09EF0}"/>
              </a:ext>
            </a:extLst>
          </p:cNvPr>
          <p:cNvSpPr>
            <a:spLocks noGrp="1"/>
          </p:cNvSpPr>
          <p:nvPr>
            <p:ph type="title"/>
          </p:nvPr>
        </p:nvSpPr>
        <p:spPr/>
        <p:txBody>
          <a:bodyPr/>
          <a:lstStyle/>
          <a:p>
            <a:r>
              <a:rPr lang="en-US" dirty="0"/>
              <a:t>Let’s talk supply chain</a:t>
            </a:r>
          </a:p>
        </p:txBody>
      </p:sp>
      <p:sp>
        <p:nvSpPr>
          <p:cNvPr id="3" name="Content Placeholder 2">
            <a:extLst>
              <a:ext uri="{FF2B5EF4-FFF2-40B4-BE49-F238E27FC236}">
                <a16:creationId xmlns:a16="http://schemas.microsoft.com/office/drawing/2014/main" id="{D87D266F-07F2-41FD-A82A-34EA55A4CB14}"/>
              </a:ext>
            </a:extLst>
          </p:cNvPr>
          <p:cNvSpPr>
            <a:spLocks noGrp="1"/>
          </p:cNvSpPr>
          <p:nvPr>
            <p:ph type="body" sz="quarter" idx="10"/>
          </p:nvPr>
        </p:nvSpPr>
        <p:spPr>
          <a:xfrm>
            <a:off x="274702" y="5630862"/>
            <a:ext cx="11888787" cy="641698"/>
          </a:xfrm>
        </p:spPr>
        <p:txBody>
          <a:bodyPr>
            <a:normAutofit/>
          </a:bodyPr>
          <a:lstStyle/>
          <a:p>
            <a:pPr marL="0" indent="0">
              <a:buNone/>
            </a:pPr>
            <a:r>
              <a:rPr lang="en-US" sz="3200" dirty="0"/>
              <a:t>Example: cars</a:t>
            </a:r>
          </a:p>
        </p:txBody>
      </p:sp>
      <p:sp>
        <p:nvSpPr>
          <p:cNvPr id="5" name="Digital_Transformation" title="Icon of a cloud of which half is made of dots">
            <a:extLst>
              <a:ext uri="{FF2B5EF4-FFF2-40B4-BE49-F238E27FC236}">
                <a16:creationId xmlns:a16="http://schemas.microsoft.com/office/drawing/2014/main" id="{9031DF48-8FAB-4F0D-973C-64B498E53B6E}"/>
              </a:ext>
            </a:extLst>
          </p:cNvPr>
          <p:cNvSpPr>
            <a:spLocks noChangeAspect="1" noEditPoints="1"/>
          </p:cNvSpPr>
          <p:nvPr/>
        </p:nvSpPr>
        <p:spPr bwMode="auto">
          <a:xfrm>
            <a:off x="8537289" y="6225353"/>
            <a:ext cx="652822" cy="349479"/>
          </a:xfrm>
          <a:custGeom>
            <a:avLst/>
            <a:gdLst>
              <a:gd name="T0" fmla="*/ 0 w 357"/>
              <a:gd name="T1" fmla="*/ 95 h 190"/>
              <a:gd name="T2" fmla="*/ 7 w 357"/>
              <a:gd name="T3" fmla="*/ 95 h 190"/>
              <a:gd name="T4" fmla="*/ 0 w 357"/>
              <a:gd name="T5" fmla="*/ 143 h 190"/>
              <a:gd name="T6" fmla="*/ 7 w 357"/>
              <a:gd name="T7" fmla="*/ 143 h 190"/>
              <a:gd name="T8" fmla="*/ 47 w 357"/>
              <a:gd name="T9" fmla="*/ 190 h 190"/>
              <a:gd name="T10" fmla="*/ 54 w 357"/>
              <a:gd name="T11" fmla="*/ 190 h 190"/>
              <a:gd name="T12" fmla="*/ 47 w 357"/>
              <a:gd name="T13" fmla="*/ 47 h 190"/>
              <a:gd name="T14" fmla="*/ 54 w 357"/>
              <a:gd name="T15" fmla="*/ 47 h 190"/>
              <a:gd name="T16" fmla="*/ 47 w 357"/>
              <a:gd name="T17" fmla="*/ 95 h 190"/>
              <a:gd name="T18" fmla="*/ 54 w 357"/>
              <a:gd name="T19" fmla="*/ 95 h 190"/>
              <a:gd name="T20" fmla="*/ 47 w 357"/>
              <a:gd name="T21" fmla="*/ 143 h 190"/>
              <a:gd name="T22" fmla="*/ 54 w 357"/>
              <a:gd name="T23" fmla="*/ 143 h 190"/>
              <a:gd name="T24" fmla="*/ 141 w 357"/>
              <a:gd name="T25" fmla="*/ 0 h 190"/>
              <a:gd name="T26" fmla="*/ 148 w 357"/>
              <a:gd name="T27" fmla="*/ 0 h 190"/>
              <a:gd name="T28" fmla="*/ 141 w 357"/>
              <a:gd name="T29" fmla="*/ 95 h 190"/>
              <a:gd name="T30" fmla="*/ 148 w 357"/>
              <a:gd name="T31" fmla="*/ 95 h 190"/>
              <a:gd name="T32" fmla="*/ 141 w 357"/>
              <a:gd name="T33" fmla="*/ 143 h 190"/>
              <a:gd name="T34" fmla="*/ 148 w 357"/>
              <a:gd name="T35" fmla="*/ 143 h 190"/>
              <a:gd name="T36" fmla="*/ 94 w 357"/>
              <a:gd name="T37" fmla="*/ 190 h 190"/>
              <a:gd name="T38" fmla="*/ 101 w 357"/>
              <a:gd name="T39" fmla="*/ 190 h 190"/>
              <a:gd name="T40" fmla="*/ 94 w 357"/>
              <a:gd name="T41" fmla="*/ 47 h 190"/>
              <a:gd name="T42" fmla="*/ 101 w 357"/>
              <a:gd name="T43" fmla="*/ 47 h 190"/>
              <a:gd name="T44" fmla="*/ 94 w 357"/>
              <a:gd name="T45" fmla="*/ 95 h 190"/>
              <a:gd name="T46" fmla="*/ 101 w 357"/>
              <a:gd name="T47" fmla="*/ 95 h 190"/>
              <a:gd name="T48" fmla="*/ 94 w 357"/>
              <a:gd name="T49" fmla="*/ 143 h 190"/>
              <a:gd name="T50" fmla="*/ 101 w 357"/>
              <a:gd name="T51" fmla="*/ 143 h 190"/>
              <a:gd name="T52" fmla="*/ 132 w 357"/>
              <a:gd name="T53" fmla="*/ 190 h 190"/>
              <a:gd name="T54" fmla="*/ 298 w 357"/>
              <a:gd name="T55" fmla="*/ 190 h 190"/>
              <a:gd name="T56" fmla="*/ 357 w 357"/>
              <a:gd name="T57" fmla="*/ 131 h 190"/>
              <a:gd name="T58" fmla="*/ 298 w 357"/>
              <a:gd name="T59" fmla="*/ 71 h 190"/>
              <a:gd name="T60" fmla="*/ 285 w 357"/>
              <a:gd name="T61" fmla="*/ 73 h 190"/>
              <a:gd name="T62" fmla="*/ 192 w 357"/>
              <a:gd name="T63" fmla="*/ 0 h 190"/>
              <a:gd name="T64" fmla="*/ 179 w 357"/>
              <a:gd name="T65" fmla="*/ 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57" h="190">
                <a:moveTo>
                  <a:pt x="0" y="95"/>
                </a:moveTo>
                <a:cubicBezTo>
                  <a:pt x="7" y="95"/>
                  <a:pt x="7" y="95"/>
                  <a:pt x="7" y="95"/>
                </a:cubicBezTo>
                <a:moveTo>
                  <a:pt x="0" y="143"/>
                </a:moveTo>
                <a:cubicBezTo>
                  <a:pt x="7" y="143"/>
                  <a:pt x="7" y="143"/>
                  <a:pt x="7" y="143"/>
                </a:cubicBezTo>
                <a:moveTo>
                  <a:pt x="47" y="190"/>
                </a:moveTo>
                <a:cubicBezTo>
                  <a:pt x="54" y="190"/>
                  <a:pt x="54" y="190"/>
                  <a:pt x="54" y="190"/>
                </a:cubicBezTo>
                <a:moveTo>
                  <a:pt x="47" y="47"/>
                </a:moveTo>
                <a:cubicBezTo>
                  <a:pt x="54" y="47"/>
                  <a:pt x="54" y="47"/>
                  <a:pt x="54" y="47"/>
                </a:cubicBezTo>
                <a:moveTo>
                  <a:pt x="47" y="95"/>
                </a:moveTo>
                <a:cubicBezTo>
                  <a:pt x="54" y="95"/>
                  <a:pt x="54" y="95"/>
                  <a:pt x="54" y="95"/>
                </a:cubicBezTo>
                <a:moveTo>
                  <a:pt x="47" y="143"/>
                </a:moveTo>
                <a:cubicBezTo>
                  <a:pt x="54" y="143"/>
                  <a:pt x="54" y="143"/>
                  <a:pt x="54" y="143"/>
                </a:cubicBezTo>
                <a:moveTo>
                  <a:pt x="141" y="0"/>
                </a:moveTo>
                <a:cubicBezTo>
                  <a:pt x="148" y="0"/>
                  <a:pt x="148" y="0"/>
                  <a:pt x="148" y="0"/>
                </a:cubicBezTo>
                <a:moveTo>
                  <a:pt x="141" y="95"/>
                </a:moveTo>
                <a:cubicBezTo>
                  <a:pt x="148" y="95"/>
                  <a:pt x="148" y="95"/>
                  <a:pt x="148" y="95"/>
                </a:cubicBezTo>
                <a:moveTo>
                  <a:pt x="141" y="143"/>
                </a:moveTo>
                <a:cubicBezTo>
                  <a:pt x="148" y="143"/>
                  <a:pt x="148" y="143"/>
                  <a:pt x="148" y="143"/>
                </a:cubicBezTo>
                <a:moveTo>
                  <a:pt x="94" y="190"/>
                </a:moveTo>
                <a:cubicBezTo>
                  <a:pt x="101" y="190"/>
                  <a:pt x="101" y="190"/>
                  <a:pt x="101" y="190"/>
                </a:cubicBezTo>
                <a:moveTo>
                  <a:pt x="94" y="47"/>
                </a:moveTo>
                <a:cubicBezTo>
                  <a:pt x="101" y="47"/>
                  <a:pt x="101" y="47"/>
                  <a:pt x="101" y="47"/>
                </a:cubicBezTo>
                <a:moveTo>
                  <a:pt x="94" y="95"/>
                </a:moveTo>
                <a:cubicBezTo>
                  <a:pt x="101" y="95"/>
                  <a:pt x="101" y="95"/>
                  <a:pt x="101" y="95"/>
                </a:cubicBezTo>
                <a:moveTo>
                  <a:pt x="94" y="143"/>
                </a:moveTo>
                <a:cubicBezTo>
                  <a:pt x="101" y="143"/>
                  <a:pt x="101" y="143"/>
                  <a:pt x="101" y="143"/>
                </a:cubicBezTo>
                <a:moveTo>
                  <a:pt x="132" y="190"/>
                </a:moveTo>
                <a:cubicBezTo>
                  <a:pt x="155" y="190"/>
                  <a:pt x="279" y="190"/>
                  <a:pt x="298" y="190"/>
                </a:cubicBezTo>
                <a:cubicBezTo>
                  <a:pt x="330" y="190"/>
                  <a:pt x="357" y="163"/>
                  <a:pt x="357" y="131"/>
                </a:cubicBezTo>
                <a:cubicBezTo>
                  <a:pt x="357" y="98"/>
                  <a:pt x="330" y="71"/>
                  <a:pt x="298" y="71"/>
                </a:cubicBezTo>
                <a:cubicBezTo>
                  <a:pt x="293" y="71"/>
                  <a:pt x="289" y="72"/>
                  <a:pt x="285" y="73"/>
                </a:cubicBezTo>
                <a:cubicBezTo>
                  <a:pt x="275" y="31"/>
                  <a:pt x="237" y="0"/>
                  <a:pt x="192" y="0"/>
                </a:cubicBezTo>
                <a:cubicBezTo>
                  <a:pt x="179" y="0"/>
                  <a:pt x="179" y="0"/>
                  <a:pt x="179" y="0"/>
                </a:cubicBezTo>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3260" tIns="46630" rIns="93260" bIns="46630" numCol="1" anchor="t" anchorCtr="0" compatLnSpc="1">
            <a:prstTxWarp prst="textNoShape">
              <a:avLst/>
            </a:prstTxWarp>
          </a:bodyPr>
          <a:lstStyle/>
          <a:p>
            <a:endParaRPr lang="en-US" sz="918">
              <a:gradFill>
                <a:gsLst>
                  <a:gs pos="0">
                    <a:srgbClr val="505050"/>
                  </a:gs>
                  <a:gs pos="100000">
                    <a:srgbClr val="505050"/>
                  </a:gs>
                </a:gsLst>
                <a:lin ang="5400000" scaled="1"/>
              </a:gradFill>
            </a:endParaRPr>
          </a:p>
        </p:txBody>
      </p:sp>
      <p:sp>
        <p:nvSpPr>
          <p:cNvPr id="6" name="car_3" title="Icon of a car with signal lines on top">
            <a:extLst>
              <a:ext uri="{FF2B5EF4-FFF2-40B4-BE49-F238E27FC236}">
                <a16:creationId xmlns:a16="http://schemas.microsoft.com/office/drawing/2014/main" id="{211A1FA9-8EE9-4D4B-8B10-9DF8101D3FD2}"/>
              </a:ext>
            </a:extLst>
          </p:cNvPr>
          <p:cNvSpPr>
            <a:spLocks noChangeAspect="1" noEditPoints="1"/>
          </p:cNvSpPr>
          <p:nvPr/>
        </p:nvSpPr>
        <p:spPr bwMode="auto">
          <a:xfrm>
            <a:off x="4997470" y="6154416"/>
            <a:ext cx="620848" cy="466302"/>
          </a:xfrm>
          <a:custGeom>
            <a:avLst/>
            <a:gdLst>
              <a:gd name="T0" fmla="*/ 27 w 339"/>
              <a:gd name="T1" fmla="*/ 121 h 255"/>
              <a:gd name="T2" fmla="*/ 287 w 339"/>
              <a:gd name="T3" fmla="*/ 121 h 255"/>
              <a:gd name="T4" fmla="*/ 339 w 339"/>
              <a:gd name="T5" fmla="*/ 173 h 255"/>
              <a:gd name="T6" fmla="*/ 339 w 339"/>
              <a:gd name="T7" fmla="*/ 211 h 255"/>
              <a:gd name="T8" fmla="*/ 318 w 339"/>
              <a:gd name="T9" fmla="*/ 233 h 255"/>
              <a:gd name="T10" fmla="*/ 294 w 339"/>
              <a:gd name="T11" fmla="*/ 233 h 255"/>
              <a:gd name="T12" fmla="*/ 297 w 339"/>
              <a:gd name="T13" fmla="*/ 219 h 255"/>
              <a:gd name="T14" fmla="*/ 261 w 339"/>
              <a:gd name="T15" fmla="*/ 182 h 255"/>
              <a:gd name="T16" fmla="*/ 224 w 339"/>
              <a:gd name="T17" fmla="*/ 219 h 255"/>
              <a:gd name="T18" fmla="*/ 261 w 339"/>
              <a:gd name="T19" fmla="*/ 255 h 255"/>
              <a:gd name="T20" fmla="*/ 297 w 339"/>
              <a:gd name="T21" fmla="*/ 219 h 255"/>
              <a:gd name="T22" fmla="*/ 95 w 339"/>
              <a:gd name="T23" fmla="*/ 219 h 255"/>
              <a:gd name="T24" fmla="*/ 59 w 339"/>
              <a:gd name="T25" fmla="*/ 182 h 255"/>
              <a:gd name="T26" fmla="*/ 22 w 339"/>
              <a:gd name="T27" fmla="*/ 219 h 255"/>
              <a:gd name="T28" fmla="*/ 59 w 339"/>
              <a:gd name="T29" fmla="*/ 255 h 255"/>
              <a:gd name="T30" fmla="*/ 95 w 339"/>
              <a:gd name="T31" fmla="*/ 219 h 255"/>
              <a:gd name="T32" fmla="*/ 63 w 339"/>
              <a:gd name="T33" fmla="*/ 51 h 255"/>
              <a:gd name="T34" fmla="*/ 10 w 339"/>
              <a:gd name="T35" fmla="*/ 156 h 255"/>
              <a:gd name="T36" fmla="*/ 0 w 339"/>
              <a:gd name="T37" fmla="*/ 190 h 255"/>
              <a:gd name="T38" fmla="*/ 24 w 339"/>
              <a:gd name="T39" fmla="*/ 229 h 255"/>
              <a:gd name="T40" fmla="*/ 271 w 339"/>
              <a:gd name="T41" fmla="*/ 121 h 255"/>
              <a:gd name="T42" fmla="*/ 222 w 339"/>
              <a:gd name="T43" fmla="*/ 66 h 255"/>
              <a:gd name="T44" fmla="*/ 194 w 339"/>
              <a:gd name="T45" fmla="*/ 51 h 255"/>
              <a:gd name="T46" fmla="*/ 37 w 339"/>
              <a:gd name="T47" fmla="*/ 51 h 255"/>
              <a:gd name="T48" fmla="*/ 227 w 339"/>
              <a:gd name="T49" fmla="*/ 233 h 255"/>
              <a:gd name="T50" fmla="*/ 92 w 339"/>
              <a:gd name="T51" fmla="*/ 233 h 255"/>
              <a:gd name="T52" fmla="*/ 134 w 339"/>
              <a:gd name="T53" fmla="*/ 233 h 255"/>
              <a:gd name="T54" fmla="*/ 134 w 339"/>
              <a:gd name="T55" fmla="*/ 51 h 255"/>
              <a:gd name="T56" fmla="*/ 258 w 339"/>
              <a:gd name="T57" fmla="*/ 66 h 255"/>
              <a:gd name="T58" fmla="*/ 269 w 339"/>
              <a:gd name="T59" fmla="*/ 70 h 255"/>
              <a:gd name="T60" fmla="*/ 273 w 339"/>
              <a:gd name="T61" fmla="*/ 79 h 255"/>
              <a:gd name="T62" fmla="*/ 305 w 339"/>
              <a:gd name="T63" fmla="*/ 79 h 255"/>
              <a:gd name="T64" fmla="*/ 292 w 339"/>
              <a:gd name="T65" fmla="*/ 47 h 255"/>
              <a:gd name="T66" fmla="*/ 258 w 339"/>
              <a:gd name="T67" fmla="*/ 33 h 255"/>
              <a:gd name="T68" fmla="*/ 339 w 339"/>
              <a:gd name="T69" fmla="*/ 79 h 255"/>
              <a:gd name="T70" fmla="*/ 316 w 339"/>
              <a:gd name="T71" fmla="*/ 23 h 255"/>
              <a:gd name="T72" fmla="*/ 258 w 339"/>
              <a:gd name="T73"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39" h="255">
                <a:moveTo>
                  <a:pt x="27" y="121"/>
                </a:moveTo>
                <a:cubicBezTo>
                  <a:pt x="287" y="121"/>
                  <a:pt x="287" y="121"/>
                  <a:pt x="287" y="121"/>
                </a:cubicBezTo>
                <a:cubicBezTo>
                  <a:pt x="316" y="121"/>
                  <a:pt x="339" y="145"/>
                  <a:pt x="339" y="173"/>
                </a:cubicBezTo>
                <a:cubicBezTo>
                  <a:pt x="339" y="211"/>
                  <a:pt x="339" y="211"/>
                  <a:pt x="339" y="211"/>
                </a:cubicBezTo>
                <a:cubicBezTo>
                  <a:pt x="339" y="223"/>
                  <a:pt x="330" y="233"/>
                  <a:pt x="318" y="233"/>
                </a:cubicBezTo>
                <a:cubicBezTo>
                  <a:pt x="294" y="233"/>
                  <a:pt x="294" y="233"/>
                  <a:pt x="294" y="233"/>
                </a:cubicBezTo>
                <a:moveTo>
                  <a:pt x="297" y="219"/>
                </a:moveTo>
                <a:cubicBezTo>
                  <a:pt x="297" y="199"/>
                  <a:pt x="281" y="182"/>
                  <a:pt x="261" y="182"/>
                </a:cubicBezTo>
                <a:cubicBezTo>
                  <a:pt x="241" y="182"/>
                  <a:pt x="224" y="199"/>
                  <a:pt x="224" y="219"/>
                </a:cubicBezTo>
                <a:cubicBezTo>
                  <a:pt x="224" y="239"/>
                  <a:pt x="241" y="255"/>
                  <a:pt x="261" y="255"/>
                </a:cubicBezTo>
                <a:cubicBezTo>
                  <a:pt x="281" y="255"/>
                  <a:pt x="297" y="239"/>
                  <a:pt x="297" y="219"/>
                </a:cubicBezTo>
                <a:close/>
                <a:moveTo>
                  <a:pt x="95" y="219"/>
                </a:moveTo>
                <a:cubicBezTo>
                  <a:pt x="95" y="199"/>
                  <a:pt x="79" y="182"/>
                  <a:pt x="59" y="182"/>
                </a:cubicBezTo>
                <a:cubicBezTo>
                  <a:pt x="39" y="182"/>
                  <a:pt x="22" y="199"/>
                  <a:pt x="22" y="219"/>
                </a:cubicBezTo>
                <a:cubicBezTo>
                  <a:pt x="22" y="239"/>
                  <a:pt x="39" y="255"/>
                  <a:pt x="59" y="255"/>
                </a:cubicBezTo>
                <a:cubicBezTo>
                  <a:pt x="79" y="255"/>
                  <a:pt x="95" y="239"/>
                  <a:pt x="95" y="219"/>
                </a:cubicBezTo>
                <a:close/>
                <a:moveTo>
                  <a:pt x="63" y="51"/>
                </a:moveTo>
                <a:cubicBezTo>
                  <a:pt x="63" y="51"/>
                  <a:pt x="20" y="135"/>
                  <a:pt x="10" y="156"/>
                </a:cubicBezTo>
                <a:cubicBezTo>
                  <a:pt x="0" y="178"/>
                  <a:pt x="0" y="190"/>
                  <a:pt x="0" y="190"/>
                </a:cubicBezTo>
                <a:cubicBezTo>
                  <a:pt x="0" y="205"/>
                  <a:pt x="9" y="224"/>
                  <a:pt x="24" y="229"/>
                </a:cubicBezTo>
                <a:moveTo>
                  <a:pt x="271" y="121"/>
                </a:moveTo>
                <a:cubicBezTo>
                  <a:pt x="222" y="66"/>
                  <a:pt x="222" y="66"/>
                  <a:pt x="222" y="66"/>
                </a:cubicBezTo>
                <a:cubicBezTo>
                  <a:pt x="214" y="56"/>
                  <a:pt x="206" y="51"/>
                  <a:pt x="194" y="51"/>
                </a:cubicBezTo>
                <a:cubicBezTo>
                  <a:pt x="37" y="51"/>
                  <a:pt x="37" y="51"/>
                  <a:pt x="37" y="51"/>
                </a:cubicBezTo>
                <a:moveTo>
                  <a:pt x="227" y="233"/>
                </a:moveTo>
                <a:cubicBezTo>
                  <a:pt x="92" y="233"/>
                  <a:pt x="92" y="233"/>
                  <a:pt x="92" y="233"/>
                </a:cubicBezTo>
                <a:moveTo>
                  <a:pt x="134" y="233"/>
                </a:moveTo>
                <a:cubicBezTo>
                  <a:pt x="134" y="51"/>
                  <a:pt x="134" y="51"/>
                  <a:pt x="134" y="51"/>
                </a:cubicBezTo>
                <a:moveTo>
                  <a:pt x="258" y="66"/>
                </a:moveTo>
                <a:cubicBezTo>
                  <a:pt x="262" y="66"/>
                  <a:pt x="266" y="67"/>
                  <a:pt x="269" y="70"/>
                </a:cubicBezTo>
                <a:cubicBezTo>
                  <a:pt x="271" y="73"/>
                  <a:pt x="273" y="76"/>
                  <a:pt x="273" y="79"/>
                </a:cubicBezTo>
                <a:moveTo>
                  <a:pt x="305" y="79"/>
                </a:moveTo>
                <a:cubicBezTo>
                  <a:pt x="305" y="67"/>
                  <a:pt x="301" y="56"/>
                  <a:pt x="292" y="47"/>
                </a:cubicBezTo>
                <a:cubicBezTo>
                  <a:pt x="283" y="38"/>
                  <a:pt x="270" y="33"/>
                  <a:pt x="258" y="33"/>
                </a:cubicBezTo>
                <a:moveTo>
                  <a:pt x="339" y="79"/>
                </a:moveTo>
                <a:cubicBezTo>
                  <a:pt x="339" y="59"/>
                  <a:pt x="331" y="39"/>
                  <a:pt x="316" y="23"/>
                </a:cubicBezTo>
                <a:cubicBezTo>
                  <a:pt x="300" y="7"/>
                  <a:pt x="279" y="0"/>
                  <a:pt x="258" y="0"/>
                </a:cubicBezTo>
              </a:path>
            </a:pathLst>
          </a:custGeom>
          <a:noFill/>
          <a:ln w="1587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3260" tIns="46630" rIns="93260" bIns="46630" numCol="1" anchor="t" anchorCtr="0" compatLnSpc="1">
            <a:prstTxWarp prst="textNoShape">
              <a:avLst/>
            </a:prstTxWarp>
          </a:bodyPr>
          <a:lstStyle/>
          <a:p>
            <a:endParaRPr lang="en-US" sz="1836" dirty="0"/>
          </a:p>
        </p:txBody>
      </p:sp>
      <p:sp>
        <p:nvSpPr>
          <p:cNvPr id="7" name="IoT_Hub" title="Icon of circles connecting to a center circle surrounded by brackets">
            <a:extLst>
              <a:ext uri="{FF2B5EF4-FFF2-40B4-BE49-F238E27FC236}">
                <a16:creationId xmlns:a16="http://schemas.microsoft.com/office/drawing/2014/main" id="{66DDB5E0-2FDF-4E2C-9EBB-8D0D24D63778}"/>
              </a:ext>
            </a:extLst>
          </p:cNvPr>
          <p:cNvSpPr>
            <a:spLocks noChangeAspect="1" noEditPoints="1"/>
          </p:cNvSpPr>
          <p:nvPr/>
        </p:nvSpPr>
        <p:spPr bwMode="auto">
          <a:xfrm>
            <a:off x="6847554" y="6154416"/>
            <a:ext cx="466302" cy="466302"/>
          </a:xfrm>
          <a:custGeom>
            <a:avLst/>
            <a:gdLst>
              <a:gd name="T0" fmla="*/ 274 w 360"/>
              <a:gd name="T1" fmla="*/ 0 h 360"/>
              <a:gd name="T2" fmla="*/ 360 w 360"/>
              <a:gd name="T3" fmla="*/ 0 h 360"/>
              <a:gd name="T4" fmla="*/ 360 w 360"/>
              <a:gd name="T5" fmla="*/ 85 h 360"/>
              <a:gd name="T6" fmla="*/ 0 w 360"/>
              <a:gd name="T7" fmla="*/ 275 h 360"/>
              <a:gd name="T8" fmla="*/ 0 w 360"/>
              <a:gd name="T9" fmla="*/ 360 h 360"/>
              <a:gd name="T10" fmla="*/ 85 w 360"/>
              <a:gd name="T11" fmla="*/ 360 h 360"/>
              <a:gd name="T12" fmla="*/ 196 w 360"/>
              <a:gd name="T13" fmla="*/ 176 h 360"/>
              <a:gd name="T14" fmla="*/ 235 w 360"/>
              <a:gd name="T15" fmla="*/ 215 h 360"/>
              <a:gd name="T16" fmla="*/ 274 w 360"/>
              <a:gd name="T17" fmla="*/ 176 h 360"/>
              <a:gd name="T18" fmla="*/ 235 w 360"/>
              <a:gd name="T19" fmla="*/ 137 h 360"/>
              <a:gd name="T20" fmla="*/ 196 w 360"/>
              <a:gd name="T21" fmla="*/ 176 h 360"/>
              <a:gd name="T22" fmla="*/ 263 w 360"/>
              <a:gd name="T23" fmla="*/ 260 h 360"/>
              <a:gd name="T24" fmla="*/ 290 w 360"/>
              <a:gd name="T25" fmla="*/ 286 h 360"/>
              <a:gd name="T26" fmla="*/ 316 w 360"/>
              <a:gd name="T27" fmla="*/ 260 h 360"/>
              <a:gd name="T28" fmla="*/ 290 w 360"/>
              <a:gd name="T29" fmla="*/ 233 h 360"/>
              <a:gd name="T30" fmla="*/ 263 w 360"/>
              <a:gd name="T31" fmla="*/ 260 h 360"/>
              <a:gd name="T32" fmla="*/ 123 w 360"/>
              <a:gd name="T33" fmla="*/ 258 h 360"/>
              <a:gd name="T34" fmla="*/ 144 w 360"/>
              <a:gd name="T35" fmla="*/ 279 h 360"/>
              <a:gd name="T36" fmla="*/ 165 w 360"/>
              <a:gd name="T37" fmla="*/ 258 h 360"/>
              <a:gd name="T38" fmla="*/ 144 w 360"/>
              <a:gd name="T39" fmla="*/ 236 h 360"/>
              <a:gd name="T40" fmla="*/ 123 w 360"/>
              <a:gd name="T41" fmla="*/ 258 h 360"/>
              <a:gd name="T42" fmla="*/ 32 w 360"/>
              <a:gd name="T43" fmla="*/ 170 h 360"/>
              <a:gd name="T44" fmla="*/ 59 w 360"/>
              <a:gd name="T45" fmla="*/ 196 h 360"/>
              <a:gd name="T46" fmla="*/ 85 w 360"/>
              <a:gd name="T47" fmla="*/ 170 h 360"/>
              <a:gd name="T48" fmla="*/ 59 w 360"/>
              <a:gd name="T49" fmla="*/ 143 h 360"/>
              <a:gd name="T50" fmla="*/ 32 w 360"/>
              <a:gd name="T51" fmla="*/ 170 h 360"/>
              <a:gd name="T52" fmla="*/ 133 w 360"/>
              <a:gd name="T53" fmla="*/ 74 h 360"/>
              <a:gd name="T54" fmla="*/ 160 w 360"/>
              <a:gd name="T55" fmla="*/ 100 h 360"/>
              <a:gd name="T56" fmla="*/ 187 w 360"/>
              <a:gd name="T57" fmla="*/ 74 h 360"/>
              <a:gd name="T58" fmla="*/ 160 w 360"/>
              <a:gd name="T59" fmla="*/ 47 h 360"/>
              <a:gd name="T60" fmla="*/ 133 w 360"/>
              <a:gd name="T61" fmla="*/ 74 h 360"/>
              <a:gd name="T62" fmla="*/ 176 w 360"/>
              <a:gd name="T63" fmla="*/ 95 h 360"/>
              <a:gd name="T64" fmla="*/ 214 w 360"/>
              <a:gd name="T65" fmla="*/ 143 h 360"/>
              <a:gd name="T66" fmla="*/ 274 w 360"/>
              <a:gd name="T67" fmla="*/ 238 h 360"/>
              <a:gd name="T68" fmla="*/ 256 w 360"/>
              <a:gd name="T69" fmla="*/ 211 h 360"/>
              <a:gd name="T70" fmla="*/ 161 w 360"/>
              <a:gd name="T71" fmla="*/ 245 h 360"/>
              <a:gd name="T72" fmla="*/ 208 w 360"/>
              <a:gd name="T73" fmla="*/ 204 h 360"/>
              <a:gd name="T74" fmla="*/ 85 w 360"/>
              <a:gd name="T75" fmla="*/ 173 h 360"/>
              <a:gd name="T76" fmla="*/ 196 w 360"/>
              <a:gd name="T77" fmla="*/ 176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60" h="360">
                <a:moveTo>
                  <a:pt x="274" y="0"/>
                </a:moveTo>
                <a:cubicBezTo>
                  <a:pt x="360" y="0"/>
                  <a:pt x="360" y="0"/>
                  <a:pt x="360" y="0"/>
                </a:cubicBezTo>
                <a:cubicBezTo>
                  <a:pt x="360" y="85"/>
                  <a:pt x="360" y="85"/>
                  <a:pt x="360" y="85"/>
                </a:cubicBezTo>
                <a:moveTo>
                  <a:pt x="0" y="275"/>
                </a:moveTo>
                <a:cubicBezTo>
                  <a:pt x="0" y="360"/>
                  <a:pt x="0" y="360"/>
                  <a:pt x="0" y="360"/>
                </a:cubicBezTo>
                <a:cubicBezTo>
                  <a:pt x="85" y="360"/>
                  <a:pt x="85" y="360"/>
                  <a:pt x="85" y="360"/>
                </a:cubicBezTo>
                <a:moveTo>
                  <a:pt x="196" y="176"/>
                </a:moveTo>
                <a:cubicBezTo>
                  <a:pt x="196" y="198"/>
                  <a:pt x="213" y="215"/>
                  <a:pt x="235" y="215"/>
                </a:cubicBezTo>
                <a:cubicBezTo>
                  <a:pt x="256" y="215"/>
                  <a:pt x="274" y="198"/>
                  <a:pt x="274" y="176"/>
                </a:cubicBezTo>
                <a:cubicBezTo>
                  <a:pt x="274" y="155"/>
                  <a:pt x="256" y="137"/>
                  <a:pt x="235" y="137"/>
                </a:cubicBezTo>
                <a:cubicBezTo>
                  <a:pt x="213" y="137"/>
                  <a:pt x="196" y="155"/>
                  <a:pt x="196" y="176"/>
                </a:cubicBezTo>
                <a:close/>
                <a:moveTo>
                  <a:pt x="263" y="260"/>
                </a:moveTo>
                <a:cubicBezTo>
                  <a:pt x="263" y="274"/>
                  <a:pt x="275" y="286"/>
                  <a:pt x="290" y="286"/>
                </a:cubicBezTo>
                <a:cubicBezTo>
                  <a:pt x="304" y="286"/>
                  <a:pt x="316" y="274"/>
                  <a:pt x="316" y="260"/>
                </a:cubicBezTo>
                <a:cubicBezTo>
                  <a:pt x="316" y="245"/>
                  <a:pt x="304" y="233"/>
                  <a:pt x="290" y="233"/>
                </a:cubicBezTo>
                <a:cubicBezTo>
                  <a:pt x="275" y="233"/>
                  <a:pt x="263" y="245"/>
                  <a:pt x="263" y="260"/>
                </a:cubicBezTo>
                <a:close/>
                <a:moveTo>
                  <a:pt x="123" y="258"/>
                </a:moveTo>
                <a:cubicBezTo>
                  <a:pt x="123" y="270"/>
                  <a:pt x="132" y="279"/>
                  <a:pt x="144" y="279"/>
                </a:cubicBezTo>
                <a:cubicBezTo>
                  <a:pt x="156" y="279"/>
                  <a:pt x="165" y="270"/>
                  <a:pt x="165" y="258"/>
                </a:cubicBezTo>
                <a:cubicBezTo>
                  <a:pt x="165" y="246"/>
                  <a:pt x="156" y="236"/>
                  <a:pt x="144" y="236"/>
                </a:cubicBezTo>
                <a:cubicBezTo>
                  <a:pt x="132" y="236"/>
                  <a:pt x="123" y="246"/>
                  <a:pt x="123" y="258"/>
                </a:cubicBezTo>
                <a:close/>
                <a:moveTo>
                  <a:pt x="32" y="170"/>
                </a:moveTo>
                <a:cubicBezTo>
                  <a:pt x="32" y="184"/>
                  <a:pt x="44" y="196"/>
                  <a:pt x="59" y="196"/>
                </a:cubicBezTo>
                <a:cubicBezTo>
                  <a:pt x="73" y="196"/>
                  <a:pt x="85" y="184"/>
                  <a:pt x="85" y="170"/>
                </a:cubicBezTo>
                <a:cubicBezTo>
                  <a:pt x="85" y="155"/>
                  <a:pt x="73" y="143"/>
                  <a:pt x="59" y="143"/>
                </a:cubicBezTo>
                <a:cubicBezTo>
                  <a:pt x="44" y="143"/>
                  <a:pt x="32" y="155"/>
                  <a:pt x="32" y="170"/>
                </a:cubicBezTo>
                <a:close/>
                <a:moveTo>
                  <a:pt x="133" y="74"/>
                </a:moveTo>
                <a:cubicBezTo>
                  <a:pt x="133" y="88"/>
                  <a:pt x="145" y="100"/>
                  <a:pt x="160" y="100"/>
                </a:cubicBezTo>
                <a:cubicBezTo>
                  <a:pt x="175" y="100"/>
                  <a:pt x="187" y="88"/>
                  <a:pt x="187" y="74"/>
                </a:cubicBezTo>
                <a:cubicBezTo>
                  <a:pt x="187" y="59"/>
                  <a:pt x="175" y="47"/>
                  <a:pt x="160" y="47"/>
                </a:cubicBezTo>
                <a:cubicBezTo>
                  <a:pt x="145" y="47"/>
                  <a:pt x="133" y="59"/>
                  <a:pt x="133" y="74"/>
                </a:cubicBezTo>
                <a:close/>
                <a:moveTo>
                  <a:pt x="176" y="95"/>
                </a:moveTo>
                <a:cubicBezTo>
                  <a:pt x="214" y="143"/>
                  <a:pt x="214" y="143"/>
                  <a:pt x="214" y="143"/>
                </a:cubicBezTo>
                <a:moveTo>
                  <a:pt x="274" y="238"/>
                </a:moveTo>
                <a:cubicBezTo>
                  <a:pt x="256" y="211"/>
                  <a:pt x="256" y="211"/>
                  <a:pt x="256" y="211"/>
                </a:cubicBezTo>
                <a:moveTo>
                  <a:pt x="161" y="245"/>
                </a:moveTo>
                <a:cubicBezTo>
                  <a:pt x="208" y="204"/>
                  <a:pt x="208" y="204"/>
                  <a:pt x="208" y="204"/>
                </a:cubicBezTo>
                <a:moveTo>
                  <a:pt x="85" y="173"/>
                </a:moveTo>
                <a:cubicBezTo>
                  <a:pt x="196" y="176"/>
                  <a:pt x="196" y="176"/>
                  <a:pt x="196" y="176"/>
                </a:cubicBezTo>
              </a:path>
            </a:pathLst>
          </a:custGeom>
          <a:noFill/>
          <a:ln w="15875" cap="sq">
            <a:solidFill>
              <a:schemeClr val="tx1"/>
            </a:solidFill>
            <a:prstDash val="solid"/>
          </a:ln>
          <a:extLst>
            <a:ext uri="{909E8E84-426E-40DD-AFC4-6F175D3DCCD1}">
              <a14:hiddenFill xmlns:a14="http://schemas.microsoft.com/office/drawing/2010/main">
                <a:solidFill>
                  <a:srgbClr val="FFFFFF"/>
                </a:solidFill>
              </a14:hiddenFill>
            </a:ext>
          </a:extLst>
        </p:spPr>
        <p:txBody>
          <a:bodyPr vert="horz" wrap="square" lIns="93260" tIns="46630" rIns="93260" bIns="46630" numCol="1" anchor="t" anchorCtr="0" compatLnSpc="1">
            <a:prstTxWarp prst="textNoShape">
              <a:avLst/>
            </a:prstTxWarp>
          </a:bodyPr>
          <a:lstStyle/>
          <a:p>
            <a:endParaRPr lang="en-US" sz="1836">
              <a:gradFill>
                <a:gsLst>
                  <a:gs pos="0">
                    <a:srgbClr val="505050"/>
                  </a:gs>
                  <a:gs pos="100000">
                    <a:srgbClr val="505050"/>
                  </a:gs>
                </a:gsLst>
              </a:gradFill>
            </a:endParaRPr>
          </a:p>
        </p:txBody>
      </p:sp>
      <p:sp>
        <p:nvSpPr>
          <p:cNvPr id="8" name="car" title="Icon of a car">
            <a:extLst>
              <a:ext uri="{FF2B5EF4-FFF2-40B4-BE49-F238E27FC236}">
                <a16:creationId xmlns:a16="http://schemas.microsoft.com/office/drawing/2014/main" id="{6AF006A1-9E08-4C9D-8F35-137B958FF144}"/>
              </a:ext>
            </a:extLst>
          </p:cNvPr>
          <p:cNvSpPr>
            <a:spLocks noChangeAspect="1" noEditPoints="1"/>
          </p:cNvSpPr>
          <p:nvPr/>
        </p:nvSpPr>
        <p:spPr bwMode="auto">
          <a:xfrm>
            <a:off x="3214759" y="6178475"/>
            <a:ext cx="547672" cy="419672"/>
          </a:xfrm>
          <a:custGeom>
            <a:avLst/>
            <a:gdLst>
              <a:gd name="T0" fmla="*/ 349 w 360"/>
              <a:gd name="T1" fmla="*/ 148 h 276"/>
              <a:gd name="T2" fmla="*/ 349 w 360"/>
              <a:gd name="T3" fmla="*/ 252 h 276"/>
              <a:gd name="T4" fmla="*/ 14 w 360"/>
              <a:gd name="T5" fmla="*/ 252 h 276"/>
              <a:gd name="T6" fmla="*/ 14 w 360"/>
              <a:gd name="T7" fmla="*/ 149 h 276"/>
              <a:gd name="T8" fmla="*/ 51 w 360"/>
              <a:gd name="T9" fmla="*/ 43 h 276"/>
              <a:gd name="T10" fmla="*/ 94 w 360"/>
              <a:gd name="T11" fmla="*/ 0 h 276"/>
              <a:gd name="T12" fmla="*/ 268 w 360"/>
              <a:gd name="T13" fmla="*/ 0 h 276"/>
              <a:gd name="T14" fmla="*/ 311 w 360"/>
              <a:gd name="T15" fmla="*/ 43 h 276"/>
              <a:gd name="T16" fmla="*/ 349 w 360"/>
              <a:gd name="T17" fmla="*/ 148 h 276"/>
              <a:gd name="T18" fmla="*/ 77 w 360"/>
              <a:gd name="T19" fmla="*/ 174 h 276"/>
              <a:gd name="T20" fmla="*/ 91 w 360"/>
              <a:gd name="T21" fmla="*/ 160 h 276"/>
              <a:gd name="T22" fmla="*/ 77 w 360"/>
              <a:gd name="T23" fmla="*/ 145 h 276"/>
              <a:gd name="T24" fmla="*/ 63 w 360"/>
              <a:gd name="T25" fmla="*/ 160 h 276"/>
              <a:gd name="T26" fmla="*/ 77 w 360"/>
              <a:gd name="T27" fmla="*/ 174 h 276"/>
              <a:gd name="T28" fmla="*/ 14 w 360"/>
              <a:gd name="T29" fmla="*/ 252 h 276"/>
              <a:gd name="T30" fmla="*/ 14 w 360"/>
              <a:gd name="T31" fmla="*/ 260 h 276"/>
              <a:gd name="T32" fmla="*/ 30 w 360"/>
              <a:gd name="T33" fmla="*/ 276 h 276"/>
              <a:gd name="T34" fmla="*/ 50 w 360"/>
              <a:gd name="T35" fmla="*/ 276 h 276"/>
              <a:gd name="T36" fmla="*/ 67 w 360"/>
              <a:gd name="T37" fmla="*/ 260 h 276"/>
              <a:gd name="T38" fmla="*/ 67 w 360"/>
              <a:gd name="T39" fmla="*/ 252 h 276"/>
              <a:gd name="T40" fmla="*/ 295 w 360"/>
              <a:gd name="T41" fmla="*/ 252 h 276"/>
              <a:gd name="T42" fmla="*/ 295 w 360"/>
              <a:gd name="T43" fmla="*/ 260 h 276"/>
              <a:gd name="T44" fmla="*/ 312 w 360"/>
              <a:gd name="T45" fmla="*/ 276 h 276"/>
              <a:gd name="T46" fmla="*/ 332 w 360"/>
              <a:gd name="T47" fmla="*/ 276 h 276"/>
              <a:gd name="T48" fmla="*/ 349 w 360"/>
              <a:gd name="T49" fmla="*/ 260 h 276"/>
              <a:gd name="T50" fmla="*/ 349 w 360"/>
              <a:gd name="T51" fmla="*/ 252 h 276"/>
              <a:gd name="T52" fmla="*/ 283 w 360"/>
              <a:gd name="T53" fmla="*/ 174 h 276"/>
              <a:gd name="T54" fmla="*/ 297 w 360"/>
              <a:gd name="T55" fmla="*/ 160 h 276"/>
              <a:gd name="T56" fmla="*/ 283 w 360"/>
              <a:gd name="T57" fmla="*/ 145 h 276"/>
              <a:gd name="T58" fmla="*/ 268 w 360"/>
              <a:gd name="T59" fmla="*/ 160 h 276"/>
              <a:gd name="T60" fmla="*/ 283 w 360"/>
              <a:gd name="T61" fmla="*/ 174 h 276"/>
              <a:gd name="T62" fmla="*/ 245 w 360"/>
              <a:gd name="T63" fmla="*/ 252 h 276"/>
              <a:gd name="T64" fmla="*/ 245 w 360"/>
              <a:gd name="T65" fmla="*/ 222 h 276"/>
              <a:gd name="T66" fmla="*/ 229 w 360"/>
              <a:gd name="T67" fmla="*/ 197 h 276"/>
              <a:gd name="T68" fmla="*/ 133 w 360"/>
              <a:gd name="T69" fmla="*/ 197 h 276"/>
              <a:gd name="T70" fmla="*/ 117 w 360"/>
              <a:gd name="T71" fmla="*/ 222 h 276"/>
              <a:gd name="T72" fmla="*/ 117 w 360"/>
              <a:gd name="T73" fmla="*/ 252 h 276"/>
              <a:gd name="T74" fmla="*/ 0 w 360"/>
              <a:gd name="T75" fmla="*/ 75 h 276"/>
              <a:gd name="T76" fmla="*/ 16 w 360"/>
              <a:gd name="T77" fmla="*/ 75 h 276"/>
              <a:gd name="T78" fmla="*/ 32 w 360"/>
              <a:gd name="T79" fmla="*/ 96 h 276"/>
              <a:gd name="T80" fmla="*/ 330 w 360"/>
              <a:gd name="T81" fmla="*/ 96 h 276"/>
              <a:gd name="T82" fmla="*/ 345 w 360"/>
              <a:gd name="T83" fmla="*/ 75 h 276"/>
              <a:gd name="T84" fmla="*/ 360 w 360"/>
              <a:gd name="T85" fmla="*/ 75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60" h="276">
                <a:moveTo>
                  <a:pt x="349" y="148"/>
                </a:moveTo>
                <a:cubicBezTo>
                  <a:pt x="349" y="252"/>
                  <a:pt x="349" y="252"/>
                  <a:pt x="349" y="252"/>
                </a:cubicBezTo>
                <a:cubicBezTo>
                  <a:pt x="14" y="252"/>
                  <a:pt x="14" y="252"/>
                  <a:pt x="14" y="252"/>
                </a:cubicBezTo>
                <a:cubicBezTo>
                  <a:pt x="14" y="149"/>
                  <a:pt x="14" y="149"/>
                  <a:pt x="14" y="149"/>
                </a:cubicBezTo>
                <a:cubicBezTo>
                  <a:pt x="51" y="43"/>
                  <a:pt x="51" y="43"/>
                  <a:pt x="51" y="43"/>
                </a:cubicBezTo>
                <a:cubicBezTo>
                  <a:pt x="59" y="19"/>
                  <a:pt x="70" y="0"/>
                  <a:pt x="94" y="0"/>
                </a:cubicBezTo>
                <a:cubicBezTo>
                  <a:pt x="268" y="0"/>
                  <a:pt x="268" y="0"/>
                  <a:pt x="268" y="0"/>
                </a:cubicBezTo>
                <a:cubicBezTo>
                  <a:pt x="292" y="0"/>
                  <a:pt x="304" y="19"/>
                  <a:pt x="311" y="43"/>
                </a:cubicBezTo>
                <a:lnTo>
                  <a:pt x="349" y="148"/>
                </a:lnTo>
                <a:close/>
                <a:moveTo>
                  <a:pt x="77" y="174"/>
                </a:moveTo>
                <a:cubicBezTo>
                  <a:pt x="85" y="174"/>
                  <a:pt x="91" y="167"/>
                  <a:pt x="91" y="160"/>
                </a:cubicBezTo>
                <a:cubicBezTo>
                  <a:pt x="91" y="152"/>
                  <a:pt x="85" y="145"/>
                  <a:pt x="77" y="145"/>
                </a:cubicBezTo>
                <a:cubicBezTo>
                  <a:pt x="69" y="145"/>
                  <a:pt x="63" y="152"/>
                  <a:pt x="63" y="160"/>
                </a:cubicBezTo>
                <a:cubicBezTo>
                  <a:pt x="63" y="167"/>
                  <a:pt x="69" y="174"/>
                  <a:pt x="77" y="174"/>
                </a:cubicBezTo>
                <a:close/>
                <a:moveTo>
                  <a:pt x="14" y="252"/>
                </a:moveTo>
                <a:cubicBezTo>
                  <a:pt x="14" y="260"/>
                  <a:pt x="14" y="260"/>
                  <a:pt x="14" y="260"/>
                </a:cubicBezTo>
                <a:cubicBezTo>
                  <a:pt x="14" y="269"/>
                  <a:pt x="21" y="276"/>
                  <a:pt x="30" y="276"/>
                </a:cubicBezTo>
                <a:cubicBezTo>
                  <a:pt x="50" y="276"/>
                  <a:pt x="50" y="276"/>
                  <a:pt x="50" y="276"/>
                </a:cubicBezTo>
                <a:cubicBezTo>
                  <a:pt x="59" y="276"/>
                  <a:pt x="67" y="269"/>
                  <a:pt x="67" y="260"/>
                </a:cubicBezTo>
                <a:cubicBezTo>
                  <a:pt x="67" y="252"/>
                  <a:pt x="67" y="252"/>
                  <a:pt x="67" y="252"/>
                </a:cubicBezTo>
                <a:moveTo>
                  <a:pt x="295" y="252"/>
                </a:moveTo>
                <a:cubicBezTo>
                  <a:pt x="295" y="260"/>
                  <a:pt x="295" y="260"/>
                  <a:pt x="295" y="260"/>
                </a:cubicBezTo>
                <a:cubicBezTo>
                  <a:pt x="295" y="269"/>
                  <a:pt x="303" y="276"/>
                  <a:pt x="312" y="276"/>
                </a:cubicBezTo>
                <a:cubicBezTo>
                  <a:pt x="332" y="276"/>
                  <a:pt x="332" y="276"/>
                  <a:pt x="332" y="276"/>
                </a:cubicBezTo>
                <a:cubicBezTo>
                  <a:pt x="341" y="276"/>
                  <a:pt x="349" y="269"/>
                  <a:pt x="349" y="260"/>
                </a:cubicBezTo>
                <a:cubicBezTo>
                  <a:pt x="349" y="252"/>
                  <a:pt x="349" y="252"/>
                  <a:pt x="349" y="252"/>
                </a:cubicBezTo>
                <a:moveTo>
                  <a:pt x="283" y="174"/>
                </a:moveTo>
                <a:cubicBezTo>
                  <a:pt x="290" y="174"/>
                  <a:pt x="297" y="167"/>
                  <a:pt x="297" y="160"/>
                </a:cubicBezTo>
                <a:cubicBezTo>
                  <a:pt x="297" y="152"/>
                  <a:pt x="290" y="145"/>
                  <a:pt x="283" y="145"/>
                </a:cubicBezTo>
                <a:cubicBezTo>
                  <a:pt x="275" y="145"/>
                  <a:pt x="268" y="152"/>
                  <a:pt x="268" y="160"/>
                </a:cubicBezTo>
                <a:cubicBezTo>
                  <a:pt x="268" y="167"/>
                  <a:pt x="275" y="174"/>
                  <a:pt x="283" y="174"/>
                </a:cubicBezTo>
                <a:close/>
                <a:moveTo>
                  <a:pt x="245" y="252"/>
                </a:moveTo>
                <a:cubicBezTo>
                  <a:pt x="245" y="222"/>
                  <a:pt x="245" y="222"/>
                  <a:pt x="245" y="222"/>
                </a:cubicBezTo>
                <a:cubicBezTo>
                  <a:pt x="229" y="197"/>
                  <a:pt x="229" y="197"/>
                  <a:pt x="229" y="197"/>
                </a:cubicBezTo>
                <a:cubicBezTo>
                  <a:pt x="133" y="197"/>
                  <a:pt x="133" y="197"/>
                  <a:pt x="133" y="197"/>
                </a:cubicBezTo>
                <a:cubicBezTo>
                  <a:pt x="117" y="222"/>
                  <a:pt x="117" y="222"/>
                  <a:pt x="117" y="222"/>
                </a:cubicBezTo>
                <a:cubicBezTo>
                  <a:pt x="117" y="252"/>
                  <a:pt x="117" y="252"/>
                  <a:pt x="117" y="252"/>
                </a:cubicBezTo>
                <a:moveTo>
                  <a:pt x="0" y="75"/>
                </a:moveTo>
                <a:cubicBezTo>
                  <a:pt x="16" y="75"/>
                  <a:pt x="16" y="75"/>
                  <a:pt x="16" y="75"/>
                </a:cubicBezTo>
                <a:cubicBezTo>
                  <a:pt x="32" y="96"/>
                  <a:pt x="32" y="96"/>
                  <a:pt x="32" y="96"/>
                </a:cubicBezTo>
                <a:cubicBezTo>
                  <a:pt x="330" y="96"/>
                  <a:pt x="330" y="96"/>
                  <a:pt x="330" y="96"/>
                </a:cubicBezTo>
                <a:cubicBezTo>
                  <a:pt x="345" y="75"/>
                  <a:pt x="345" y="75"/>
                  <a:pt x="345" y="75"/>
                </a:cubicBezTo>
                <a:cubicBezTo>
                  <a:pt x="360" y="75"/>
                  <a:pt x="360" y="75"/>
                  <a:pt x="360" y="75"/>
                </a:cubicBezTo>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3260" tIns="46630" rIns="93260" bIns="46630" numCol="1" anchor="t" anchorCtr="0" compatLnSpc="1">
            <a:prstTxWarp prst="textNoShape">
              <a:avLst/>
            </a:prstTxWarp>
          </a:bodyPr>
          <a:lstStyle/>
          <a:p>
            <a:endParaRPr lang="en-US" sz="918" dirty="0">
              <a:gradFill>
                <a:gsLst>
                  <a:gs pos="0">
                    <a:srgbClr val="505050"/>
                  </a:gs>
                  <a:gs pos="100000">
                    <a:srgbClr val="505050"/>
                  </a:gs>
                </a:gsLst>
              </a:gradFill>
            </a:endParaRPr>
          </a:p>
        </p:txBody>
      </p:sp>
      <p:sp>
        <p:nvSpPr>
          <p:cNvPr id="9" name="Freeform 96" title="Icon of a gear with a wrench">
            <a:extLst>
              <a:ext uri="{FF2B5EF4-FFF2-40B4-BE49-F238E27FC236}">
                <a16:creationId xmlns:a16="http://schemas.microsoft.com/office/drawing/2014/main" id="{DD70C7FD-3673-4207-BDEC-AE755990E4BE}"/>
              </a:ext>
            </a:extLst>
          </p:cNvPr>
          <p:cNvSpPr>
            <a:spLocks noChangeAspect="1" noEditPoints="1"/>
          </p:cNvSpPr>
          <p:nvPr/>
        </p:nvSpPr>
        <p:spPr bwMode="auto">
          <a:xfrm>
            <a:off x="1473288" y="6155160"/>
            <a:ext cx="506431" cy="466302"/>
          </a:xfrm>
          <a:custGeom>
            <a:avLst/>
            <a:gdLst>
              <a:gd name="T0" fmla="*/ 224 w 356"/>
              <a:gd name="T1" fmla="*/ 273 h 328"/>
              <a:gd name="T2" fmla="*/ 181 w 356"/>
              <a:gd name="T3" fmla="*/ 295 h 328"/>
              <a:gd name="T4" fmla="*/ 181 w 356"/>
              <a:gd name="T5" fmla="*/ 328 h 328"/>
              <a:gd name="T6" fmla="*/ 121 w 356"/>
              <a:gd name="T7" fmla="*/ 328 h 328"/>
              <a:gd name="T8" fmla="*/ 121 w 356"/>
              <a:gd name="T9" fmla="*/ 291 h 328"/>
              <a:gd name="T10" fmla="*/ 57 w 356"/>
              <a:gd name="T11" fmla="*/ 254 h 328"/>
              <a:gd name="T12" fmla="*/ 28 w 356"/>
              <a:gd name="T13" fmla="*/ 269 h 328"/>
              <a:gd name="T14" fmla="*/ 0 w 356"/>
              <a:gd name="T15" fmla="*/ 214 h 328"/>
              <a:gd name="T16" fmla="*/ 28 w 356"/>
              <a:gd name="T17" fmla="*/ 199 h 328"/>
              <a:gd name="T18" fmla="*/ 21 w 356"/>
              <a:gd name="T19" fmla="*/ 162 h 328"/>
              <a:gd name="T20" fmla="*/ 28 w 356"/>
              <a:gd name="T21" fmla="*/ 125 h 328"/>
              <a:gd name="T22" fmla="*/ 0 w 356"/>
              <a:gd name="T23" fmla="*/ 111 h 328"/>
              <a:gd name="T24" fmla="*/ 28 w 356"/>
              <a:gd name="T25" fmla="*/ 55 h 328"/>
              <a:gd name="T26" fmla="*/ 57 w 356"/>
              <a:gd name="T27" fmla="*/ 70 h 328"/>
              <a:gd name="T28" fmla="*/ 121 w 356"/>
              <a:gd name="T29" fmla="*/ 33 h 328"/>
              <a:gd name="T30" fmla="*/ 121 w 356"/>
              <a:gd name="T31" fmla="*/ 0 h 328"/>
              <a:gd name="T32" fmla="*/ 181 w 356"/>
              <a:gd name="T33" fmla="*/ 0 h 328"/>
              <a:gd name="T34" fmla="*/ 181 w 356"/>
              <a:gd name="T35" fmla="*/ 30 h 328"/>
              <a:gd name="T36" fmla="*/ 249 w 356"/>
              <a:gd name="T37" fmla="*/ 70 h 328"/>
              <a:gd name="T38" fmla="*/ 274 w 356"/>
              <a:gd name="T39" fmla="*/ 55 h 328"/>
              <a:gd name="T40" fmla="*/ 306 w 356"/>
              <a:gd name="T41" fmla="*/ 111 h 328"/>
              <a:gd name="T42" fmla="*/ 277 w 356"/>
              <a:gd name="T43" fmla="*/ 125 h 328"/>
              <a:gd name="T44" fmla="*/ 282 w 356"/>
              <a:gd name="T45" fmla="*/ 162 h 328"/>
              <a:gd name="T46" fmla="*/ 279 w 356"/>
              <a:gd name="T47" fmla="*/ 188 h 328"/>
              <a:gd name="T48" fmla="*/ 186 w 356"/>
              <a:gd name="T49" fmla="*/ 100 h 328"/>
              <a:gd name="T50" fmla="*/ 150 w 356"/>
              <a:gd name="T51" fmla="*/ 89 h 328"/>
              <a:gd name="T52" fmla="*/ 75 w 356"/>
              <a:gd name="T53" fmla="*/ 166 h 328"/>
              <a:gd name="T54" fmla="*/ 107 w 356"/>
              <a:gd name="T55" fmla="*/ 231 h 328"/>
              <a:gd name="T56" fmla="*/ 209 w 356"/>
              <a:gd name="T57" fmla="*/ 238 h 328"/>
              <a:gd name="T58" fmla="*/ 310 w 356"/>
              <a:gd name="T59" fmla="*/ 302 h 328"/>
              <a:gd name="T60" fmla="*/ 348 w 356"/>
              <a:gd name="T61" fmla="*/ 294 h 328"/>
              <a:gd name="T62" fmla="*/ 340 w 356"/>
              <a:gd name="T63" fmla="*/ 256 h 328"/>
              <a:gd name="T64" fmla="*/ 237 w 356"/>
              <a:gd name="T65" fmla="*/ 195 h 328"/>
              <a:gd name="T66" fmla="*/ 235 w 356"/>
              <a:gd name="T67" fmla="*/ 194 h 328"/>
              <a:gd name="T68" fmla="*/ 234 w 356"/>
              <a:gd name="T69" fmla="*/ 179 h 328"/>
              <a:gd name="T70" fmla="*/ 172 w 356"/>
              <a:gd name="T71" fmla="*/ 139 h 328"/>
              <a:gd name="T72" fmla="*/ 145 w 356"/>
              <a:gd name="T73" fmla="*/ 153 h 328"/>
              <a:gd name="T74" fmla="*/ 194 w 356"/>
              <a:gd name="T75" fmla="*/ 183 h 328"/>
              <a:gd name="T76" fmla="*/ 182 w 356"/>
              <a:gd name="T77" fmla="*/ 199 h 328"/>
              <a:gd name="T78" fmla="*/ 135 w 356"/>
              <a:gd name="T79" fmla="*/ 169 h 328"/>
              <a:gd name="T80" fmla="*/ 132 w 356"/>
              <a:gd name="T81" fmla="*/ 201 h 328"/>
              <a:gd name="T82" fmla="*/ 194 w 356"/>
              <a:gd name="T83" fmla="*/ 241 h 328"/>
              <a:gd name="T84" fmla="*/ 207 w 356"/>
              <a:gd name="T85" fmla="*/ 237 h 328"/>
              <a:gd name="T86" fmla="*/ 209 w 356"/>
              <a:gd name="T87" fmla="*/ 238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56" h="328">
                <a:moveTo>
                  <a:pt x="224" y="273"/>
                </a:moveTo>
                <a:cubicBezTo>
                  <a:pt x="213" y="284"/>
                  <a:pt x="195" y="291"/>
                  <a:pt x="181" y="295"/>
                </a:cubicBezTo>
                <a:cubicBezTo>
                  <a:pt x="181" y="295"/>
                  <a:pt x="181" y="295"/>
                  <a:pt x="181" y="328"/>
                </a:cubicBezTo>
                <a:cubicBezTo>
                  <a:pt x="181" y="328"/>
                  <a:pt x="181" y="328"/>
                  <a:pt x="121" y="328"/>
                </a:cubicBezTo>
                <a:cubicBezTo>
                  <a:pt x="121" y="328"/>
                  <a:pt x="121" y="328"/>
                  <a:pt x="121" y="291"/>
                </a:cubicBezTo>
                <a:cubicBezTo>
                  <a:pt x="96" y="287"/>
                  <a:pt x="75" y="273"/>
                  <a:pt x="57" y="254"/>
                </a:cubicBezTo>
                <a:cubicBezTo>
                  <a:pt x="57" y="254"/>
                  <a:pt x="57" y="254"/>
                  <a:pt x="28" y="269"/>
                </a:cubicBezTo>
                <a:cubicBezTo>
                  <a:pt x="28" y="269"/>
                  <a:pt x="28" y="269"/>
                  <a:pt x="0" y="214"/>
                </a:cubicBezTo>
                <a:cubicBezTo>
                  <a:pt x="0" y="214"/>
                  <a:pt x="0" y="214"/>
                  <a:pt x="28" y="199"/>
                </a:cubicBezTo>
                <a:cubicBezTo>
                  <a:pt x="25" y="188"/>
                  <a:pt x="21" y="177"/>
                  <a:pt x="21" y="162"/>
                </a:cubicBezTo>
                <a:cubicBezTo>
                  <a:pt x="21" y="151"/>
                  <a:pt x="25" y="136"/>
                  <a:pt x="28" y="125"/>
                </a:cubicBezTo>
                <a:cubicBezTo>
                  <a:pt x="28" y="125"/>
                  <a:pt x="28" y="125"/>
                  <a:pt x="0" y="111"/>
                </a:cubicBezTo>
                <a:cubicBezTo>
                  <a:pt x="0" y="111"/>
                  <a:pt x="0" y="111"/>
                  <a:pt x="28" y="55"/>
                </a:cubicBezTo>
                <a:cubicBezTo>
                  <a:pt x="28" y="55"/>
                  <a:pt x="28" y="55"/>
                  <a:pt x="57" y="70"/>
                </a:cubicBezTo>
                <a:cubicBezTo>
                  <a:pt x="75" y="52"/>
                  <a:pt x="96" y="37"/>
                  <a:pt x="121" y="33"/>
                </a:cubicBezTo>
                <a:cubicBezTo>
                  <a:pt x="121" y="33"/>
                  <a:pt x="121" y="33"/>
                  <a:pt x="121" y="0"/>
                </a:cubicBezTo>
                <a:cubicBezTo>
                  <a:pt x="121" y="0"/>
                  <a:pt x="121" y="0"/>
                  <a:pt x="181" y="0"/>
                </a:cubicBezTo>
                <a:cubicBezTo>
                  <a:pt x="181" y="0"/>
                  <a:pt x="181" y="0"/>
                  <a:pt x="181" y="30"/>
                </a:cubicBezTo>
                <a:cubicBezTo>
                  <a:pt x="206" y="37"/>
                  <a:pt x="231" y="52"/>
                  <a:pt x="249" y="70"/>
                </a:cubicBezTo>
                <a:cubicBezTo>
                  <a:pt x="249" y="70"/>
                  <a:pt x="249" y="70"/>
                  <a:pt x="274" y="55"/>
                </a:cubicBezTo>
                <a:cubicBezTo>
                  <a:pt x="274" y="55"/>
                  <a:pt x="274" y="55"/>
                  <a:pt x="306" y="111"/>
                </a:cubicBezTo>
                <a:cubicBezTo>
                  <a:pt x="306" y="111"/>
                  <a:pt x="306" y="111"/>
                  <a:pt x="277" y="125"/>
                </a:cubicBezTo>
                <a:cubicBezTo>
                  <a:pt x="281" y="136"/>
                  <a:pt x="282" y="150"/>
                  <a:pt x="282" y="162"/>
                </a:cubicBezTo>
                <a:cubicBezTo>
                  <a:pt x="282" y="169"/>
                  <a:pt x="282" y="178"/>
                  <a:pt x="279" y="188"/>
                </a:cubicBezTo>
                <a:moveTo>
                  <a:pt x="186" y="100"/>
                </a:moveTo>
                <a:cubicBezTo>
                  <a:pt x="176" y="93"/>
                  <a:pt x="165" y="89"/>
                  <a:pt x="150" y="89"/>
                </a:cubicBezTo>
                <a:cubicBezTo>
                  <a:pt x="107" y="89"/>
                  <a:pt x="75" y="126"/>
                  <a:pt x="75" y="166"/>
                </a:cubicBezTo>
                <a:cubicBezTo>
                  <a:pt x="75" y="195"/>
                  <a:pt x="85" y="217"/>
                  <a:pt x="107" y="231"/>
                </a:cubicBezTo>
                <a:moveTo>
                  <a:pt x="209" y="238"/>
                </a:moveTo>
                <a:cubicBezTo>
                  <a:pt x="310" y="302"/>
                  <a:pt x="310" y="302"/>
                  <a:pt x="310" y="302"/>
                </a:cubicBezTo>
                <a:cubicBezTo>
                  <a:pt x="323" y="310"/>
                  <a:pt x="340" y="307"/>
                  <a:pt x="348" y="294"/>
                </a:cubicBezTo>
                <a:cubicBezTo>
                  <a:pt x="356" y="282"/>
                  <a:pt x="353" y="265"/>
                  <a:pt x="340" y="256"/>
                </a:cubicBezTo>
                <a:cubicBezTo>
                  <a:pt x="237" y="195"/>
                  <a:pt x="237" y="195"/>
                  <a:pt x="237" y="195"/>
                </a:cubicBezTo>
                <a:cubicBezTo>
                  <a:pt x="235" y="194"/>
                  <a:pt x="235" y="194"/>
                  <a:pt x="235" y="194"/>
                </a:cubicBezTo>
                <a:cubicBezTo>
                  <a:pt x="236" y="189"/>
                  <a:pt x="235" y="184"/>
                  <a:pt x="234" y="179"/>
                </a:cubicBezTo>
                <a:cubicBezTo>
                  <a:pt x="228" y="151"/>
                  <a:pt x="200" y="132"/>
                  <a:pt x="172" y="139"/>
                </a:cubicBezTo>
                <a:cubicBezTo>
                  <a:pt x="162" y="141"/>
                  <a:pt x="152" y="146"/>
                  <a:pt x="145" y="153"/>
                </a:cubicBezTo>
                <a:cubicBezTo>
                  <a:pt x="194" y="183"/>
                  <a:pt x="194" y="183"/>
                  <a:pt x="194" y="183"/>
                </a:cubicBezTo>
                <a:cubicBezTo>
                  <a:pt x="182" y="199"/>
                  <a:pt x="182" y="199"/>
                  <a:pt x="182" y="199"/>
                </a:cubicBezTo>
                <a:cubicBezTo>
                  <a:pt x="135" y="169"/>
                  <a:pt x="135" y="169"/>
                  <a:pt x="135" y="169"/>
                </a:cubicBezTo>
                <a:cubicBezTo>
                  <a:pt x="131" y="179"/>
                  <a:pt x="129" y="190"/>
                  <a:pt x="132" y="201"/>
                </a:cubicBezTo>
                <a:cubicBezTo>
                  <a:pt x="138" y="229"/>
                  <a:pt x="165" y="247"/>
                  <a:pt x="194" y="241"/>
                </a:cubicBezTo>
                <a:cubicBezTo>
                  <a:pt x="198" y="240"/>
                  <a:pt x="203" y="239"/>
                  <a:pt x="207" y="237"/>
                </a:cubicBezTo>
                <a:lnTo>
                  <a:pt x="209" y="238"/>
                </a:lnTo>
                <a:close/>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3260" tIns="46630" rIns="93260" bIns="46630" numCol="1" anchor="t" anchorCtr="0" compatLnSpc="1">
            <a:prstTxWarp prst="textNoShape">
              <a:avLst/>
            </a:prstTxWarp>
          </a:bodyPr>
          <a:lstStyle/>
          <a:p>
            <a:endParaRPr lang="en-US" sz="1836">
              <a:gradFill>
                <a:gsLst>
                  <a:gs pos="0">
                    <a:srgbClr val="505050"/>
                  </a:gs>
                  <a:gs pos="100000">
                    <a:srgbClr val="505050"/>
                  </a:gs>
                </a:gsLst>
              </a:gradFill>
            </a:endParaRPr>
          </a:p>
        </p:txBody>
      </p:sp>
      <p:sp>
        <p:nvSpPr>
          <p:cNvPr id="10" name="arrow" title="Icon of an arrow">
            <a:extLst>
              <a:ext uri="{FF2B5EF4-FFF2-40B4-BE49-F238E27FC236}">
                <a16:creationId xmlns:a16="http://schemas.microsoft.com/office/drawing/2014/main" id="{1BC6CBCF-6065-4F2D-9307-B18275480319}"/>
              </a:ext>
            </a:extLst>
          </p:cNvPr>
          <p:cNvSpPr>
            <a:spLocks noChangeAspect="1" noEditPoints="1"/>
          </p:cNvSpPr>
          <p:nvPr/>
        </p:nvSpPr>
        <p:spPr bwMode="auto">
          <a:xfrm>
            <a:off x="2395106" y="6201791"/>
            <a:ext cx="404266" cy="373041"/>
          </a:xfrm>
          <a:custGeom>
            <a:avLst/>
            <a:gdLst>
              <a:gd name="T0" fmla="*/ 133 w 246"/>
              <a:gd name="T1" fmla="*/ 0 h 227"/>
              <a:gd name="T2" fmla="*/ 246 w 246"/>
              <a:gd name="T3" fmla="*/ 113 h 227"/>
              <a:gd name="T4" fmla="*/ 133 w 246"/>
              <a:gd name="T5" fmla="*/ 227 h 227"/>
              <a:gd name="T6" fmla="*/ 246 w 246"/>
              <a:gd name="T7" fmla="*/ 113 h 227"/>
              <a:gd name="T8" fmla="*/ 0 w 246"/>
              <a:gd name="T9" fmla="*/ 113 h 227"/>
            </a:gdLst>
            <a:ahLst/>
            <a:cxnLst>
              <a:cxn ang="0">
                <a:pos x="T0" y="T1"/>
              </a:cxn>
              <a:cxn ang="0">
                <a:pos x="T2" y="T3"/>
              </a:cxn>
              <a:cxn ang="0">
                <a:pos x="T4" y="T5"/>
              </a:cxn>
              <a:cxn ang="0">
                <a:pos x="T6" y="T7"/>
              </a:cxn>
              <a:cxn ang="0">
                <a:pos x="T8" y="T9"/>
              </a:cxn>
            </a:cxnLst>
            <a:rect l="0" t="0" r="r" b="b"/>
            <a:pathLst>
              <a:path w="246" h="227">
                <a:moveTo>
                  <a:pt x="133" y="0"/>
                </a:moveTo>
                <a:lnTo>
                  <a:pt x="246" y="113"/>
                </a:lnTo>
                <a:lnTo>
                  <a:pt x="133" y="227"/>
                </a:lnTo>
                <a:moveTo>
                  <a:pt x="246" y="113"/>
                </a:moveTo>
                <a:lnTo>
                  <a:pt x="0" y="113"/>
                </a:lnTo>
              </a:path>
            </a:pathLst>
          </a:custGeom>
          <a:noFill/>
          <a:ln w="15875" cap="sq">
            <a:solidFill>
              <a:schemeClr val="tx1"/>
            </a:solidFill>
            <a:prstDash val="solid"/>
            <a:miter lim="800000"/>
            <a:headEnd/>
            <a:tailEnd/>
          </a:ln>
          <a:extLst/>
        </p:spPr>
        <p:txBody>
          <a:bodyPr vert="horz" wrap="square" lIns="93260" tIns="46630" rIns="93260" bIns="46630" numCol="1" anchor="t" anchorCtr="0" compatLnSpc="1">
            <a:prstTxWarp prst="textNoShape">
              <a:avLst/>
            </a:prstTxWarp>
          </a:bodyPr>
          <a:lstStyle/>
          <a:p>
            <a:endParaRPr lang="en-US" sz="918" dirty="0">
              <a:gradFill>
                <a:gsLst>
                  <a:gs pos="0">
                    <a:srgbClr val="505050"/>
                  </a:gs>
                  <a:gs pos="100000">
                    <a:srgbClr val="505050"/>
                  </a:gs>
                </a:gsLst>
                <a:lin ang="5400000" scaled="1"/>
              </a:gradFill>
            </a:endParaRPr>
          </a:p>
        </p:txBody>
      </p:sp>
      <p:sp>
        <p:nvSpPr>
          <p:cNvPr id="11" name="arrow" title="Icon of an arrow">
            <a:extLst>
              <a:ext uri="{FF2B5EF4-FFF2-40B4-BE49-F238E27FC236}">
                <a16:creationId xmlns:a16="http://schemas.microsoft.com/office/drawing/2014/main" id="{602A8482-D5F0-41B6-BF32-B13EE2203427}"/>
              </a:ext>
            </a:extLst>
          </p:cNvPr>
          <p:cNvSpPr>
            <a:spLocks noChangeAspect="1" noEditPoints="1"/>
          </p:cNvSpPr>
          <p:nvPr/>
        </p:nvSpPr>
        <p:spPr bwMode="auto">
          <a:xfrm>
            <a:off x="6033706" y="6225106"/>
            <a:ext cx="404266" cy="373041"/>
          </a:xfrm>
          <a:custGeom>
            <a:avLst/>
            <a:gdLst>
              <a:gd name="T0" fmla="*/ 133 w 246"/>
              <a:gd name="T1" fmla="*/ 0 h 227"/>
              <a:gd name="T2" fmla="*/ 246 w 246"/>
              <a:gd name="T3" fmla="*/ 113 h 227"/>
              <a:gd name="T4" fmla="*/ 133 w 246"/>
              <a:gd name="T5" fmla="*/ 227 h 227"/>
              <a:gd name="T6" fmla="*/ 246 w 246"/>
              <a:gd name="T7" fmla="*/ 113 h 227"/>
              <a:gd name="T8" fmla="*/ 0 w 246"/>
              <a:gd name="T9" fmla="*/ 113 h 227"/>
            </a:gdLst>
            <a:ahLst/>
            <a:cxnLst>
              <a:cxn ang="0">
                <a:pos x="T0" y="T1"/>
              </a:cxn>
              <a:cxn ang="0">
                <a:pos x="T2" y="T3"/>
              </a:cxn>
              <a:cxn ang="0">
                <a:pos x="T4" y="T5"/>
              </a:cxn>
              <a:cxn ang="0">
                <a:pos x="T6" y="T7"/>
              </a:cxn>
              <a:cxn ang="0">
                <a:pos x="T8" y="T9"/>
              </a:cxn>
            </a:cxnLst>
            <a:rect l="0" t="0" r="r" b="b"/>
            <a:pathLst>
              <a:path w="246" h="227">
                <a:moveTo>
                  <a:pt x="133" y="0"/>
                </a:moveTo>
                <a:lnTo>
                  <a:pt x="246" y="113"/>
                </a:lnTo>
                <a:lnTo>
                  <a:pt x="133" y="227"/>
                </a:lnTo>
                <a:moveTo>
                  <a:pt x="246" y="113"/>
                </a:moveTo>
                <a:lnTo>
                  <a:pt x="0" y="113"/>
                </a:lnTo>
              </a:path>
            </a:pathLst>
          </a:custGeom>
          <a:noFill/>
          <a:ln w="15875" cap="sq">
            <a:solidFill>
              <a:schemeClr val="tx1"/>
            </a:solidFill>
            <a:prstDash val="solid"/>
            <a:miter lim="800000"/>
            <a:headEnd/>
            <a:tailEnd/>
          </a:ln>
          <a:extLst/>
        </p:spPr>
        <p:txBody>
          <a:bodyPr vert="horz" wrap="square" lIns="93260" tIns="46630" rIns="93260" bIns="46630" numCol="1" anchor="t" anchorCtr="0" compatLnSpc="1">
            <a:prstTxWarp prst="textNoShape">
              <a:avLst/>
            </a:prstTxWarp>
          </a:bodyPr>
          <a:lstStyle/>
          <a:p>
            <a:endParaRPr lang="en-US" sz="918" dirty="0">
              <a:gradFill>
                <a:gsLst>
                  <a:gs pos="0">
                    <a:srgbClr val="505050"/>
                  </a:gs>
                  <a:gs pos="100000">
                    <a:srgbClr val="505050"/>
                  </a:gs>
                </a:gsLst>
                <a:lin ang="5400000" scaled="1"/>
              </a:gradFill>
            </a:endParaRPr>
          </a:p>
        </p:txBody>
      </p:sp>
      <p:sp>
        <p:nvSpPr>
          <p:cNvPr id="12" name="arrow" title="Icon of an arrow">
            <a:extLst>
              <a:ext uri="{FF2B5EF4-FFF2-40B4-BE49-F238E27FC236}">
                <a16:creationId xmlns:a16="http://schemas.microsoft.com/office/drawing/2014/main" id="{ABBFA3B7-7C3C-4BCA-B2EA-9900ADA9D886}"/>
              </a:ext>
            </a:extLst>
          </p:cNvPr>
          <p:cNvSpPr>
            <a:spLocks noChangeAspect="1" noEditPoints="1"/>
          </p:cNvSpPr>
          <p:nvPr/>
        </p:nvSpPr>
        <p:spPr bwMode="auto">
          <a:xfrm>
            <a:off x="4177818" y="6201791"/>
            <a:ext cx="404266" cy="373041"/>
          </a:xfrm>
          <a:custGeom>
            <a:avLst/>
            <a:gdLst>
              <a:gd name="T0" fmla="*/ 133 w 246"/>
              <a:gd name="T1" fmla="*/ 0 h 227"/>
              <a:gd name="T2" fmla="*/ 246 w 246"/>
              <a:gd name="T3" fmla="*/ 113 h 227"/>
              <a:gd name="T4" fmla="*/ 133 w 246"/>
              <a:gd name="T5" fmla="*/ 227 h 227"/>
              <a:gd name="T6" fmla="*/ 246 w 246"/>
              <a:gd name="T7" fmla="*/ 113 h 227"/>
              <a:gd name="T8" fmla="*/ 0 w 246"/>
              <a:gd name="T9" fmla="*/ 113 h 227"/>
            </a:gdLst>
            <a:ahLst/>
            <a:cxnLst>
              <a:cxn ang="0">
                <a:pos x="T0" y="T1"/>
              </a:cxn>
              <a:cxn ang="0">
                <a:pos x="T2" y="T3"/>
              </a:cxn>
              <a:cxn ang="0">
                <a:pos x="T4" y="T5"/>
              </a:cxn>
              <a:cxn ang="0">
                <a:pos x="T6" y="T7"/>
              </a:cxn>
              <a:cxn ang="0">
                <a:pos x="T8" y="T9"/>
              </a:cxn>
            </a:cxnLst>
            <a:rect l="0" t="0" r="r" b="b"/>
            <a:pathLst>
              <a:path w="246" h="227">
                <a:moveTo>
                  <a:pt x="133" y="0"/>
                </a:moveTo>
                <a:lnTo>
                  <a:pt x="246" y="113"/>
                </a:lnTo>
                <a:lnTo>
                  <a:pt x="133" y="227"/>
                </a:lnTo>
                <a:moveTo>
                  <a:pt x="246" y="113"/>
                </a:moveTo>
                <a:lnTo>
                  <a:pt x="0" y="113"/>
                </a:lnTo>
              </a:path>
            </a:pathLst>
          </a:custGeom>
          <a:noFill/>
          <a:ln w="15875" cap="sq">
            <a:solidFill>
              <a:schemeClr val="tx1"/>
            </a:solidFill>
            <a:prstDash val="solid"/>
            <a:miter lim="800000"/>
            <a:headEnd/>
            <a:tailEnd/>
          </a:ln>
          <a:extLst/>
        </p:spPr>
        <p:txBody>
          <a:bodyPr vert="horz" wrap="square" lIns="93260" tIns="46630" rIns="93260" bIns="46630" numCol="1" anchor="t" anchorCtr="0" compatLnSpc="1">
            <a:prstTxWarp prst="textNoShape">
              <a:avLst/>
            </a:prstTxWarp>
          </a:bodyPr>
          <a:lstStyle/>
          <a:p>
            <a:endParaRPr lang="en-US" sz="918" dirty="0">
              <a:gradFill>
                <a:gsLst>
                  <a:gs pos="0">
                    <a:srgbClr val="505050"/>
                  </a:gs>
                  <a:gs pos="100000">
                    <a:srgbClr val="505050"/>
                  </a:gs>
                </a:gsLst>
                <a:lin ang="5400000" scaled="1"/>
              </a:gradFill>
            </a:endParaRPr>
          </a:p>
        </p:txBody>
      </p:sp>
      <p:sp>
        <p:nvSpPr>
          <p:cNvPr id="13" name="arrow" title="Icon of an arrow">
            <a:extLst>
              <a:ext uri="{FF2B5EF4-FFF2-40B4-BE49-F238E27FC236}">
                <a16:creationId xmlns:a16="http://schemas.microsoft.com/office/drawing/2014/main" id="{C02CDA99-59F6-473A-B502-78178FC85398}"/>
              </a:ext>
            </a:extLst>
          </p:cNvPr>
          <p:cNvSpPr>
            <a:spLocks noChangeAspect="1" noEditPoints="1"/>
          </p:cNvSpPr>
          <p:nvPr/>
        </p:nvSpPr>
        <p:spPr bwMode="auto">
          <a:xfrm>
            <a:off x="7723440" y="6247676"/>
            <a:ext cx="404266" cy="373041"/>
          </a:xfrm>
          <a:custGeom>
            <a:avLst/>
            <a:gdLst>
              <a:gd name="T0" fmla="*/ 133 w 246"/>
              <a:gd name="T1" fmla="*/ 0 h 227"/>
              <a:gd name="T2" fmla="*/ 246 w 246"/>
              <a:gd name="T3" fmla="*/ 113 h 227"/>
              <a:gd name="T4" fmla="*/ 133 w 246"/>
              <a:gd name="T5" fmla="*/ 227 h 227"/>
              <a:gd name="T6" fmla="*/ 246 w 246"/>
              <a:gd name="T7" fmla="*/ 113 h 227"/>
              <a:gd name="T8" fmla="*/ 0 w 246"/>
              <a:gd name="T9" fmla="*/ 113 h 227"/>
            </a:gdLst>
            <a:ahLst/>
            <a:cxnLst>
              <a:cxn ang="0">
                <a:pos x="T0" y="T1"/>
              </a:cxn>
              <a:cxn ang="0">
                <a:pos x="T2" y="T3"/>
              </a:cxn>
              <a:cxn ang="0">
                <a:pos x="T4" y="T5"/>
              </a:cxn>
              <a:cxn ang="0">
                <a:pos x="T6" y="T7"/>
              </a:cxn>
              <a:cxn ang="0">
                <a:pos x="T8" y="T9"/>
              </a:cxn>
            </a:cxnLst>
            <a:rect l="0" t="0" r="r" b="b"/>
            <a:pathLst>
              <a:path w="246" h="227">
                <a:moveTo>
                  <a:pt x="133" y="0"/>
                </a:moveTo>
                <a:lnTo>
                  <a:pt x="246" y="113"/>
                </a:lnTo>
                <a:lnTo>
                  <a:pt x="133" y="227"/>
                </a:lnTo>
                <a:moveTo>
                  <a:pt x="246" y="113"/>
                </a:moveTo>
                <a:lnTo>
                  <a:pt x="0" y="113"/>
                </a:lnTo>
              </a:path>
            </a:pathLst>
          </a:custGeom>
          <a:noFill/>
          <a:ln w="15875" cap="sq">
            <a:solidFill>
              <a:schemeClr val="tx1"/>
            </a:solidFill>
            <a:prstDash val="solid"/>
            <a:miter lim="800000"/>
            <a:headEnd/>
            <a:tailEnd/>
          </a:ln>
          <a:extLst/>
        </p:spPr>
        <p:txBody>
          <a:bodyPr vert="horz" wrap="square" lIns="93260" tIns="46630" rIns="93260" bIns="46630" numCol="1" anchor="t" anchorCtr="0" compatLnSpc="1">
            <a:prstTxWarp prst="textNoShape">
              <a:avLst/>
            </a:prstTxWarp>
          </a:bodyPr>
          <a:lstStyle/>
          <a:p>
            <a:endParaRPr lang="en-US" sz="918" dirty="0">
              <a:gradFill>
                <a:gsLst>
                  <a:gs pos="0">
                    <a:srgbClr val="505050"/>
                  </a:gs>
                  <a:gs pos="100000">
                    <a:srgbClr val="505050"/>
                  </a:gs>
                </a:gsLst>
                <a:lin ang="5400000" scaled="1"/>
              </a:gradFill>
            </a:endParaRPr>
          </a:p>
        </p:txBody>
      </p:sp>
      <p:sp>
        <p:nvSpPr>
          <p:cNvPr id="14" name="Rectangle 13">
            <a:extLst>
              <a:ext uri="{FF2B5EF4-FFF2-40B4-BE49-F238E27FC236}">
                <a16:creationId xmlns:a16="http://schemas.microsoft.com/office/drawing/2014/main" id="{2F1F6B7B-DBD1-41B4-B0EB-20C9346B4CDF}"/>
              </a:ext>
            </a:extLst>
          </p:cNvPr>
          <p:cNvSpPr/>
          <p:nvPr/>
        </p:nvSpPr>
        <p:spPr bwMode="auto">
          <a:xfrm>
            <a:off x="274638" y="1204784"/>
            <a:ext cx="1097280" cy="105156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endParaRPr lang="en-US" sz="2000" dirty="0">
              <a:gradFill>
                <a:gsLst>
                  <a:gs pos="0">
                    <a:srgbClr val="FFFFFF"/>
                  </a:gs>
                  <a:gs pos="100000">
                    <a:srgbClr val="FFFFFF"/>
                  </a:gs>
                </a:gsLst>
                <a:lin ang="5400000" scaled="0"/>
              </a:gradFill>
              <a:cs typeface="Segoe UI" pitchFamily="34" charset="0"/>
            </a:endParaRPr>
          </a:p>
        </p:txBody>
      </p:sp>
      <p:sp>
        <p:nvSpPr>
          <p:cNvPr id="15" name="Text Placeholder 4">
            <a:extLst>
              <a:ext uri="{FF2B5EF4-FFF2-40B4-BE49-F238E27FC236}">
                <a16:creationId xmlns:a16="http://schemas.microsoft.com/office/drawing/2014/main" id="{3FBD3DEB-3937-4FDB-9876-707D03E7AE20}"/>
              </a:ext>
            </a:extLst>
          </p:cNvPr>
          <p:cNvSpPr txBox="1">
            <a:spLocks/>
          </p:cNvSpPr>
          <p:nvPr/>
        </p:nvSpPr>
        <p:spPr>
          <a:xfrm>
            <a:off x="1371919" y="1204784"/>
            <a:ext cx="10789919" cy="1097280"/>
          </a:xfrm>
          <a:prstGeom prst="rect">
            <a:avLst/>
          </a:prstGeom>
        </p:spPr>
        <p:txBody>
          <a:bodyPr wrap="none" lIns="182880" tIns="146304" rIns="182880" bIns="146304" anchor="t"/>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200" spc="-70" dirty="0">
                <a:gradFill>
                  <a:gsLst>
                    <a:gs pos="5417">
                      <a:schemeClr val="tx1"/>
                    </a:gs>
                    <a:gs pos="28000">
                      <a:schemeClr val="tx1"/>
                    </a:gs>
                  </a:gsLst>
                  <a:lin ang="5400000" scaled="0"/>
                </a:gradFill>
                <a:latin typeface="Segoe UI Light"/>
              </a:rPr>
              <a:t>Building devices is complicated</a:t>
            </a:r>
          </a:p>
        </p:txBody>
      </p:sp>
      <p:sp>
        <p:nvSpPr>
          <p:cNvPr id="16" name="Rectangle 15">
            <a:extLst>
              <a:ext uri="{FF2B5EF4-FFF2-40B4-BE49-F238E27FC236}">
                <a16:creationId xmlns:a16="http://schemas.microsoft.com/office/drawing/2014/main" id="{8A554DDC-B4D9-41F3-8607-9D118EF71D3A}"/>
              </a:ext>
            </a:extLst>
          </p:cNvPr>
          <p:cNvSpPr/>
          <p:nvPr/>
        </p:nvSpPr>
        <p:spPr bwMode="auto">
          <a:xfrm>
            <a:off x="274638" y="2302064"/>
            <a:ext cx="1097280" cy="105156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endParaRPr lang="en-US" sz="2000" dirty="0">
              <a:gradFill>
                <a:gsLst>
                  <a:gs pos="0">
                    <a:srgbClr val="FFFFFF"/>
                  </a:gs>
                  <a:gs pos="100000">
                    <a:srgbClr val="FFFFFF"/>
                  </a:gs>
                </a:gsLst>
                <a:lin ang="5400000" scaled="0"/>
              </a:gradFill>
              <a:cs typeface="Segoe UI" pitchFamily="34" charset="0"/>
            </a:endParaRPr>
          </a:p>
        </p:txBody>
      </p:sp>
      <p:sp>
        <p:nvSpPr>
          <p:cNvPr id="17" name="Text Placeholder 4">
            <a:extLst>
              <a:ext uri="{FF2B5EF4-FFF2-40B4-BE49-F238E27FC236}">
                <a16:creationId xmlns:a16="http://schemas.microsoft.com/office/drawing/2014/main" id="{ACBEE2D5-AFCC-4A44-A40D-D7B95B235292}"/>
              </a:ext>
            </a:extLst>
          </p:cNvPr>
          <p:cNvSpPr txBox="1">
            <a:spLocks/>
          </p:cNvSpPr>
          <p:nvPr/>
        </p:nvSpPr>
        <p:spPr>
          <a:xfrm>
            <a:off x="1371919" y="2302064"/>
            <a:ext cx="10789919" cy="1097280"/>
          </a:xfrm>
          <a:prstGeom prst="rect">
            <a:avLst/>
          </a:prstGeom>
        </p:spPr>
        <p:txBody>
          <a:bodyPr wrap="none" lIns="182880" tIns="146304" rIns="182880" bIns="146304" anchor="t"/>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200" spc="-70" dirty="0">
                <a:gradFill>
                  <a:gsLst>
                    <a:gs pos="5417">
                      <a:schemeClr val="tx1"/>
                    </a:gs>
                    <a:gs pos="28000">
                      <a:schemeClr val="tx1"/>
                    </a:gs>
                  </a:gsLst>
                  <a:lin ang="5400000" scaled="0"/>
                </a:gradFill>
                <a:latin typeface="Segoe UI Light"/>
              </a:rPr>
              <a:t>Most common supply chain: OEM </a:t>
            </a:r>
            <a:r>
              <a:rPr lang="en-US" sz="3200" dirty="0">
                <a:sym typeface="Wingdings" panose="05000000000000000000" pitchFamily="2" charset="2"/>
              </a:rPr>
              <a:t></a:t>
            </a:r>
            <a:r>
              <a:rPr lang="en-US" sz="3200" spc="-70" dirty="0">
                <a:gradFill>
                  <a:gsLst>
                    <a:gs pos="5417">
                      <a:schemeClr val="tx1"/>
                    </a:gs>
                    <a:gs pos="28000">
                      <a:schemeClr val="tx1"/>
                    </a:gs>
                  </a:gsLst>
                  <a:lin ang="5400000" scaled="0"/>
                </a:gradFill>
                <a:latin typeface="Segoe UI Light"/>
              </a:rPr>
              <a:t> ODM </a:t>
            </a:r>
            <a:r>
              <a:rPr lang="en-US" sz="3200" dirty="0">
                <a:sym typeface="Wingdings" panose="05000000000000000000" pitchFamily="2" charset="2"/>
              </a:rPr>
              <a:t></a:t>
            </a:r>
            <a:r>
              <a:rPr lang="en-US" sz="3200" spc="-70" dirty="0">
                <a:gradFill>
                  <a:gsLst>
                    <a:gs pos="5417">
                      <a:schemeClr val="tx1"/>
                    </a:gs>
                    <a:gs pos="28000">
                      <a:schemeClr val="tx1"/>
                    </a:gs>
                  </a:gsLst>
                  <a:lin ang="5400000" scaled="0"/>
                </a:gradFill>
                <a:latin typeface="Segoe UI Light"/>
              </a:rPr>
              <a:t> SI </a:t>
            </a:r>
            <a:r>
              <a:rPr lang="en-US" sz="3200" dirty="0">
                <a:sym typeface="Wingdings" panose="05000000000000000000" pitchFamily="2" charset="2"/>
              </a:rPr>
              <a:t></a:t>
            </a:r>
            <a:r>
              <a:rPr lang="en-US" sz="3200" spc="-70" dirty="0">
                <a:gradFill>
                  <a:gsLst>
                    <a:gs pos="5417">
                      <a:schemeClr val="tx1"/>
                    </a:gs>
                    <a:gs pos="28000">
                      <a:schemeClr val="tx1"/>
                    </a:gs>
                  </a:gsLst>
                  <a:lin ang="5400000" scaled="0"/>
                </a:gradFill>
                <a:latin typeface="Segoe UI Light"/>
              </a:rPr>
              <a:t> customer</a:t>
            </a:r>
          </a:p>
        </p:txBody>
      </p:sp>
      <p:sp>
        <p:nvSpPr>
          <p:cNvPr id="18" name="Rectangle 17">
            <a:extLst>
              <a:ext uri="{FF2B5EF4-FFF2-40B4-BE49-F238E27FC236}">
                <a16:creationId xmlns:a16="http://schemas.microsoft.com/office/drawing/2014/main" id="{2D28382F-B6AE-48E4-BA63-4C554861C485}"/>
              </a:ext>
            </a:extLst>
          </p:cNvPr>
          <p:cNvSpPr/>
          <p:nvPr/>
        </p:nvSpPr>
        <p:spPr bwMode="auto">
          <a:xfrm>
            <a:off x="274638" y="3399344"/>
            <a:ext cx="1097280" cy="105156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endParaRPr lang="en-US" sz="2000" dirty="0">
              <a:gradFill>
                <a:gsLst>
                  <a:gs pos="0">
                    <a:srgbClr val="FFFFFF"/>
                  </a:gs>
                  <a:gs pos="100000">
                    <a:srgbClr val="FFFFFF"/>
                  </a:gs>
                </a:gsLst>
                <a:lin ang="5400000" scaled="0"/>
              </a:gradFill>
              <a:cs typeface="Segoe UI" pitchFamily="34" charset="0"/>
            </a:endParaRPr>
          </a:p>
        </p:txBody>
      </p:sp>
      <p:sp>
        <p:nvSpPr>
          <p:cNvPr id="19" name="Text Placeholder 4">
            <a:extLst>
              <a:ext uri="{FF2B5EF4-FFF2-40B4-BE49-F238E27FC236}">
                <a16:creationId xmlns:a16="http://schemas.microsoft.com/office/drawing/2014/main" id="{DAD834A1-3C7D-4C17-B35A-EAAA5D8061CF}"/>
              </a:ext>
            </a:extLst>
          </p:cNvPr>
          <p:cNvSpPr txBox="1">
            <a:spLocks/>
          </p:cNvSpPr>
          <p:nvPr/>
        </p:nvSpPr>
        <p:spPr>
          <a:xfrm>
            <a:off x="1371919" y="3399344"/>
            <a:ext cx="10789919" cy="1097280"/>
          </a:xfrm>
          <a:prstGeom prst="rect">
            <a:avLst/>
          </a:prstGeom>
        </p:spPr>
        <p:txBody>
          <a:bodyPr wrap="square" lIns="182880" tIns="146304" rIns="182880" bIns="146304" anchor="t"/>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200" spc="-70" dirty="0">
                <a:gradFill>
                  <a:gsLst>
                    <a:gs pos="5417">
                      <a:schemeClr val="tx1"/>
                    </a:gs>
                    <a:gs pos="28000">
                      <a:schemeClr val="tx1"/>
                    </a:gs>
                  </a:gsLst>
                  <a:lin ang="5400000" scaled="0"/>
                </a:gradFill>
                <a:latin typeface="Segoe UI Light"/>
              </a:rPr>
              <a:t>Updating manufacturing process is hard if not impossible</a:t>
            </a:r>
          </a:p>
        </p:txBody>
      </p:sp>
      <p:sp>
        <p:nvSpPr>
          <p:cNvPr id="20" name="Rectangle 19">
            <a:extLst>
              <a:ext uri="{FF2B5EF4-FFF2-40B4-BE49-F238E27FC236}">
                <a16:creationId xmlns:a16="http://schemas.microsoft.com/office/drawing/2014/main" id="{6BC4BD30-C61E-45FD-854F-F3571621525B}"/>
              </a:ext>
            </a:extLst>
          </p:cNvPr>
          <p:cNvSpPr/>
          <p:nvPr/>
        </p:nvSpPr>
        <p:spPr bwMode="auto">
          <a:xfrm>
            <a:off x="274638" y="4489950"/>
            <a:ext cx="1097280" cy="105156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endParaRPr lang="en-US" sz="2000" dirty="0">
              <a:gradFill>
                <a:gsLst>
                  <a:gs pos="0">
                    <a:srgbClr val="FFFFFF"/>
                  </a:gs>
                  <a:gs pos="100000">
                    <a:srgbClr val="FFFFFF"/>
                  </a:gs>
                </a:gsLst>
                <a:lin ang="5400000" scaled="0"/>
              </a:gradFill>
              <a:cs typeface="Segoe UI" pitchFamily="34" charset="0"/>
            </a:endParaRPr>
          </a:p>
        </p:txBody>
      </p:sp>
      <p:sp>
        <p:nvSpPr>
          <p:cNvPr id="21" name="Text Placeholder 4">
            <a:extLst>
              <a:ext uri="{FF2B5EF4-FFF2-40B4-BE49-F238E27FC236}">
                <a16:creationId xmlns:a16="http://schemas.microsoft.com/office/drawing/2014/main" id="{B0AE4D47-3A7A-41C8-BDE0-5EA719387310}"/>
              </a:ext>
            </a:extLst>
          </p:cNvPr>
          <p:cNvSpPr txBox="1">
            <a:spLocks/>
          </p:cNvSpPr>
          <p:nvPr/>
        </p:nvSpPr>
        <p:spPr>
          <a:xfrm>
            <a:off x="1371919" y="4489950"/>
            <a:ext cx="10789919" cy="1097280"/>
          </a:xfrm>
          <a:prstGeom prst="rect">
            <a:avLst/>
          </a:prstGeom>
        </p:spPr>
        <p:txBody>
          <a:bodyPr wrap="none" lIns="182880" tIns="146304" rIns="182880" bIns="146304" anchor="t"/>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200" spc="-70" dirty="0">
                <a:gradFill>
                  <a:gsLst>
                    <a:gs pos="5417">
                      <a:schemeClr val="tx1"/>
                    </a:gs>
                    <a:gs pos="28000">
                      <a:schemeClr val="tx1"/>
                    </a:gs>
                  </a:gsLst>
                  <a:lin ang="5400000" scaled="0"/>
                </a:gradFill>
                <a:latin typeface="Segoe UI Light"/>
              </a:rPr>
              <a:t>Supply chain problems</a:t>
            </a:r>
          </a:p>
          <a:p>
            <a:r>
              <a:rPr lang="en-US" sz="2000" dirty="0">
                <a:gradFill>
                  <a:gsLst>
                    <a:gs pos="5417">
                      <a:schemeClr val="tx1"/>
                    </a:gs>
                    <a:gs pos="28000">
                      <a:schemeClr val="tx1"/>
                    </a:gs>
                  </a:gsLst>
                  <a:lin ang="5400000" scaled="0"/>
                </a:gradFill>
                <a:latin typeface="Segoe UI"/>
              </a:rPr>
              <a:t>Producing certificates, injecting certificates, re-flashing devices, data ownership changes, etc.</a:t>
            </a:r>
          </a:p>
        </p:txBody>
      </p:sp>
      <p:sp>
        <p:nvSpPr>
          <p:cNvPr id="22" name="speedometer_3" descr="Speedometer, slow&#10;">
            <a:extLst>
              <a:ext uri="{FF2B5EF4-FFF2-40B4-BE49-F238E27FC236}">
                <a16:creationId xmlns:a16="http://schemas.microsoft.com/office/drawing/2014/main" id="{DF2FFBC0-917B-4D06-801B-C41D27B85508}"/>
              </a:ext>
            </a:extLst>
          </p:cNvPr>
          <p:cNvSpPr>
            <a:spLocks noChangeAspect="1" noEditPoints="1"/>
          </p:cNvSpPr>
          <p:nvPr/>
        </p:nvSpPr>
        <p:spPr bwMode="auto">
          <a:xfrm>
            <a:off x="594677" y="2622104"/>
            <a:ext cx="457200" cy="457200"/>
          </a:xfrm>
          <a:custGeom>
            <a:avLst/>
            <a:gdLst>
              <a:gd name="T0" fmla="*/ 48 w 281"/>
              <a:gd name="T1" fmla="*/ 181 h 281"/>
              <a:gd name="T2" fmla="*/ 40 w 281"/>
              <a:gd name="T3" fmla="*/ 141 h 281"/>
              <a:gd name="T4" fmla="*/ 140 w 281"/>
              <a:gd name="T5" fmla="*/ 40 h 281"/>
              <a:gd name="T6" fmla="*/ 241 w 281"/>
              <a:gd name="T7" fmla="*/ 141 h 281"/>
              <a:gd name="T8" fmla="*/ 214 w 281"/>
              <a:gd name="T9" fmla="*/ 210 h 281"/>
              <a:gd name="T10" fmla="*/ 126 w 281"/>
              <a:gd name="T11" fmla="*/ 155 h 281"/>
              <a:gd name="T12" fmla="*/ 155 w 281"/>
              <a:gd name="T13" fmla="*/ 155 h 281"/>
              <a:gd name="T14" fmla="*/ 155 w 281"/>
              <a:gd name="T15" fmla="*/ 126 h 281"/>
              <a:gd name="T16" fmla="*/ 126 w 281"/>
              <a:gd name="T17" fmla="*/ 126 h 281"/>
              <a:gd name="T18" fmla="*/ 126 w 281"/>
              <a:gd name="T19" fmla="*/ 155 h 281"/>
              <a:gd name="T20" fmla="*/ 140 w 281"/>
              <a:gd name="T21" fmla="*/ 0 h 281"/>
              <a:gd name="T22" fmla="*/ 0 w 281"/>
              <a:gd name="T23" fmla="*/ 141 h 281"/>
              <a:gd name="T24" fmla="*/ 140 w 281"/>
              <a:gd name="T25" fmla="*/ 281 h 281"/>
              <a:gd name="T26" fmla="*/ 281 w 281"/>
              <a:gd name="T27" fmla="*/ 141 h 281"/>
              <a:gd name="T28" fmla="*/ 140 w 281"/>
              <a:gd name="T29" fmla="*/ 0 h 281"/>
              <a:gd name="T30" fmla="*/ 69 w 281"/>
              <a:gd name="T31" fmla="*/ 212 h 281"/>
              <a:gd name="T32" fmla="*/ 124 w 281"/>
              <a:gd name="T33" fmla="*/ 157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1" h="281">
                <a:moveTo>
                  <a:pt x="48" y="181"/>
                </a:moveTo>
                <a:cubicBezTo>
                  <a:pt x="43" y="168"/>
                  <a:pt x="40" y="155"/>
                  <a:pt x="40" y="141"/>
                </a:cubicBezTo>
                <a:cubicBezTo>
                  <a:pt x="40" y="85"/>
                  <a:pt x="85" y="40"/>
                  <a:pt x="140" y="40"/>
                </a:cubicBezTo>
                <a:cubicBezTo>
                  <a:pt x="196" y="40"/>
                  <a:pt x="241" y="85"/>
                  <a:pt x="241" y="141"/>
                </a:cubicBezTo>
                <a:cubicBezTo>
                  <a:pt x="241" y="168"/>
                  <a:pt x="231" y="192"/>
                  <a:pt x="214" y="210"/>
                </a:cubicBezTo>
                <a:moveTo>
                  <a:pt x="126" y="155"/>
                </a:moveTo>
                <a:cubicBezTo>
                  <a:pt x="134" y="164"/>
                  <a:pt x="147" y="164"/>
                  <a:pt x="155" y="155"/>
                </a:cubicBezTo>
                <a:cubicBezTo>
                  <a:pt x="164" y="147"/>
                  <a:pt x="164" y="134"/>
                  <a:pt x="155" y="126"/>
                </a:cubicBezTo>
                <a:cubicBezTo>
                  <a:pt x="147" y="117"/>
                  <a:pt x="134" y="118"/>
                  <a:pt x="126" y="126"/>
                </a:cubicBezTo>
                <a:cubicBezTo>
                  <a:pt x="117" y="134"/>
                  <a:pt x="117" y="147"/>
                  <a:pt x="126" y="155"/>
                </a:cubicBezTo>
                <a:close/>
                <a:moveTo>
                  <a:pt x="140" y="0"/>
                </a:moveTo>
                <a:cubicBezTo>
                  <a:pt x="63" y="0"/>
                  <a:pt x="0" y="63"/>
                  <a:pt x="0" y="141"/>
                </a:cubicBezTo>
                <a:cubicBezTo>
                  <a:pt x="0" y="218"/>
                  <a:pt x="63" y="281"/>
                  <a:pt x="140" y="281"/>
                </a:cubicBezTo>
                <a:cubicBezTo>
                  <a:pt x="218" y="281"/>
                  <a:pt x="281" y="218"/>
                  <a:pt x="281" y="141"/>
                </a:cubicBezTo>
                <a:cubicBezTo>
                  <a:pt x="281" y="63"/>
                  <a:pt x="218" y="0"/>
                  <a:pt x="140" y="0"/>
                </a:cubicBezTo>
                <a:close/>
                <a:moveTo>
                  <a:pt x="69" y="212"/>
                </a:moveTo>
                <a:cubicBezTo>
                  <a:pt x="124" y="157"/>
                  <a:pt x="124" y="157"/>
                  <a:pt x="124" y="157"/>
                </a:cubicBezTo>
              </a:path>
            </a:pathLst>
          </a:custGeom>
          <a:noFill/>
          <a:ln w="317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900">
              <a:gradFill>
                <a:gsLst>
                  <a:gs pos="0">
                    <a:srgbClr val="505050"/>
                  </a:gs>
                  <a:gs pos="100000">
                    <a:srgbClr val="505050"/>
                  </a:gs>
                </a:gsLst>
                <a:lin ang="5400000" scaled="1"/>
              </a:gradFill>
            </a:endParaRPr>
          </a:p>
        </p:txBody>
      </p:sp>
      <p:sp>
        <p:nvSpPr>
          <p:cNvPr id="23" name="Lock" descr="Locked, protected, safe&#10;">
            <a:extLst>
              <a:ext uri="{FF2B5EF4-FFF2-40B4-BE49-F238E27FC236}">
                <a16:creationId xmlns:a16="http://schemas.microsoft.com/office/drawing/2014/main" id="{9949D1C8-6AD6-4B70-9500-9E5FC7F0E716}"/>
              </a:ext>
            </a:extLst>
          </p:cNvPr>
          <p:cNvSpPr>
            <a:spLocks noChangeAspect="1" noEditPoints="1"/>
          </p:cNvSpPr>
          <p:nvPr/>
        </p:nvSpPr>
        <p:spPr bwMode="auto">
          <a:xfrm>
            <a:off x="659717" y="1501964"/>
            <a:ext cx="327121" cy="457200"/>
          </a:xfrm>
          <a:custGeom>
            <a:avLst/>
            <a:gdLst>
              <a:gd name="T0" fmla="*/ 239 w 239"/>
              <a:gd name="T1" fmla="*/ 335 h 335"/>
              <a:gd name="T2" fmla="*/ 0 w 239"/>
              <a:gd name="T3" fmla="*/ 335 h 335"/>
              <a:gd name="T4" fmla="*/ 0 w 239"/>
              <a:gd name="T5" fmla="*/ 157 h 335"/>
              <a:gd name="T6" fmla="*/ 239 w 239"/>
              <a:gd name="T7" fmla="*/ 157 h 335"/>
              <a:gd name="T8" fmla="*/ 239 w 239"/>
              <a:gd name="T9" fmla="*/ 335 h 335"/>
              <a:gd name="T10" fmla="*/ 196 w 239"/>
              <a:gd name="T11" fmla="*/ 157 h 335"/>
              <a:gd name="T12" fmla="*/ 196 w 239"/>
              <a:gd name="T13" fmla="*/ 75 h 335"/>
              <a:gd name="T14" fmla="*/ 121 w 239"/>
              <a:gd name="T15" fmla="*/ 0 h 335"/>
              <a:gd name="T16" fmla="*/ 46 w 239"/>
              <a:gd name="T17" fmla="*/ 75 h 335"/>
              <a:gd name="T18" fmla="*/ 46 w 239"/>
              <a:gd name="T19" fmla="*/ 157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9" h="335">
                <a:moveTo>
                  <a:pt x="239" y="335"/>
                </a:moveTo>
                <a:cubicBezTo>
                  <a:pt x="0" y="335"/>
                  <a:pt x="0" y="335"/>
                  <a:pt x="0" y="335"/>
                </a:cubicBezTo>
                <a:cubicBezTo>
                  <a:pt x="0" y="157"/>
                  <a:pt x="0" y="157"/>
                  <a:pt x="0" y="157"/>
                </a:cubicBezTo>
                <a:cubicBezTo>
                  <a:pt x="239" y="157"/>
                  <a:pt x="239" y="157"/>
                  <a:pt x="239" y="157"/>
                </a:cubicBezTo>
                <a:lnTo>
                  <a:pt x="239" y="335"/>
                </a:lnTo>
                <a:close/>
                <a:moveTo>
                  <a:pt x="196" y="157"/>
                </a:moveTo>
                <a:cubicBezTo>
                  <a:pt x="196" y="75"/>
                  <a:pt x="196" y="75"/>
                  <a:pt x="196" y="75"/>
                </a:cubicBezTo>
                <a:cubicBezTo>
                  <a:pt x="196" y="34"/>
                  <a:pt x="163" y="0"/>
                  <a:pt x="121" y="0"/>
                </a:cubicBezTo>
                <a:cubicBezTo>
                  <a:pt x="79" y="0"/>
                  <a:pt x="46" y="34"/>
                  <a:pt x="46" y="75"/>
                </a:cubicBezTo>
                <a:cubicBezTo>
                  <a:pt x="46" y="157"/>
                  <a:pt x="46" y="157"/>
                  <a:pt x="46" y="157"/>
                </a:cubicBezTo>
              </a:path>
            </a:pathLst>
          </a:custGeom>
          <a:noFill/>
          <a:ln w="3175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CRMArticles_EFF5" descr="Articles, pages, multipage&#10;">
            <a:extLst>
              <a:ext uri="{FF2B5EF4-FFF2-40B4-BE49-F238E27FC236}">
                <a16:creationId xmlns:a16="http://schemas.microsoft.com/office/drawing/2014/main" id="{127821DA-2B43-4F40-B0FA-72BB30954637}"/>
              </a:ext>
            </a:extLst>
          </p:cNvPr>
          <p:cNvSpPr>
            <a:spLocks noChangeAspect="1" noEditPoints="1"/>
          </p:cNvSpPr>
          <p:nvPr/>
        </p:nvSpPr>
        <p:spPr bwMode="auto">
          <a:xfrm>
            <a:off x="625242" y="3720901"/>
            <a:ext cx="396070" cy="457200"/>
          </a:xfrm>
          <a:custGeom>
            <a:avLst/>
            <a:gdLst>
              <a:gd name="T0" fmla="*/ 551 w 3583"/>
              <a:gd name="T1" fmla="*/ 3585 h 4136"/>
              <a:gd name="T2" fmla="*/ 0 w 3583"/>
              <a:gd name="T3" fmla="*/ 3585 h 4136"/>
              <a:gd name="T4" fmla="*/ 0 w 3583"/>
              <a:gd name="T5" fmla="*/ 0 h 4136"/>
              <a:gd name="T6" fmla="*/ 3033 w 3583"/>
              <a:gd name="T7" fmla="*/ 0 h 4136"/>
              <a:gd name="T8" fmla="*/ 3033 w 3583"/>
              <a:gd name="T9" fmla="*/ 1103 h 4136"/>
              <a:gd name="T10" fmla="*/ 2480 w 3583"/>
              <a:gd name="T11" fmla="*/ 551 h 4136"/>
              <a:gd name="T12" fmla="*/ 2480 w 3583"/>
              <a:gd name="T13" fmla="*/ 1654 h 4136"/>
              <a:gd name="T14" fmla="*/ 3583 w 3583"/>
              <a:gd name="T15" fmla="*/ 1654 h 4136"/>
              <a:gd name="T16" fmla="*/ 3583 w 3583"/>
              <a:gd name="T17" fmla="*/ 1654 h 4136"/>
              <a:gd name="T18" fmla="*/ 2480 w 3583"/>
              <a:gd name="T19" fmla="*/ 551 h 4136"/>
              <a:gd name="T20" fmla="*/ 551 w 3583"/>
              <a:gd name="T21" fmla="*/ 551 h 4136"/>
              <a:gd name="T22" fmla="*/ 551 w 3583"/>
              <a:gd name="T23" fmla="*/ 4136 h 4136"/>
              <a:gd name="T24" fmla="*/ 3583 w 3583"/>
              <a:gd name="T25" fmla="*/ 4136 h 4136"/>
              <a:gd name="T26" fmla="*/ 3583 w 3583"/>
              <a:gd name="T27" fmla="*/ 1654 h 4136"/>
              <a:gd name="T28" fmla="*/ 965 w 3583"/>
              <a:gd name="T29" fmla="*/ 2757 h 4136"/>
              <a:gd name="T30" fmla="*/ 2894 w 3583"/>
              <a:gd name="T31" fmla="*/ 2757 h 4136"/>
              <a:gd name="T32" fmla="*/ 965 w 3583"/>
              <a:gd name="T33" fmla="*/ 2206 h 4136"/>
              <a:gd name="T34" fmla="*/ 2894 w 3583"/>
              <a:gd name="T35" fmla="*/ 2206 h 4136"/>
              <a:gd name="T36" fmla="*/ 965 w 3583"/>
              <a:gd name="T37" fmla="*/ 1654 h 4136"/>
              <a:gd name="T38" fmla="*/ 2068 w 3583"/>
              <a:gd name="T39" fmla="*/ 1654 h 4136"/>
              <a:gd name="T40" fmla="*/ 965 w 3583"/>
              <a:gd name="T41" fmla="*/ 1103 h 4136"/>
              <a:gd name="T42" fmla="*/ 2068 w 3583"/>
              <a:gd name="T43" fmla="*/ 1103 h 4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583" h="4136">
                <a:moveTo>
                  <a:pt x="551" y="3585"/>
                </a:moveTo>
                <a:lnTo>
                  <a:pt x="0" y="3585"/>
                </a:lnTo>
                <a:lnTo>
                  <a:pt x="0" y="0"/>
                </a:lnTo>
                <a:lnTo>
                  <a:pt x="3033" y="0"/>
                </a:lnTo>
                <a:lnTo>
                  <a:pt x="3033" y="1103"/>
                </a:lnTo>
                <a:moveTo>
                  <a:pt x="2480" y="551"/>
                </a:moveTo>
                <a:lnTo>
                  <a:pt x="2480" y="1654"/>
                </a:lnTo>
                <a:lnTo>
                  <a:pt x="3583" y="1654"/>
                </a:lnTo>
                <a:moveTo>
                  <a:pt x="3583" y="1654"/>
                </a:moveTo>
                <a:lnTo>
                  <a:pt x="2480" y="551"/>
                </a:lnTo>
                <a:lnTo>
                  <a:pt x="551" y="551"/>
                </a:lnTo>
                <a:lnTo>
                  <a:pt x="551" y="4136"/>
                </a:lnTo>
                <a:lnTo>
                  <a:pt x="3583" y="4136"/>
                </a:lnTo>
                <a:lnTo>
                  <a:pt x="3583" y="1654"/>
                </a:lnTo>
                <a:moveTo>
                  <a:pt x="965" y="2757"/>
                </a:moveTo>
                <a:lnTo>
                  <a:pt x="2894" y="2757"/>
                </a:lnTo>
                <a:moveTo>
                  <a:pt x="965" y="2206"/>
                </a:moveTo>
                <a:lnTo>
                  <a:pt x="2894" y="2206"/>
                </a:lnTo>
                <a:moveTo>
                  <a:pt x="965" y="1654"/>
                </a:moveTo>
                <a:lnTo>
                  <a:pt x="2068" y="1654"/>
                </a:lnTo>
                <a:moveTo>
                  <a:pt x="965" y="1103"/>
                </a:moveTo>
                <a:lnTo>
                  <a:pt x="2068" y="1103"/>
                </a:lnTo>
              </a:path>
            </a:pathLst>
          </a:custGeom>
          <a:noFill/>
          <a:ln w="317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Commitments_EC4D" descr="Handshake, partner, meeting, agreement, commitment&#10;">
            <a:extLst>
              <a:ext uri="{FF2B5EF4-FFF2-40B4-BE49-F238E27FC236}">
                <a16:creationId xmlns:a16="http://schemas.microsoft.com/office/drawing/2014/main" id="{E08182AC-6D61-4D05-99CB-41A981EED9D4}"/>
              </a:ext>
            </a:extLst>
          </p:cNvPr>
          <p:cNvSpPr>
            <a:spLocks noChangeAspect="1" noEditPoints="1"/>
          </p:cNvSpPr>
          <p:nvPr/>
        </p:nvSpPr>
        <p:spPr bwMode="auto">
          <a:xfrm>
            <a:off x="564263" y="4807015"/>
            <a:ext cx="487614" cy="457200"/>
          </a:xfrm>
          <a:custGeom>
            <a:avLst/>
            <a:gdLst>
              <a:gd name="T0" fmla="*/ 56 w 3762"/>
              <a:gd name="T1" fmla="*/ 1280 h 3526"/>
              <a:gd name="T2" fmla="*/ 1246 w 3762"/>
              <a:gd name="T3" fmla="*/ 30 h 3526"/>
              <a:gd name="T4" fmla="*/ 1589 w 3762"/>
              <a:gd name="T5" fmla="*/ 313 h 3526"/>
              <a:gd name="T6" fmla="*/ 104 w 3762"/>
              <a:gd name="T7" fmla="*/ 2297 h 3526"/>
              <a:gd name="T8" fmla="*/ 698 w 3762"/>
              <a:gd name="T9" fmla="*/ 2078 h 3526"/>
              <a:gd name="T10" fmla="*/ 323 w 3762"/>
              <a:gd name="T11" fmla="*/ 1703 h 3526"/>
              <a:gd name="T12" fmla="*/ 2479 w 3762"/>
              <a:gd name="T13" fmla="*/ 2578 h 3526"/>
              <a:gd name="T14" fmla="*/ 3073 w 3762"/>
              <a:gd name="T15" fmla="*/ 2797 h 3526"/>
              <a:gd name="T16" fmla="*/ 2854 w 3762"/>
              <a:gd name="T17" fmla="*/ 2203 h 3526"/>
              <a:gd name="T18" fmla="*/ 1823 w 3762"/>
              <a:gd name="T19" fmla="*/ 3422 h 3526"/>
              <a:gd name="T20" fmla="*/ 2198 w 3762"/>
              <a:gd name="T21" fmla="*/ 3047 h 3526"/>
              <a:gd name="T22" fmla="*/ 2698 w 3762"/>
              <a:gd name="T23" fmla="*/ 3172 h 3526"/>
              <a:gd name="T24" fmla="*/ 2479 w 3762"/>
              <a:gd name="T25" fmla="*/ 2578 h 3526"/>
              <a:gd name="T26" fmla="*/ 479 w 3762"/>
              <a:gd name="T27" fmla="*/ 2672 h 3526"/>
              <a:gd name="T28" fmla="*/ 1073 w 3762"/>
              <a:gd name="T29" fmla="*/ 2453 h 3526"/>
              <a:gd name="T30" fmla="*/ 698 w 3762"/>
              <a:gd name="T31" fmla="*/ 2078 h 3526"/>
              <a:gd name="T32" fmla="*/ 854 w 3762"/>
              <a:gd name="T33" fmla="*/ 2672 h 3526"/>
              <a:gd name="T34" fmla="*/ 1229 w 3762"/>
              <a:gd name="T35" fmla="*/ 3047 h 3526"/>
              <a:gd name="T36" fmla="*/ 1448 w 3762"/>
              <a:gd name="T37" fmla="*/ 2453 h 3526"/>
              <a:gd name="T38" fmla="*/ 854 w 3762"/>
              <a:gd name="T39" fmla="*/ 2672 h 3526"/>
              <a:gd name="T40" fmla="*/ 1229 w 3762"/>
              <a:gd name="T41" fmla="*/ 3422 h 3526"/>
              <a:gd name="T42" fmla="*/ 1823 w 3762"/>
              <a:gd name="T43" fmla="*/ 3203 h 3526"/>
              <a:gd name="T44" fmla="*/ 1448 w 3762"/>
              <a:gd name="T45" fmla="*/ 2828 h 3526"/>
              <a:gd name="T46" fmla="*/ 3214 w 3762"/>
              <a:gd name="T47" fmla="*/ 1813 h 3526"/>
              <a:gd name="T48" fmla="*/ 3746 w 3762"/>
              <a:gd name="T49" fmla="*/ 1220 h 3526"/>
              <a:gd name="T50" fmla="*/ 2526 w 3762"/>
              <a:gd name="T51" fmla="*/ 0 h 3526"/>
              <a:gd name="T52" fmla="*/ 1412 w 3762"/>
              <a:gd name="T53" fmla="*/ 385 h 3526"/>
              <a:gd name="T54" fmla="*/ 1026 w 3762"/>
              <a:gd name="T55" fmla="*/ 1250 h 3526"/>
              <a:gd name="T56" fmla="*/ 1276 w 3762"/>
              <a:gd name="T57" fmla="*/ 1500 h 3526"/>
              <a:gd name="T58" fmla="*/ 2026 w 3762"/>
              <a:gd name="T59" fmla="*/ 750 h 3526"/>
              <a:gd name="T60" fmla="*/ 3448 w 3762"/>
              <a:gd name="T61" fmla="*/ 2047 h 3526"/>
              <a:gd name="T62" fmla="*/ 3071 w 3762"/>
              <a:gd name="T63" fmla="*/ 2420 h 3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762" h="3526">
                <a:moveTo>
                  <a:pt x="401" y="1625"/>
                </a:moveTo>
                <a:cubicBezTo>
                  <a:pt x="56" y="1280"/>
                  <a:pt x="56" y="1280"/>
                  <a:pt x="56" y="1280"/>
                </a:cubicBezTo>
                <a:cubicBezTo>
                  <a:pt x="40" y="1264"/>
                  <a:pt x="40" y="1236"/>
                  <a:pt x="56" y="1220"/>
                </a:cubicBezTo>
                <a:cubicBezTo>
                  <a:pt x="1246" y="30"/>
                  <a:pt x="1246" y="30"/>
                  <a:pt x="1246" y="30"/>
                </a:cubicBezTo>
                <a:cubicBezTo>
                  <a:pt x="1262" y="14"/>
                  <a:pt x="1290" y="14"/>
                  <a:pt x="1306" y="30"/>
                </a:cubicBezTo>
                <a:cubicBezTo>
                  <a:pt x="1589" y="313"/>
                  <a:pt x="1589" y="313"/>
                  <a:pt x="1589" y="313"/>
                </a:cubicBezTo>
                <a:moveTo>
                  <a:pt x="104" y="1922"/>
                </a:moveTo>
                <a:cubicBezTo>
                  <a:pt x="0" y="2026"/>
                  <a:pt x="0" y="2194"/>
                  <a:pt x="104" y="2297"/>
                </a:cubicBezTo>
                <a:cubicBezTo>
                  <a:pt x="207" y="2401"/>
                  <a:pt x="375" y="2401"/>
                  <a:pt x="479" y="2297"/>
                </a:cubicBezTo>
                <a:cubicBezTo>
                  <a:pt x="698" y="2078"/>
                  <a:pt x="698" y="2078"/>
                  <a:pt x="698" y="2078"/>
                </a:cubicBezTo>
                <a:cubicBezTo>
                  <a:pt x="802" y="1974"/>
                  <a:pt x="802" y="1806"/>
                  <a:pt x="698" y="1703"/>
                </a:cubicBezTo>
                <a:cubicBezTo>
                  <a:pt x="595" y="1599"/>
                  <a:pt x="427" y="1599"/>
                  <a:pt x="323" y="1703"/>
                </a:cubicBezTo>
                <a:lnTo>
                  <a:pt x="104" y="1922"/>
                </a:lnTo>
                <a:close/>
                <a:moveTo>
                  <a:pt x="2479" y="2578"/>
                </a:moveTo>
                <a:cubicBezTo>
                  <a:pt x="2698" y="2797"/>
                  <a:pt x="2698" y="2797"/>
                  <a:pt x="2698" y="2797"/>
                </a:cubicBezTo>
                <a:cubicBezTo>
                  <a:pt x="2802" y="2901"/>
                  <a:pt x="2970" y="2901"/>
                  <a:pt x="3073" y="2797"/>
                </a:cubicBezTo>
                <a:cubicBezTo>
                  <a:pt x="3177" y="2694"/>
                  <a:pt x="3177" y="2526"/>
                  <a:pt x="3073" y="2422"/>
                </a:cubicBezTo>
                <a:cubicBezTo>
                  <a:pt x="2854" y="2203"/>
                  <a:pt x="2854" y="2203"/>
                  <a:pt x="2854" y="2203"/>
                </a:cubicBezTo>
                <a:moveTo>
                  <a:pt x="1714" y="3313"/>
                </a:moveTo>
                <a:cubicBezTo>
                  <a:pt x="1823" y="3422"/>
                  <a:pt x="1823" y="3422"/>
                  <a:pt x="1823" y="3422"/>
                </a:cubicBezTo>
                <a:cubicBezTo>
                  <a:pt x="1927" y="3526"/>
                  <a:pt x="2095" y="3526"/>
                  <a:pt x="2198" y="3422"/>
                </a:cubicBezTo>
                <a:cubicBezTo>
                  <a:pt x="2302" y="3319"/>
                  <a:pt x="2302" y="3151"/>
                  <a:pt x="2198" y="3047"/>
                </a:cubicBezTo>
                <a:cubicBezTo>
                  <a:pt x="2323" y="3172"/>
                  <a:pt x="2323" y="3172"/>
                  <a:pt x="2323" y="3172"/>
                </a:cubicBezTo>
                <a:cubicBezTo>
                  <a:pt x="2427" y="3276"/>
                  <a:pt x="2595" y="3276"/>
                  <a:pt x="2698" y="3172"/>
                </a:cubicBezTo>
                <a:cubicBezTo>
                  <a:pt x="2802" y="3069"/>
                  <a:pt x="2802" y="2901"/>
                  <a:pt x="2698" y="2797"/>
                </a:cubicBezTo>
                <a:cubicBezTo>
                  <a:pt x="2479" y="2578"/>
                  <a:pt x="2479" y="2578"/>
                  <a:pt x="2479" y="2578"/>
                </a:cubicBezTo>
                <a:moveTo>
                  <a:pt x="479" y="2297"/>
                </a:moveTo>
                <a:cubicBezTo>
                  <a:pt x="375" y="2401"/>
                  <a:pt x="375" y="2569"/>
                  <a:pt x="479" y="2672"/>
                </a:cubicBezTo>
                <a:cubicBezTo>
                  <a:pt x="582" y="2776"/>
                  <a:pt x="750" y="2776"/>
                  <a:pt x="854" y="2672"/>
                </a:cubicBezTo>
                <a:cubicBezTo>
                  <a:pt x="1073" y="2453"/>
                  <a:pt x="1073" y="2453"/>
                  <a:pt x="1073" y="2453"/>
                </a:cubicBezTo>
                <a:cubicBezTo>
                  <a:pt x="1177" y="2349"/>
                  <a:pt x="1177" y="2181"/>
                  <a:pt x="1073" y="2078"/>
                </a:cubicBezTo>
                <a:cubicBezTo>
                  <a:pt x="970" y="1974"/>
                  <a:pt x="802" y="1974"/>
                  <a:pt x="698" y="2078"/>
                </a:cubicBezTo>
                <a:lnTo>
                  <a:pt x="479" y="2297"/>
                </a:lnTo>
                <a:close/>
                <a:moveTo>
                  <a:pt x="854" y="2672"/>
                </a:moveTo>
                <a:cubicBezTo>
                  <a:pt x="750" y="2776"/>
                  <a:pt x="750" y="2944"/>
                  <a:pt x="854" y="3047"/>
                </a:cubicBezTo>
                <a:cubicBezTo>
                  <a:pt x="957" y="3151"/>
                  <a:pt x="1125" y="3151"/>
                  <a:pt x="1229" y="3047"/>
                </a:cubicBezTo>
                <a:cubicBezTo>
                  <a:pt x="1448" y="2828"/>
                  <a:pt x="1448" y="2828"/>
                  <a:pt x="1448" y="2828"/>
                </a:cubicBezTo>
                <a:cubicBezTo>
                  <a:pt x="1552" y="2724"/>
                  <a:pt x="1552" y="2556"/>
                  <a:pt x="1448" y="2453"/>
                </a:cubicBezTo>
                <a:cubicBezTo>
                  <a:pt x="1345" y="2349"/>
                  <a:pt x="1177" y="2349"/>
                  <a:pt x="1073" y="2453"/>
                </a:cubicBezTo>
                <a:lnTo>
                  <a:pt x="854" y="2672"/>
                </a:lnTo>
                <a:close/>
                <a:moveTo>
                  <a:pt x="1229" y="3047"/>
                </a:moveTo>
                <a:cubicBezTo>
                  <a:pt x="1125" y="3151"/>
                  <a:pt x="1125" y="3319"/>
                  <a:pt x="1229" y="3422"/>
                </a:cubicBezTo>
                <a:cubicBezTo>
                  <a:pt x="1332" y="3526"/>
                  <a:pt x="1500" y="3526"/>
                  <a:pt x="1604" y="3422"/>
                </a:cubicBezTo>
                <a:cubicBezTo>
                  <a:pt x="1823" y="3203"/>
                  <a:pt x="1823" y="3203"/>
                  <a:pt x="1823" y="3203"/>
                </a:cubicBezTo>
                <a:cubicBezTo>
                  <a:pt x="1927" y="3099"/>
                  <a:pt x="1927" y="2931"/>
                  <a:pt x="1823" y="2828"/>
                </a:cubicBezTo>
                <a:cubicBezTo>
                  <a:pt x="1720" y="2724"/>
                  <a:pt x="1552" y="2724"/>
                  <a:pt x="1448" y="2828"/>
                </a:cubicBezTo>
                <a:lnTo>
                  <a:pt x="1229" y="3047"/>
                </a:lnTo>
                <a:close/>
                <a:moveTo>
                  <a:pt x="3214" y="1813"/>
                </a:moveTo>
                <a:cubicBezTo>
                  <a:pt x="3746" y="1280"/>
                  <a:pt x="3746" y="1280"/>
                  <a:pt x="3746" y="1280"/>
                </a:cubicBezTo>
                <a:cubicBezTo>
                  <a:pt x="3762" y="1264"/>
                  <a:pt x="3762" y="1236"/>
                  <a:pt x="3746" y="1220"/>
                </a:cubicBezTo>
                <a:cubicBezTo>
                  <a:pt x="2526" y="0"/>
                  <a:pt x="2526" y="0"/>
                  <a:pt x="2526" y="0"/>
                </a:cubicBezTo>
                <a:cubicBezTo>
                  <a:pt x="2526" y="0"/>
                  <a:pt x="2526" y="0"/>
                  <a:pt x="2526" y="0"/>
                </a:cubicBezTo>
                <a:cubicBezTo>
                  <a:pt x="1436" y="363"/>
                  <a:pt x="1436" y="363"/>
                  <a:pt x="1436" y="363"/>
                </a:cubicBezTo>
                <a:cubicBezTo>
                  <a:pt x="1426" y="367"/>
                  <a:pt x="1417" y="375"/>
                  <a:pt x="1412" y="385"/>
                </a:cubicBezTo>
                <a:cubicBezTo>
                  <a:pt x="1057" y="1094"/>
                  <a:pt x="1057" y="1094"/>
                  <a:pt x="1057" y="1094"/>
                </a:cubicBezTo>
                <a:cubicBezTo>
                  <a:pt x="1037" y="1142"/>
                  <a:pt x="1026" y="1195"/>
                  <a:pt x="1026" y="1250"/>
                </a:cubicBezTo>
                <a:cubicBezTo>
                  <a:pt x="1026" y="1319"/>
                  <a:pt x="1054" y="1382"/>
                  <a:pt x="1099" y="1427"/>
                </a:cubicBezTo>
                <a:cubicBezTo>
                  <a:pt x="1144" y="1472"/>
                  <a:pt x="1207" y="1500"/>
                  <a:pt x="1276" y="1500"/>
                </a:cubicBezTo>
                <a:cubicBezTo>
                  <a:pt x="1483" y="1500"/>
                  <a:pt x="1651" y="1332"/>
                  <a:pt x="1651" y="1125"/>
                </a:cubicBezTo>
                <a:cubicBezTo>
                  <a:pt x="1651" y="918"/>
                  <a:pt x="1819" y="750"/>
                  <a:pt x="2026" y="750"/>
                </a:cubicBezTo>
                <a:cubicBezTo>
                  <a:pt x="2094" y="750"/>
                  <a:pt x="2162" y="771"/>
                  <a:pt x="2214" y="813"/>
                </a:cubicBezTo>
                <a:cubicBezTo>
                  <a:pt x="3448" y="2047"/>
                  <a:pt x="3448" y="2047"/>
                  <a:pt x="3448" y="2047"/>
                </a:cubicBezTo>
                <a:cubicBezTo>
                  <a:pt x="3553" y="2152"/>
                  <a:pt x="3552" y="2321"/>
                  <a:pt x="3446" y="2425"/>
                </a:cubicBezTo>
                <a:cubicBezTo>
                  <a:pt x="3341" y="2527"/>
                  <a:pt x="3174" y="2523"/>
                  <a:pt x="3071" y="2420"/>
                </a:cubicBezTo>
                <a:cubicBezTo>
                  <a:pt x="2854" y="2203"/>
                  <a:pt x="2854" y="2203"/>
                  <a:pt x="2854" y="2203"/>
                </a:cubicBezTo>
              </a:path>
            </a:pathLst>
          </a:custGeom>
          <a:noFill/>
          <a:ln w="3175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113886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fade">
                                      <p:cBhvr>
                                        <p:cTn id="40" dur="500"/>
                                        <p:tgtEl>
                                          <p:spTgt spid="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D3195298-9499-477C-9CEB-0C49AD3D42A9}"/>
              </a:ext>
            </a:extLst>
          </p:cNvPr>
          <p:cNvPicPr>
            <a:picLocks noChangeAspect="1"/>
          </p:cNvPicPr>
          <p:nvPr/>
        </p:nvPicPr>
        <p:blipFill>
          <a:blip r:embed="rId3"/>
          <a:stretch>
            <a:fillRect/>
          </a:stretch>
        </p:blipFill>
        <p:spPr>
          <a:xfrm>
            <a:off x="6566064" y="4013465"/>
            <a:ext cx="5687304" cy="1362030"/>
          </a:xfrm>
          <a:prstGeom prst="rect">
            <a:avLst/>
          </a:prstGeom>
        </p:spPr>
      </p:pic>
      <p:sp>
        <p:nvSpPr>
          <p:cNvPr id="2" name="Title 1">
            <a:extLst>
              <a:ext uri="{FF2B5EF4-FFF2-40B4-BE49-F238E27FC236}">
                <a16:creationId xmlns:a16="http://schemas.microsoft.com/office/drawing/2014/main" id="{BD13A2A3-B317-4386-93E9-F14C99C1ABE8}"/>
              </a:ext>
            </a:extLst>
          </p:cNvPr>
          <p:cNvSpPr>
            <a:spLocks noGrp="1"/>
          </p:cNvSpPr>
          <p:nvPr>
            <p:ph type="title"/>
          </p:nvPr>
        </p:nvSpPr>
        <p:spPr/>
        <p:txBody>
          <a:bodyPr/>
          <a:lstStyle/>
          <a:p>
            <a:r>
              <a:rPr lang="en-US"/>
              <a:t>Azure IoT Hub Device Provisioning Service</a:t>
            </a:r>
          </a:p>
        </p:txBody>
      </p:sp>
      <p:sp>
        <p:nvSpPr>
          <p:cNvPr id="152" name="Text Placeholder 151">
            <a:extLst>
              <a:ext uri="{FF2B5EF4-FFF2-40B4-BE49-F238E27FC236}">
                <a16:creationId xmlns:a16="http://schemas.microsoft.com/office/drawing/2014/main" id="{808AC3DD-C58D-4107-8F82-4FA925324172}"/>
              </a:ext>
            </a:extLst>
          </p:cNvPr>
          <p:cNvSpPr>
            <a:spLocks noGrp="1"/>
          </p:cNvSpPr>
          <p:nvPr>
            <p:ph type="body" sz="quarter" idx="10"/>
          </p:nvPr>
        </p:nvSpPr>
        <p:spPr>
          <a:xfrm>
            <a:off x="274703" y="1211287"/>
            <a:ext cx="6380232" cy="5761577"/>
          </a:xfrm>
        </p:spPr>
        <p:txBody>
          <a:bodyPr/>
          <a:lstStyle/>
          <a:p>
            <a:pPr marL="0" indent="0">
              <a:lnSpc>
                <a:spcPct val="150000"/>
              </a:lnSpc>
              <a:buNone/>
            </a:pPr>
            <a:r>
              <a:rPr lang="en-US" sz="2400" dirty="0">
                <a:solidFill>
                  <a:schemeClr val="accent1"/>
                </a:solidFill>
              </a:rPr>
              <a:t>Simplify with zero touch provisioning</a:t>
            </a:r>
          </a:p>
          <a:p>
            <a:pPr marL="0" indent="0">
              <a:lnSpc>
                <a:spcPct val="150000"/>
              </a:lnSpc>
              <a:buNone/>
            </a:pPr>
            <a:r>
              <a:rPr lang="en-US" sz="2400" dirty="0">
                <a:solidFill>
                  <a:schemeClr val="accent1"/>
                </a:solidFill>
              </a:rPr>
              <a:t>Supports multiple locations</a:t>
            </a:r>
          </a:p>
          <a:p>
            <a:pPr marL="0" indent="0">
              <a:lnSpc>
                <a:spcPct val="150000"/>
              </a:lnSpc>
              <a:buNone/>
            </a:pPr>
            <a:r>
              <a:rPr lang="en-US" sz="2400" dirty="0">
                <a:solidFill>
                  <a:schemeClr val="accent1"/>
                </a:solidFill>
              </a:rPr>
              <a:t>Easiest way to mass-provision devices</a:t>
            </a:r>
          </a:p>
          <a:p>
            <a:pPr marL="0" indent="0">
              <a:lnSpc>
                <a:spcPct val="150000"/>
              </a:lnSpc>
              <a:buNone/>
            </a:pPr>
            <a:r>
              <a:rPr lang="en-US" sz="2400" dirty="0">
                <a:solidFill>
                  <a:schemeClr val="accent1"/>
                </a:solidFill>
              </a:rPr>
              <a:t>URL stability</a:t>
            </a:r>
          </a:p>
          <a:p>
            <a:pPr marL="0" indent="0">
              <a:lnSpc>
                <a:spcPct val="150000"/>
              </a:lnSpc>
              <a:buNone/>
            </a:pPr>
            <a:r>
              <a:rPr lang="en-US" sz="2400" dirty="0">
                <a:solidFill>
                  <a:schemeClr val="accent1"/>
                </a:solidFill>
              </a:rPr>
              <a:t>Enhanced security through HSM</a:t>
            </a:r>
          </a:p>
          <a:p>
            <a:pPr marL="0" indent="0">
              <a:lnSpc>
                <a:spcPct val="150000"/>
              </a:lnSpc>
              <a:buNone/>
            </a:pPr>
            <a:r>
              <a:rPr lang="en-US" sz="2400" dirty="0">
                <a:solidFill>
                  <a:schemeClr val="accent1"/>
                </a:solidFill>
              </a:rPr>
              <a:t>For any device compatible with IoT Hub</a:t>
            </a:r>
          </a:p>
          <a:p>
            <a:pPr marL="0" indent="0">
              <a:lnSpc>
                <a:spcPct val="150000"/>
              </a:lnSpc>
              <a:buNone/>
            </a:pPr>
            <a:r>
              <a:rPr lang="en-US" sz="2400" dirty="0">
                <a:solidFill>
                  <a:schemeClr val="accent1"/>
                </a:solidFill>
              </a:rPr>
              <a:t>Remove human error</a:t>
            </a:r>
          </a:p>
          <a:p>
            <a:pPr marL="0" indent="0">
              <a:lnSpc>
                <a:spcPct val="150000"/>
              </a:lnSpc>
              <a:buNone/>
            </a:pPr>
            <a:r>
              <a:rPr lang="en-US" sz="2400" dirty="0">
                <a:solidFill>
                  <a:schemeClr val="accent1"/>
                </a:solidFill>
              </a:rPr>
              <a:t>Minimize manual connection requirements</a:t>
            </a:r>
          </a:p>
          <a:p>
            <a:pPr marL="0" indent="0">
              <a:lnSpc>
                <a:spcPct val="150000"/>
              </a:lnSpc>
              <a:buNone/>
            </a:pPr>
            <a:r>
              <a:rPr lang="en-US" sz="2400" dirty="0">
                <a:solidFill>
                  <a:schemeClr val="accent1"/>
                </a:solidFill>
              </a:rPr>
              <a:t>Multitenancy support</a:t>
            </a:r>
          </a:p>
        </p:txBody>
      </p:sp>
      <p:sp>
        <p:nvSpPr>
          <p:cNvPr id="4" name="Text Placeholder 2">
            <a:extLst>
              <a:ext uri="{FF2B5EF4-FFF2-40B4-BE49-F238E27FC236}">
                <a16:creationId xmlns:a16="http://schemas.microsoft.com/office/drawing/2014/main" id="{F06D18AE-703D-46E2-84BD-5B927C1B126C}"/>
              </a:ext>
            </a:extLst>
          </p:cNvPr>
          <p:cNvSpPr txBox="1">
            <a:spLocks/>
          </p:cNvSpPr>
          <p:nvPr/>
        </p:nvSpPr>
        <p:spPr>
          <a:xfrm>
            <a:off x="2615931" y="-2420508"/>
            <a:ext cx="6924169" cy="2018727"/>
          </a:xfrm>
          <a:prstGeom prst="rect">
            <a:avLst/>
          </a:prstGeom>
        </p:spPr>
        <p:txBody>
          <a:bodyPr/>
          <a:lstStyle>
            <a:lvl1pPr marL="0" marR="0" indent="0" algn="l" defTabSz="932742" rtl="0" eaLnBrk="1" fontAlgn="auto" latinLnBrk="0" hangingPunct="1">
              <a:lnSpc>
                <a:spcPct val="90000"/>
              </a:lnSpc>
              <a:spcBef>
                <a:spcPts val="1800"/>
              </a:spcBef>
              <a:spcAft>
                <a:spcPts val="0"/>
              </a:spcAft>
              <a:buClrTx/>
              <a:buSzPct val="90000"/>
              <a:buFont typeface="Wingdings" panose="05000000000000000000" pitchFamily="2" charset="2"/>
              <a:buNone/>
              <a:tabLst/>
              <a:defRPr sz="2800" kern="1200" spc="0" baseline="0">
                <a:solidFill>
                  <a:schemeClr val="tx2"/>
                </a:solidFill>
                <a:latin typeface="+mj-lt"/>
                <a:ea typeface="+mn-ea"/>
                <a:cs typeface="+mn-cs"/>
              </a:defRPr>
            </a:lvl1pPr>
            <a:lvl2pPr marL="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mn-cs"/>
              </a:defRPr>
            </a:lvl2pPr>
            <a:lvl3pPr marL="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1800" kern="1200" spc="0" baseline="0">
                <a:gradFill>
                  <a:gsLst>
                    <a:gs pos="1250">
                      <a:schemeClr val="tx1"/>
                    </a:gs>
                    <a:gs pos="100000">
                      <a:schemeClr val="tx1"/>
                    </a:gs>
                  </a:gsLst>
                  <a:lin ang="5400000" scaled="0"/>
                </a:gradFill>
                <a:latin typeface="+mn-lt"/>
                <a:ea typeface="+mn-ea"/>
                <a:cs typeface="+mn-cs"/>
              </a:defRPr>
            </a:lvl3pPr>
            <a:lvl4pPr marL="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1800" kern="1200" spc="0" baseline="0">
                <a:gradFill>
                  <a:gsLst>
                    <a:gs pos="1250">
                      <a:schemeClr val="tx1"/>
                    </a:gs>
                    <a:gs pos="100000">
                      <a:schemeClr val="tx1"/>
                    </a:gs>
                  </a:gsLst>
                  <a:lin ang="5400000" scaled="0"/>
                </a:gradFill>
                <a:latin typeface="+mn-lt"/>
                <a:ea typeface="+mn-ea"/>
                <a:cs typeface="+mn-cs"/>
              </a:defRPr>
            </a:lvl4pPr>
            <a:lvl5pPr marL="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1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32563"/>
            <a:endParaRPr lang="en-US">
              <a:solidFill>
                <a:srgbClr val="D83B01"/>
              </a:solidFill>
            </a:endParaRPr>
          </a:p>
        </p:txBody>
      </p:sp>
      <p:sp>
        <p:nvSpPr>
          <p:cNvPr id="32" name="TextBox 31">
            <a:extLst>
              <a:ext uri="{FF2B5EF4-FFF2-40B4-BE49-F238E27FC236}">
                <a16:creationId xmlns:a16="http://schemas.microsoft.com/office/drawing/2014/main" id="{994331AF-7F69-49F7-9905-DE1D32343E2E}"/>
              </a:ext>
            </a:extLst>
          </p:cNvPr>
          <p:cNvSpPr txBox="1"/>
          <p:nvPr/>
        </p:nvSpPr>
        <p:spPr>
          <a:xfrm>
            <a:off x="7419241" y="5780414"/>
            <a:ext cx="4614981" cy="307648"/>
          </a:xfrm>
          <a:prstGeom prst="rect">
            <a:avLst/>
          </a:prstGeom>
        </p:spPr>
        <p:txBody>
          <a:bodyPr wrap="none">
            <a:spAutoFit/>
          </a:bodyPr>
          <a:lstStyle>
            <a:defPPr>
              <a:defRPr lang="en-US"/>
            </a:defPPr>
            <a:lvl1pPr algn="ctr">
              <a:defRPr sz="1400">
                <a:latin typeface="Segoe UI" panose="020B0502040204020203" pitchFamily="34" charset="0"/>
                <a:cs typeface="Segoe UI" panose="020B0502040204020203" pitchFamily="34" charset="0"/>
              </a:defRPr>
            </a:lvl1pPr>
          </a:lstStyle>
          <a:p>
            <a:pPr defTabSz="932563"/>
            <a:r>
              <a:rPr lang="en-US" sz="1399">
                <a:solidFill>
                  <a:srgbClr val="353535"/>
                </a:solidFill>
                <a:latin typeface="+mj-lt"/>
              </a:rPr>
              <a:t>DPS knows exactly which IoT Hub to connect and provision</a:t>
            </a:r>
          </a:p>
        </p:txBody>
      </p:sp>
      <p:sp>
        <p:nvSpPr>
          <p:cNvPr id="5" name="AutoShape 2" descr="data:image/png;base64,%20iVBORw0KGgoAAAANSUhEUgAAAI0AAACLCAYAAAErACouAAAAAXNSR0IArs4c6QAAAARnQU1BAACxjwv8YQUAAAAJcEhZcwAADsMAAA7DAcdvqGQAAD/6SURBVHhe7Z0JfFTF/cBn5r23m3DfglapilZCNgmH2NpatPVAzAUK9hLrBUkAj55arZh/a621lwK5RK1HaxWFHIhY64FtPSoI2Q14tR6tlUOQO8nue2/m//vNzm727b49kmwAa798wr43u/t23m9+85vfb65HsgVVrw4Kqp4QRNjymGqGfBW2KV8pY6R1WXHC9xISCiqbBbzs89eWDg6nOCmc1zRPaLR+6KiBxrrqsyyV7KRofmOeOpQXDP+t9qskB77K5lfVoYThfwVVLR/ilzhjm2VqDJzyP6hDB4zQSeEfasE7CF+IEHsm/s80g8tTAG6N4h8T5DaV5IALMR9fBRVh4SFKLq7Mnv2oBjkWBRVNlSrJQcECKBhA5Sg5K1bMsYmAz1JaU6i+5ICHS1eX/yvic0Y1DxFWaLc6RZLm3Jkji3+edeqjIvJpXTqd+utKh+FbgrJyF21xkkpGse+5fS6SJnPEjBzim9dSjcexxH8Rc4lpvsqm2SopmkV5oU13nUupJm6WKTEI2z5bCLpHncoSxFdK6KP4ChfleHE8jlJQtfo/blmPx1fRJIsJPm8n/XzhgjWyWqjTpBQufDLhcwnFAHXoRkj8KdM9ZNOS6RR++TQi+MtKPvvgIwOppovWpTMcJZ60PPMrm77FKHtQKiOiGTaxzBdAHb4STugBUEo71GHPmTxvfdiypcH11qKCpGAsGJQ43J7gYRumBUOf3XjvRe/Lk2S4lUY8+H66z5DCqtWRD0gNTvYFsJpvq0Mnbl9KdSEk/v2k9gj1BgQowKg9qJLS46tobFaHCeCv+qparlKnDsBez51Q0XwJHjPQkZVQNCfiSf7C5lPwNRY0blSIBrfb9I8qfkhj9AE8phOv+bMIHjh4ku6hv4PzL2IiIosdih9NqRDhNiGhpgP4A5jO7GD7furRJ8PJl+An92Ii/rUuuwAs5PmQGbiIaU9X30sKAxM6VmfkYTwJ1JYOkakRwBiB0Sf+5TOf8teWsPjbK6hYWQkJUlNZoLZ4t+B2QpanL1rjhRLj0PaHmwmQFP4fo2uQpNfAj8sqJIsf5QEGayUeR1i7ZEYQBd26ZLqjpcFb9c1r/LLMrRtupeJGJEcpP49v5l3dfJw6TQp+bhzcujqVuBYnvmq2OH9jQ9laPAeLSFoDuUZB3n7ZzrupQVLQEuArXgj/Js+rz8guJQVM7tKC7z7VX50mJfMsKvIrGpdpurcq4gq6Q6FQxa5AXekIlZAxaTME4lkHL18On6HK6dxDOke9umzWLpXkCnzvJXj5fPgMvgetG6hk2t9L+gH00eA25fHMUSVadTWVBgAtEGj3/XjMdC80oedlJOWihWuhHobkcdBjHP/mnee/J0/icFwMFSdSFEHGj3lzWfmH8kSBrsibI3IcjjVlBm9ddr50UTIFHYxI2xbvrEcNf9HVf4pmBvFy9h91GAWdUrRJKBmKlhMBaxU+yIzCRWujmUF27whXuQiOi42vWj3W4PabcPiAv65sXjg1NVgF8bU7ddh35arJVGd/A3H80l9TdpNKlsiLTFzQeLQNEgGFFa3LnK5TJkA88CyI7Cx1Kskkg76qpq9TQf8ALYYdqCmWNlh+CVrHgyD5ftB0Xbi5tmwlWbyYFeyYrKy9dGc+hA+OZoaXobhBO9U7qckkU/ESlv9hK2uH2qEBtD7nXz7rrUmL1pxoWdY/8D0k3YWnVK4+IUT4P9WpJNMidM0QNGX3U0rnQgz3TltdmfQjMqWwcvWLgvAvgNgbQewybiyEKg53SBinJ2+qL3H3xZDFAkqixUbXwl8TjrOlvgTqyi6VJ5SegK+ZULToT7JNkZnZu39YJDMIBmVQ0H/hTLzlm98knR03inb/KVz2Fi+Vr0BUgXlIjMbXiAhTAjrGrU51AmIePAituQN/bZm07pTRS/Ca8deF839zM4gfsP0NpS0q2Vnt0X350Ar/UqY6kIr4TESuGTGM8ObeeD/M9UcLFz4FOgC5B7KRsQjQ7MBFhQePk1035Y9Jq2qF2x+38C4TwEY9BDbqm+o07Q1mfPf5Fc0fM0qGqlMJXjxB5zh5U9PYebbgsvHEnitz+37vlhVzwneWhl4XB7aB3OxScCLMo/x1F/Y+VO0VYE/UUa/olnRO+OHTg/vvad8J1djh98eD3QzC6ry8tbb8PpWUERllpmB+0xVgLZer0yjorcdeQroTke6JCEJsA49hjDpLSZrMCAp2gkcb0HDEeHc6dwSc+AJNz2kVVthcIMKyvxm4e6Zrn2WEpJkpqGyaBW8/Hj6jRKP8pI01ZdEGNlOKwIZxZcOgupv+mhJpd9xwzYxvfuNdlLFFeCwY2xFYVnyUfAOINJIS0/yqf/mFz4ZPklN4xdqpwhN6BY+hyoPtOt9V4ZNKBv1oywrduLmu7GcqCY3ZXri7QepUkrnFFmCbWhK7/WKIvgGO2A/AEbsdj5nmEZuWTk/IfYJdATLPTBgwlth7IT0ICAJsCAKiNTP6g5GMIBCO0IJ5zRXqNAoPdXSrqiYQDvllRhC4M63gqsbT1KnKDLgK8jUGoZEF6jAK1KLL4YIvQFGpFLA98x51HW9wY/L8hgT7JBiN/k70qtjPIPtnFGnFH+NPd6eowkMOXbYo9rtRibSCW8gpfxVC0PbWmpIESSVQXQ1erPVjPARblJknD0CsRuGu34L8HMCMTJ73dFSyMle+yuZ3QGmPZ3awcGNtmeuoTDIKrwZfCDw5W9hzGWFFtP/em/2/mntQvZ2S/Mrm7YzQUZhBPJcSYEw7Hm3Hxp3BhJGedLTeFY7TNao9AE7/d0j7kANg6DKSFPz4qNgik5mJmnsch1GMm34ndi2l1YXJLgoMFpedcsnK4eo0KRRCayTviqZx8hyyIo0RnkSUKdbKwt1+DGWcS5mWi22Ta2PoguD0wUB9yVx16grYtvfApIyFw9/Cb1/HyOJbZAZk16kiau4ByAiOEeWi9KLjjeDFyT+m4/ubZGIc+zqtq9VhUkCTn8NXuMYUfHWtNbEZY5pXmvDoX02J7KaVf8tmUIjHJsZ+HsH4/v37Z0ZHg5IhUNQASF+WDCPVt0iZx8bZ2C8MtrINSnDdpqXnpeyzKaxoulZKjdA9UNevxx4uKEpKMulMpPRsfOGEykYUchbu7o0nUFPq89eVnKlOkyIo/Q2+BmpLhkLofHvrsJdk5guNz6R1xDXDe7R85VYNvobFpIVdjM9c90iuPMgQsNphJRL2RfIVQWMIARtKC8Leb6tUV2SkCbTWz5QRhcwM50E5zDy0s98WfE1H4fxVn8VQBZoPHXu9/HUzlRMWJhI5gq+cvGFVo4qx7ZzMTGBkqezVpER8Fl/T4sl9Vx1BTehqz2KBZkWOlxZAm1e0aG3Ch3wjvHvxFaxE1HuUmSHV0CxBNUXyq1oWyoNUxCh7MkBi4QFZyCy3QrRowZOOL4F9kR3doGsnyQQgnBlAUE12lTAhlsiEFGBtgzKwoT0jXma5dl4z3RudjYBwbkV/qxC7hIGuMZMwDnMfibPBbnD4wZRVOh3gov4WxHONOsUWaA/o0tCJEDnYhLZiWsTiR4jmFmldEnY1oSaw/MqWNTKxh4Ajdq2wxf9h1y4n4hnMCPpAkYxA5hy9oogjZ4hv0eOfoZbxbzzmnD/ZVl8+Q77RW2I7NykL+WuKHWM8SEJmEF9FSymlogmPcfS/teYChwS7S2FV00Jwf6UupuqJd80MMuXbq44N5Wr/UqfEpmTu5prSzIdWJRCRLlzLIw0s+LsQg5VEY7B4kmYmQmznkUSIN0AfxqszUrQIIkYVxoIVvA4azt/6KpoXMN1YGjtkYHOzaHP9hVJfkpE2M8gpV6482evNeVP6MgrO6CxN8HNB/I6QBmuI07kXf4l0QqYjo8x0IaivsuVtxvQTzU4Th5P/DInoHEXBzEy89jmhhw5OfLWm2NXXSUY3M+MkfqgoVRx9iIAqW9H0YUFlk5xG0xt6JZnuMPbS+3IG9x90JhdGJXhQU8GXGQ2KBe+oP3xBZI6gtYF/0NiCdxJ8A7TjWdu0l26+Z9br8jOHiD4RTtH8xotspj/ANJYr7K5KmE3Ck9OCrbrtOf+1u8/fqpKzSlaEU3jlqiLh8ayHYk7a3uOkSlQEENab4BvcpxHrmc5RJwW2VOe7eswYCur9tEmE8TIw4N/Qde9QzsGUJonc0CuzbbO1bVdwcmxI2ht6LJxTqx4dHdIGbhVWl+2PgA4yNP0fUcLP89eVb1TJWaVwftNComlLXP1fcLDh9wMQthSolB7RbeEUVqyqJprn5tgAEMHQ17LMuZvrElv5vMVtHn3Hu/WgNsUQSZoQ4j7WWlt2DdyEuxp0G2iyKprXUk0/N95Xx77KfdbB0e/0YHwjY+GguxPMZRsZ1YZ3lRaUkBBNbXWl5SrBwcTK1eO5xrYkszs4vLVHyx32/p1npQ3TM2b2bM03Yu5+MOfR+BQLjltWY6CuJDrkmglJhXPyvN+P8GqD7qOCnwOf6oTSrmmtK/8Rvoctz5D+wytba0pl5O0KtPFFY4ZY8T3J8YCA7NalM1KO2/QMQQsqmpeCayj7VydcteZEysz7GKOngenbC38/b6st/7X8aBIShCOHSajWmiyWzXi+C4YIO0+zochUgjuCMSuwrLh3E7RS4KtY9Q0w1r9PZsiBTvASXXtBnN4a3JBu9EsqGERwk+VXNKfvtq2u5v4Rr2hQ6RMtdhRKmCWuUydZZ9ri53Rm9EslGCQnf34jjnMk4BROdTVGJDvVWVIYYwmjh66ggJZd4JHdhKM2aBZlY0g/71GgfqvCHwDlZmIJ+P8Z9W93l3W3nGmTmEgqGRDD3qMOHbjanPyKxts13fODeEPKdA8kaeMCtee8o5J6jHQF2OCtkUkR2J9qcZG3ubY4615wYVVLM+S+BFpLlRKGMg/P9Qwa8PJvTu9QSQ4cwvFVrfy64MZP2+pKujUjqBfgPAec1yfn2SAQUmzCzmd12udMqlw1mRsD1m+665wERelKWCxY4a6nbGd3Pi8L1JUnncudLXwVj5dS5m3CPkKJnHKOB/gf9uqhU2m+G6gtz3jmVDoKKlvAORVF6hTZAtV/gjqWRG1OwY6W2Q7BEBI6FIJBAnUXNsPdB9Qplgr+Fz5GuwSOHZju47GLuqCiJdq11BsEoV+BlledQREwY3z8PJSo5kCI/w84jalO9A5/bckP1IkEO/6HBftvh/BgoCxlsBPcNtsCtaU+9REH6BmTj7YMY1bOENCGExgl4wWxoHTYSeApjwQhjCKaPpThdWK7rtIAP31ToL70VnXaQ6QfdBDyFW3Guc0uaWsofkidKuEIQbH/HW5UnoIYCafWqW3LyteHE1B4q75HiHaHOj2scFtc39ZQFp1B0FOgaq2Bmz9fnaKuroaCLlGnqlrdcgtobZeTCqVK7A7rI3Wq0KaqA1egOURj2gE/sAMK5XUq6Eq4jZ/BhS8BP/BMxkMnk357Bshm3eUPCuRldamUQHV4KxuCQaD1clRR0BTHUEVUcwoXOicdgZqf3tYwC+fBRymsal4uCLsiajgBjFtCZkf56/WzZL93z5B9nUHITAaeMlvqry2W04F6C1Srp0ECcjQTEZw3BurLo/FX1Ob4Kpvb4CRqrTmhy9pqS9KPWPUS7Gd9OyYGw/HiDtMa9VZDadQZ9VU2/hI08LvqFAszADFTr7ojsEBAOB2g8tGRD875rLb6cuWgxginoKppOnz+SXWK9c+G+tcHAWEXRYsa88Cv2hzRWBAMxG0zXOO2gnmrSoiuN4Ng5LmgtD1QU5J2vUsyihatGSm42BH5baYZYlNc53f0xD/ytT857A4YmfzK5svUadbIu27tMF9F89u4eJdbLCoYyMr2ZIJB/A0zWzTqPSY8yRHyJ0S/ooXOMdPuwC37xa7fxnPTYUKQLklBHMSIeS7amwga011jjp4hJ7O0652hXWDvx8VmTCJi/JwkbFx27ocnbz+g4wwJBFpXhrbSV7Xqq75rH8vYQSyoWHUhlL6cZYNgT4O/rjS6PDBCtFpFgFJ9FjIfXcsBMY/duuyCXlevgm890J8OGXkgdkjNge6x/XHr8JKBM+i3CtYZ67RGkF20lj0n0FC2QiU5mHx183GWrb3fVTjQUHL+pdb6sr+phCiOOoYE5LJgul2dQoHaWmHckH9P8D8096Btdl4QmZ4QCwa0lu11LqNMBnix26jhKhgEu1uozh4df/ljjpE9BPuqLCtWMKjP4jtugkESNCcCRLJbwG+JDrBi1Gx2Widtuaf703ldefRRjcyZDT5BN/uRFy9mhTun2gnVMgbIq9hvHhz6TsMcOYkE8VU01YL/FjMuC74cpXM31xQnHdlOKhykoKLxenBkbgP5qhR59D60YpnNkukz0H6tBidVJMzkY7pXbB8WHLC1urQdz8FV8Lw1elAwdmQd+65Ng43Y8pvpH6skV1IKR4LR+scQrcfHPoI/7K8r/4Y6O/JAx7Zq9X4IW53NPSWv+2tKHZNzkpFeOApo1qdpmvF8vEGFevFeW23p8er0sFN0Gfgv/emO+HyiD1U+4hWjGlpllZSWjIUToWhR8zRCPM/HR9FoaLkdeihQVy7X4x9Kxsyr7zdSGw22kI2RFT8GbG1184PcDQ3z0/eXxtFt4UTB0YXtk7dB2zkyPkN4WcqYzYX9/UCq4RsFdoUM6cz5Izh2Z0NTjBHsa7lm/5mv3HN2tNWMJa/quQEG338/NTyz3Lo6ZHNu238M1Jd9XSX1iJ4LJ4Yxi5v7jdxOWqnGwLlLorWQYXnfthWE5vYPgbqyy3HNvJ3z2VBkwmY8stm3gsfjRE5wIHEFDdyse+MG7j8BV+G+QP3My1VSr8mKcOIpnP/IMZzmrNYMbxG45ZASc0MgpM7QwRPeWn7xuxD4/QtycKx6xx0NnMOl03UcZtn7cciU87XAS8UuEptbv/MWHT1vw/wp3a4ymdAnwknG5y5vPNrjFcW6rQU2NpS+5KtshmibdEXbLkCc2QqOaWxf7yHjkArHjYlVa8cJjb4dmcEXAeff2Gb7xW31s3o9Q+t//DeTB56sOjwiOGRVakLl2mOZ6LiSElYMzUoh03QtPB8QiLwiOF4lXxhUqY59kMP1jOj36YPaWzbc3hUn9TV9Kpj8ysYLmKB3QbR9AgaIqSYmpEM2/5xDFCCaqTCuba133y4lW2RdMHmLwSnbtu8x4vGeJ932WG3IEigk8AhASvwH/pqSX6nkrJI1wYxb9OCgfuagF6huFCabuRVF+iUM71AluJChhuFqD4sHb22L27Wlt2RBMLLH/nGqe2Ym7dEDcAW9bXUepII1Uk4e415zfWDJhR+ot+PAa66ewJn4Inh132aMTaGarqcSOBSIsIU5q21paaNK6hW9EoyvctVkxnLWC5zq6gKOXQkr9DaldGH5qJI/R7Zl6gl5s58bwIbsu47p2g2UUbkmMQHQRDDoWelX6rFgfJVNDzOmf80tgxjLWLb527ba0j6ZmXXKVY+PMTT9SZak2kI6KG/odIjRMhopdaP7ghGg5lXNO+CrCau4sL5DcLckUF+edsVoNhh7zaohQ4LaK4JpJ0PEqlIVjIG28tsD9aXXq5Ru0T3BzBZawagnTMJ53PdQhfn7p+wKnig3jY3DN7+pjDB6C+VinKBkM1SF7/lrSv+q3u41UyoaJ4Y0z2skYeIlTvO117bVlUcnAmRK5oKZvsZbOI50xqtueO6uuRCCvmUqqQu5mGzKbviVQY5mG1oj8Enehe9kbZKRNNiVLS+DnZnq+K0wuCvrF9RxRqRoL50UHB+qV4dRKNNFMNh+tKtQ4O2Cj079N2TYKRQEh0QoOd5X1fJ3lZIFKO6peRpc+jrHkA560kLkTbhq1ekqJSO6a2Oor7J5DbQy08ETCbXWXJALSa4tTdH8lpMgen4rlS+CgiUHgsNaM1g43h3yqpq/5GHGX+BQmGbojM1JxplSkVQw+fOb54OwF8MHhoMfvkmn5KrIFhD5VY3L2mrKE3briAVarToQ3nx1mhzBrvHXFd+lzrIGbtmn5Xr/tWnJDJwzRPMrmm6C/FwL1hBHFv6qhXLnbrz3XMeGirEkCgbsgm/HlCAIBTcqUImAnGRkPRWoLUu7sysCgnkMMnKhOk2KIOz2QG1xj1qOTDj98saBB/t597mMKqA63elvKLtWJTmItzG0YMepO0CqTqEg0BzCjZ4HBu4GlZISaH2ed5N7ArbVq6XMKYFCPphrJAgFwdWmVNeuKZjX5FrQDsFMrGo6EZrSlPt5gGv/E3WYkvEfBWuZkbqLBeIlHmgof0GdZh3f9onFqWwcvgd20HXGq0MwtqDlqcaPEXg/o5YM/Rkeap8rI+EkQJPd4xAhE0Dw30rQ/Dg05nHNoOMmuRDJ76IH+OtmPihE8AzIoZACAsPlEBTYMV9lC7YefQLIJP39JKntDsEYVGtOVcIIvN+tUvbXzPqrv6aE7TcPDhGadqxnX3AEPkogAjT9X8q/YlV2dieIh/GHsTBSAWrtej8OwWysveANiE73q1NXLMvs0bRUnL4RWDLjg1cfnLXLtg58I5phqOd6bm5L/GzvbBAYuXGlw9mLB/IAteRideYgLjPgPY68YBhY2MSKiW68EK+01RbfqFJ6TKBm1sNQqV5TpzgeznzbW+T+FlmluprrIXNkrIZGwJrBbftBucmvCw7B4FgxqaaWX25RTH8EdXQ/OBpBKsQ7gljTIIyP7qHdW1pHXnBqZA4eAoV3dMGC1QkP2OgtGxpKd2666xwoVXIntELtULpBOA7YZsf4tvpyuYGV245bXRUQZzV9fLptmh1lWw7Roo2ihS2FQrBNkZYQJ/4ERefIN9JsdJ49sAulZR0oQHugttThz0QF46tcPZQx+jHWeQ6SBS25wV9XnnVXPZ6CSlzix6I7CIKOBwU1T6UWmwNtKdUs8QQO7ap3swIuvvXQgb/UPJ5L5aQpptn+uEmbXVWJ29dgyeFYD9T/fkIzUq5qzRb+mrLLKGFdczwE91Jh+AmjN0FmbrR19mLRorUCBJhy37bu4NUG25qhhAKAdrDPXOTcpisqGGg2o9sDI5SLJ9Rh34IL4ts/Oip2TRJqbRTUYLwBqt1fUNH8W5XaKwKjXt0b+xvgaNLBI/s7ptaFBSPA/zK80YnEshkjvHebbHYDOuio9Is0UJM17ZoJV63s/bJHaK0EN6OtIlwcBMFnqROJFMzsOStYbPsMrrRo27JhtTpN4HPzH/5s0aJHRqrTXiNs3pRspCEWrOpgoP+kTnsFp8Q5zMKFYysiaXzzr246SrONbZH9jZjm4ZuWTk9wgQsrGn9GjdwbZLQKWgW+gLDt0DmBmtJn1EccYDN4gBpDNSJGadQYD1F7nhB2HmHsGPj2SCioUcyT40m3g0AslGq8taZ3O50hvorHP0+Z96VoldIM27+0aw/bsGDmrfyCpntejEaiLlPeC+av+h44fneg2jmg4ChxK8Ao/awgIge0zUB7gY4tTkWT14ypz70lWaF1l89f92JuR2h3e9RViNvxQFYluIlR0ZkHAFhrZ1gAPg715CYKBRE2PnMA11kOBC0w0Bbg9Hc0mFIDsygUJHIjveXYDz4IgZTVmSTquiCqVaJDnTctHCv0p/7jtAF4wz0Fx6kxZsERBfnEKXzFHjTs6SD0XTB9GW+fAlUx+VMjuk2MLOJm+UvBMKI598gTxFEsY0MHDspdi5IBKhe+SQHNIPkALvAXeG2gjF7HCSvmJp/sEXxM69LpDJ9EEd1VtbZUD9SWnOAZ1H5yZNvPVGDneTDIe/4suRhwOQtW92TItwqrGr8Jrnl0qS5Uq60QF8lNSyMUVrVsg3T3LfUEvc9fV9KrqaXgo/wHcuP4zXgEJSvA0M9Rp70Cly2+NXqwFdmMHsOR2EdEhA8E2aNkJIGjgeowypCDAz5LjYTNF1Hsu3srFPBNzoWWKkYo7kXJmDdt53qm7NgxEtQ8pvrIvc27kIKBtmMbeL4yAaFGTsL+LevuP6uz9a5zGVTFe6DK7IQrfQBf/L6/pkQ+NbPHgGHXvblPRYw02iNb8BJui6sJgz8iutZ52kHmq2hO6l91h48mkBxsOGJwGBkpjdO/3zjwYEfOvshiKsagSVzW+yYxEyC6vRdKLrpuE3Ln3E0AVL5w9CBQeRXXgMpzmw/HR+bJhB5SeNVjZwkj59loqxnnx0iNOea9UHus9oLtZWOn3ZfYu5NlJv/w6cHgP0SFgithAzs7nROfV8yxhdURnT0hbAuqAG9Tpz2Ga/o5sa6EMEOO0VApmBUrZvPY1gods4F5w7o2d+4baGhf59uxS/5s2/o/t330/DXlS+ElmkNo7Y6ecFWj47ld3cc5GAjXlBuZR1BWmIIsQtF9ITAPTDDXx2RmC9/8lfhwz654i7IQNN23qDMnEIELRqag/ZGA0dQ8xtPhkx4Ado3pnpPVGQDVxRbykZgR1C/BW5z/Tn4ggsYSlulmg8J5jTfhptng2jdGWgXpAIbsSfIkCYFlpa9BSNy1dpPbWkFV82J11i0m7pw4OrZFAh9NtHsNRzdLVDAmC90f26MOItImVK5KvVKkmxRWNQeEpv0E63bsCCHn9j9bl5elfVRD7r69k2MdQbBPPeojtjn9USRgRrht2f9YMsOxqCEqmC01sw/Ch6MVHmMSTehZ69rMr1w5DSpofoypiMIMzwlk8XOOoNWNv//+kn3c7oyukIUon/mqmv9WULXmSyDp6L2kRAjwTFjcTA36iDqIEnMxML9UOFapMV2PPhiut2hEvz62FYhFWCYt2LE/I+ctMKrs25FnYSCQ69OhzP9SuPBJO7+y6S2VnJT8qmYfdt5GwGGUUIg7NiVCHFK2Ptpwc6yq4tYCBZVNWdnaBPSknzp0h4b3wU9LNeXC6nT2/2DVhKoBluoksF+uu6BFYJSuiS0guEfrzXudDx5FHILZsqIa+wscUgdBpV3rmAmCijq4eXXmBINDK9ie0cTlqYvWDKKa96vqNBHBc0A4rvNtChY2HU+pdow6BSg+pdm19U2ol1x0nh87fg31WMuv6Jn1jwWCvz/Cz7mWJrfMF7bcc3HKReQROkLmd5JtdxAB7KPb9HlKLLo+tj8HvGi7tb4sgx0agUDtRe+AWjoeI6tp+uLejy1T4a+Z0R8k/5J8FK3qm4FWc0mgvizt400igNKlfaQ0iCAh2i2oXDUH6pEjruPc/L46TMD1ZnMNMhm7JyOAoGjB9pZe78gohVNfdjo+udgcvt+LfTOButJuTZYGF/0veOdpeFe9hoF4i+r9/hjru+AgG2hxUjPhKphX7irbTrjpjGIpHeuraJJb5WaDLdWZPVEynradoQdSztQCZxHKMXaMjBaMzHk/9iGA8jOmfYY6cyVp9WgdtaEstlkEvQEh67fmX7Gil/tL9RKIpWwreDZOz08A6hnn/LHNd5fK5+4ghfObl0PWYwwuwO3X2tIM+6bUyYKKlnyqsUCswYIMiX0hbeg7DeccsmV4buAeVbZprme6cVxYS4LtnJGLNy8ri2p6fmVjBdSh2lgvO9Phl7SVFfyYX4A4wEjFxhYGz/XsG/Dyby5O6TMcTgqrVs8BH/cR0A6VAvnWdBFqbz/+9Xsvel8lJSVtS+OvLfuBIMKxUz1urNxhDj6YV/VodNfWI4mCisarQTUcQsFqZodCV2QiFCSjJjhQWzKZErpNnUrAl6AGG7h1QsWq81TSEQE0EH+EWObO2OqvbM9v2hoyfz5t2qoURa5TWg1OmHDuPQX1W9j24+CL9HXHVkpwU42QdjRO3o7bGwtukYv7/fWlKZ+eFk/mgpHg0pfV4M8kPthMUGZatpjweqrHqPcRhQuaF1BqLI1uyqoId6zbd7SBOVBJGdNNwYQprGxaC4I4z+EwIRBKCNtq7TDGn/aPJSc7N23oA3wLHp9EuYHNbkLbjZ61FTK/trmhNKFLIRN6JBikoKr5Emi6H3Dd8EbTcfzbb3BWsqGhNO2Gx4WVzeVciDuhiI+BqvARxMpQysmfUzBxXtN0W8c+FDYoNlKOgE2yScQxW2qKHXaxO/RYMEjBt57qLwaGtsJFBkJlUqkxgCqjNwX//UrsYT8P/CF+yEOuSnsX7mRsgvZR2umvKYmOb+VfvaKAmt7bGNNnxPa+xRLeY8Z8pq2uPLpza0/plWAigK9zBWjP8vg6HgtG7Nh1ys3gvz+3q/N4XGtQWNXyR5FkAnIY9i9/bfHY8C6wQy1uJnGbsDtDkA4I7wo33ZUdG5cVwShowfzmX1OP59rI4JgramBL3uzowVb8/jGxYD9NZ0do8Jv3lu8vqGjeCbl1rowBjUSR2La4sK2+JLplbTbIyI/JEIicS69rXTKdEotfAxXDig53xABCk/0ubw0zjnX4Gi5gVK97WXidASXRVbdow4DthITOaK0pZtkWCpJNwUTx311+V6C21DBJ+xguyMPQWglsJaTKqxZE92a2WMMgTH4OqiLmdT94aovN4Qe8/trS0biAA9/rC7JZldLiq2r8MhVktr+2fFH4CT5QlZLscoZgVTrISG780Mah4JAKJp6CiibsB06xoFS8AbFadNPUQ8lhFQxAIbZ5hTJ2anxzDQ7kzkBNcdamzHaXPrEx3UAE6sqmEtP+PBxuANHsAQG9DlZ79uEUyv9IweGuSoeEz12+fCDjQ0Z7c3NGmrY9moGnDQ3kWEHECHAwh8PxMLB1/Si0nSARBrUakiDWwAVwhAQh6WOoW7sE4bspoR8STt8jGv+AMLaDifbtm4Zt2YXT8NXP/dfzX6E04xa9PMiwtk01qHam4Px0cC2LwMseirNw0c+U87vlSC6Wq9PO9wp0vvFPzvYFFcTJ8HLyN30DEl6m3PqLpfVbt7nmvA/gg1n84cPLJ0ppcI9FbUQ/HxXWHEJFGXjR45ju0TDmDq9cONLKBewS2CwMozFnwgpu55Q9q2vkQbHffinbe6EcKo5opfnc5Y0Dc7z61yGQng+B1yTZf9EHKzgOBxgRgzrhqpQPBCUP5ZqdDX9ffrFzjPkI5YhSmsn1643Q+g/Op4zeRHXPqTh1StjYTdETCwK3hrUc/iLNiLAtwYW9D1Lxka/7oBnZJX0VTnZC8e2jQoQ4Ax+GM/hR7oX3PPDT/cGnGQ45GAGfGQ7nQwSlg+GCgzTda0SaJVRkOILXnlk72ZRipbCC/4Gz3w71DFy+LpvPCc4ih11p8qoeHaDznIWCke8z5hkW3hOne4JHYaNScB4SlJP3OKV/FVT8zRD6S0fp5M21fdyLgZ2Tb4weMIZa5lTQmS9C/s+gRCukenhnAtll3U1lQkvE8WHsnD8c1MUtby0tO2Ks0GFRmrzF4Jvs8FQKyhZrzDM03WSyWKTjiQI1Q/jQjxcgxLnPMPQX1LZdRxyT5zX3CzG9gJHQNyCv5UwzjkWpy47eDBUJKwX4bDZY3fttTbuxNwNF2eAQKo2gRZUtU0BwdVTzTIo8FTgtUSXp3CkIu5dZos6//MipdT1BWdeZIJNrqe6dJJu2JANo8WCHOuf2TmFZP+jOzIVs0vdKg9uyfDSpSgj6Syh8r9v2s/HIaEMIC2rWU5zR6s21XVPKMoBOnvfoIIvmDmAahXbLYwaFsW9LzVkH1PtHHOMWrRnZz7Ku5YJW6ro+lEsZpbFCMiozuG12/rFdhKpiH9TV1/SZ0oAgvLmm+VNQlO9JM5wm4gn3dTCQV2iFScT1b9bPzHCDeZzS88RU8CB/ThibxjQv+LPox4YdU4xQpLWC60Ok0glmvsnU+M1vLJuVdknC4WDs4vtyhmwfUcGpuAWassFu+x7GAzLG7qF1todduuWu9PMrekvWlSb8sOkcsCo5VfhU/dj5lG6AuQW5mJvgY/NjJ6mmBSyYb3vR1xgz7gWN8GZq3hE08fCj24jFy/13l7+iko84Tp7XPMLLxE+oplVg12A6WTIDxGCaG4lpX9SXTXgfWRpB867+87FGZ+cVQqPzoSYc5YiKsObjakTbWuoR9IYNDeFH/WWKjFaGe+o1T+4VqcaA0wEOJifcvqG1tuQXKunIBNr2woWry0Fn6kGWI2OtT7gC2BAUWPcLjS1rW1LyJjRdmXnYPaTHSoMzKQ8aIwcZnA+mLFfP1bx7rc72/W4KgI6fJnJ+wXRPJRQS7rHy3daaElxW3H3QR9o+sVJonqXhCV29kw9EcBbh4iuBupI+2xc0ewiaX/mkjxJ7BVSYk6zgwdWcBedtqZmTEE2NvfS5HKZvHTzE238gVqvcHLpnr6nvz8YkisyVBrW9qqVMcH4bePynyG9CockOLQVOlUMnFiKdPZBeOzC087YX770yupcP+jn/GPaK2ZvBPWllRngf0YzcC7uz01My0Jnk3LwjUNuzxxwcKUhf6KPhlbYtrtc93lGyKVN+XRh0nMMrLaDevgcV5WenfBy61+2pCulIrzRQs/N3TJynMb0WP55uIlksEFqDTxp68uOcjos+yNbSDVCa/OGeGt3Tb15WlEbTbW7a3w3Ul9ypkj5RTJv2nL57/N5lTMoDjUhmljfcU65x27Zva6sr6dYziVIqTdh3yL1b83gv62kByfCZi3/B/Xz59XuLM1omkgY6paLx5BBj4DSzgemislSATwOGk2+BwzN6u0fL4UD295DcdWAtJ3WngzQWGXnZ9p/tUccXb6nOz+giyWdgQXP0+gijRDM8PVYYBC0ThLvH6h6erU1Qxfq68rfA5n0BDrdjb2lPkMMOEEHZlJz9SVQYXAVt2N4bme7tscIguH8PY9pX2fZ3M35EVHKluQXKWpApIF6V0EsoyZ88b336/UkzQ7TWlG32j1x/NCfWVaAA++VuDWhyMwTbfBDWGE2QQN78lVNV8ieG6R8/aXBGi9KF4ZkA8gPJidPUaVpSKQ02jhtBvOHzXgJXeWNDQ5afVQwOdWBZ6fLWmuJBe4Z7c21uXSQEeUAQuhmcwAPgBJrwu7vg9S1BKfy2U6lQ4JTwEYbeDx85/HOV/Ilg7bDzTXBtA2gxewvIQTDKNqjTtKT3aUZ4/qAZ/eb0yqcRfKtpB6e9Xn/RIV9PqKBFV/9pHLc6n6FUP9atIxD9G2hKXxdm6LzA8mTPdzyyKLxm1RAe0v/GND0vk55jN9CngQr21x0Wn741w/6y9PZc9otM+j7RPT+XkVM3zCE+EJObob8d5MHiQzk2khSoBL7h3qXM8Fa4r8cCI82YTWy7IlBXulwlHtFMu/S+nD39RtxLDe/Xu1Wx1dgVt0I1cK/d2ngpYydAPiJ/+/5v21TcomneY9C0419s8yWnLeBEIjMYBOV60Kvz6189ZM9uyBRBJ8xvnKYxvQU8wAFuXQhS2S3+1O6cA7Oy1lXQxxRe89wQYu7/ARdkgaZ7B6E1lXOjo+UDSiIVRSM8FNxlC/LrHHLMHT1xGZIqzdQr13ymQw/eZYvQTVvqL8aw1MG46Xd6jaNPHE310LEG2HyisY+GjAy+v6569kG4bJcmHaFMg3B1N/eugujjbOykTiDsK+yHEKvcX1f2rEz7BFHwrQf6k5zhxwhmjsY1itzQPhwxbPx/1lUfn2CO8q54ZBhY37spYc8meTimA1elCfsyOQ2a4b1cTmUQtIPz4EqLWL/K3yX8PelFPCKRHZeTL9UIu0dQAW1Toq5Tzcu5HawP1JZWqaT/Buj4qtXH6cKugFioAnyiIeh2gNXdZoXEGVvuKeva/9MFF6URtBDMt2Dan8GeoRer0hHQRVwiTDUuzM5lrd3cwOtIpfC6lmNIp3iWaMbJrg4lhvKCdKDHCBLoxzQDXsASgWxwMb8QdifY1ncgQvsD4x2/a62/2LG73JGBoL4rV55GPZ4XmObBqQWQb6d/CuncskLL2+pKUz5ANUFp0Mq8OSLncTBXZW4jyLJTDDRSmKSo7Z6y7Sr5k89iwXw7mm9luud6YfW8ZwB9OvAlOBf2XcNHDfz+uuqzMp+z0ceEy9ZTR/WcK10DAeyt4fwg1IjP++tKkm7YHR/k07dGGj6oVaAwSXoZGVgZQuv+qxQGqaY8MOq1G4UVrJQdhT1EhvPCZozSaz/e2d6ZV9XSp/tydwfpVjB+ByhMSFrPeMByghOdCwdXqhRXnEqzGFp2m36Nyq0OXdp3tDJ26GNT2PerpP8e0L/ZPuk6quXU9qZbPgoUAOW25qFGXUHlE0fMfJ3P7bD+KYh4BDdQdQOaWgixyPRxlyV/IJdD3TCs3r1j30vg/E1xE5wc4BPWqkBNaYaP74Dw9qqWKZrG54IIzwWtGwoGEMfn8fmPb4HJemwgzXn0pbrzMn4CT28Ye+l9OSO8wweYHjEQIu2BGicDLcoGwF0NBn9kPLjC+ABycNqyG/wJymwm+IzW2tKsPKGsV0Dl8G0rvBjK8g/S2rg4/9CaWCIY+kpg+UzXOUaxSkPzFzZ/jtpkHWPaKLf+C6bn2NwyF/prL6hTSa5gh9Pu3GE11JN7GcGlzSk6BMOz6629Qljf5qPMNblbSe4By+rv9XiHUcFHCKoPh8IcLjgbDpkdQakYBrc5BL45GGrMYCjkwXDnQ8AKDgRBdLUrDvMbOYZvSiGFX/FfWD/kf30GPonFstM7mIeKSdc+Psbq1DdTpg11KxuQIye2+aPWujLXxxnHNE8gONM8FixBeAJPPFAIttVpWaIz5YRs3PF7d7/h71JNvwwirJQKg6AXT4UYrFF9lbFzQNDS++3x5gz8D2GegNBynoOK/xglej04CT+jjH4H7ujboCDllNKzGGWT4PVEOMddsTyyQyvyh9FB9A8UV/7BsXwfH0EK+Yoo0CEAXUx1eNjZZ+d+DBXxbaixKiUeSiz5EAZ3upRm8S0QYOsjNKO/EqYTbOjgjb3C0pM6wOidE05vh8hrtJulSgX2XsoCjRRm5E8WamJ+sgJaI/jDXlKMeuA/9UZ2sYXJGRWPqtPDzsRtByyoqO8RFmuNY0CRCJ70ESlOKdliQNLike0fCXKNO544GMv7ngH94TNHy7XNPSZckFiA6HiHCzTy1/VkQmyJ0JljRo5Mg9+1QfH2Qf63grL9E879hPCXQQnXgjo+CC7+rznlNxCNXQnH5Taxv0gJz7dNbRwj5jEiRxsApuhqqDjhPGQJphkQfpNbW2vLHY9BOvzQvWFD4AZ4oJQmncbS9S0cmNwx+VLq6XcvDyUOdmKhCdv6QFBtWqC22H23f7hGwbbJ36EeL4R13Zy/jLVc8F2gcD/RGXtHEH0fBK+7BWG7BfXu3lLzPGSqrzcOErRwweppwhbhcanetCig+PD9TsLJ5YH6MsfjoQ43sscfV3MYuVe4bY6JI9/Csl7y15W6Pq2qy9LccguISBwINwkuYPNBSI4gHQNUSiLV1dw/esOvbbPzevlUfrQYGRCu3eTfFudfDtSX37mxtrRlU+2MdW21M/yba6f/O7w68hDsNDV7BeOCX0wNT+8UBkArCQL7j2VqL6qkIwtKh8gSdQUUnpKkQ+ZdSgPlCw3ADm52gGfqbLUQ+QMQMgtLS72FPShOG3jdO4Kh/tBc3A6GrhObEyofndzV5IDZxmYFFfVNy+48z19TfNyW+vKEgdFDxdRvrhnkG5EDkWOSaRNoOdRrtKmEV/hP3lM86NPB+yfqHh6YULn6dJV8RLB/9AB04E6Qm8O5gYUt4p7HEoPDFPgqV58Ajs0LjOnHuIfcXtsyQz9sqyv5lUrKGN83fj+UDh0yktidHo159wc/at+6ZUXPnrWSZWjR1S3juEmfhyYJ/DG3CVq4zMX6RaC25AaVFAMuC26aSoT2NGiPy0R3EDGlNjS7cwN1pX9QiYcVjHCJTTeCsg92s6hQmW1uhb4XqCv7rUpy4FAaXA7x8fh9zzE950tuuzpAzYHfsP/sry09VyV9wsECbz6PCtYkKPW4FjiDAhf2JYGa1H7J5KufPs40O14ACzTWXfF0fJbhTW31JbeppMOD8l0FZfeiSXF1RyizuNXxhbaG2TGPKu3CYVfXnfk8B6+5yalKXUBzA5EaOfWwP7woG+CwQUXTDynzPgm2OEFhlE+yi9jWqekUBtlw1zn/MuzcQlCYl93GriAdWmTjpwWVzQ0q6bAwjZwJ7SkpZjpGnIkKg4YBIp7WTm//pP1xzsa4ulrYxHqCm8EObLsTAMHirDCIjuaqlE8kGD0U7Jj0gO7JvS3ZcAmY1FbLbD/ZX1fueDxRKjY0nLPXsLd+Gaz0CrexHfgtBk7/lb7K5j/halOVfCihez76KB+KcWbSAWkCrQnV/vSPJTP2qYQEEjRDhmNDvfdqOblzXeecojJxvp9YpPCTtLlQ3hVrh2leKx9CyTymaYugRuW5NSM4pwTakT/6a4tjnz/XPXCaxfbGnzIj9wY3pxpDWm6ab2ghY9qm+w7dDl7hqRHeh6meM9u1SwSdfS722LyzcEvDnKRbliS4/StWzOHE4L+EKCrobm0gHtK8/YnBblUpRyp00oInfFCrXylauFYYOXwXFXwd01gt3ISrwuBzbMAa3NwrhUFwmsVRm24ioVCFa1OFC9Q0fbzttQJ58xvzVHIfI+iW4cbZlOqgMO5WBsfIQAh1qRQGSYwV4eqBEeWbwYT9JunwOQ8xohlzfFVNX1dJRxSy+als/j3XPX5Q+6nhjSoSlcQBVBAIGYKWbftVSu+oruat9SUNgh88H3wjiL+dFRA3XqKMHqUxbWPBvKbpKrnP8FU+MQQKbWk4H66+DLHt4L+CtkgbGbuYkjAF332gPzk4+FWoKePBlqrULtBRhIZ/p7DYVwJ3XxBQyYcfaBoKdjT9jBn9ftjttVph89xBbO20LN4T9S1YlU+5/hyE9MNdx+SwIKEmQlFaVFCcVvoOeKOPEJM9lI3JbuEeYO/vmSfnYpFsPx8Is207NGdzbdlKlZIUN0sj8f/qkna4icvBXEMzlfgxjO9BCCOEZjelmrBzqDm9vak/EdpXwvsPdxNoeiGq8FDNPEulZAMRWDYzQEQoj3OrDTs5E5BRDPVQQvtBNR4OFfJU8Jh/qeV6thVWre70VbRcG/5gD0CFGebBQeSkCgOGAbetuzsThUGSKg1cSgSOeu3vghI1iJcI1hpN0z/bz9vvz2MvXRX3mMjDwzHvhdqJRjdRLe1Tb12BZgOK0PlA114D4T0XxkxQGIhc0jSTMcipHIJ7wXH/ta+i+c1Trnp8jHorM8DqFg7PuUHz5H43mR8jnXJuPX+g4+OMNwBI2jxFQXP/UeONlOX+n1t4imCIym3zbUqsM/x1Fx6SWXipmLpozaBO234GCsl1BmIyVM/vDYFsbqcGAayvsqkEnOyVIO241R2ZIztWbf7SR1yck9HyWYzgtjXeyjz9rxeWezMtuxZsq81iA0/vzu6nKSyNAiIB/8jyW7nVeRs1kjnGGA1oJwtqBHxXPeFTyYeNvy+Zsc8/cv1pXISuAsm0ywgmzhGNAk0v0z3gRpCXOy1yYlYVBpg9ZwWjlBZD89BjhUHAHIC7I04dTkihSkoKbm3n29EMPkxuSoXBit4e7Phqd7fLTW9pIqDF2d58IzXA4iTJiLwcY2DfrSsDNWW/U4mHHdxxdPDB3LM1ZoOvop0ATa4Xwu+dUIR+xrxrWmvO36w+mn3Ap/AN9/xc8/b/Hg/1ZoWvdJaDoDtFbQ2l+GggVyZd++QYs9N8nun6yXKhowtSYbi52Tyw58w3Hry028umM1caBNpm37aiuVAz75MDXUlqDpPbplkrdXv017O+vcgnkIlVq8dahP8dnFvXudeZwDQvzjOubastWaiSnMiywQnjngfDzWDiQCQifRjbfipgf1hKGub3qGy6pzQSQQsqmorAojwD7fTQZELAkJwLcZAL82ub62atVsmfWiZf3XycZZGnCfOABcjcz0Kwlxqim9sDdaU/UkkOcC227slppJr3jFTXpprBwbn+ub+29EaV1CN6oDRhcAH9HpG7ghqe6W4rMSNIzbbs9WaOXvbGb8/fqpI/pQg6seqJMyxBlkFon08gknK12OB/QROCwzVBi1u/GzxQfP/FO8qju6RGkS7Dqh9TPfeWcFOUxGcKd5nsF5Y5M9Aw8xmZ1gt6rDQSMIkTthd9U6f6AyLcQaXeSAQiE3S8Vuw44L18+0PnJZ1n/Gki77q1w8iBg19impHHqBjGCTWZzf8N4ckrQ4/aGFhXXe3ulOAI/Y5J34DmrgGknisVLwlwbWHb1hMdunZRth7E3DulUeC2FmLQ4Ic1PackldVB8CYsK/S4GRKX44PZVfL/yARQloIdU74FtbMewtWcVP4RDgsIYu+2guZFW5ZfmNWtUrKiNApaWLWqUFBPI/gzY7FjKhXYbNmW9XdB2WWba4tfV8n/wwXcfXxI7t6bBTN+CArDUll02bRRxjkXNwdqi/tkUDmbSqMAR3lB47mU678HszI8XQ+obLsF3w+1pvpow1ja10+B++SAz8d64gu24OD/eIvCDm7qfh7ZOWlbDR7+4dUbehgZZUIfKI1CbovfNINQ/R5QHvVAjdSo9vefNrdv2FJf/phK/jRBJ1218gRL134OlekidJBT+SsSaVk0zi2rfljnru+su/+ybo7Sdp++U5ouaNH8xwtsavxOM7xFbutsEkBB4BpvK7gDju4Y2m4vX/cJfRxxWmYLrXBI05eFRhfDPU9Da5LKV4kAigIKJTq4Zf44cHf5r0FOqc1QFjkUShPlhHmPDh7IvDcLTb8G1SLTwTvZhBEwQtxazym5k5Bgy5aaOd3q+u4OEy9vPNpinuOobvYjzAgx3d6uTRjz3ob52eioFDR/XtNkiIIroORnM807SE49yWSIASoThOrwces1KxSq2nLPrL+rdw4ph1RpuhB04hXNPtugv6K6cbasWenMcBRUt/B6I2GZWwXnTzJOH+lv85de7Fk0BpawcbxN6K+Zrp8HF0f9xFoMb4ULEjsq8fcopeC8h97mtrhhc0P6aQST580DjfvqCUx4L+KMlYJ1mAJRDT7iLn2zE4O0utzaLiz7lgvHlDVUV9PMv9wHHCaliUU9EFWI20CBvorl1J3pA2FAkbqeax0ECW+DEn4VUp+ntr1RDAi93zpozlYcfFVfQMLrnSz6BGPaSbh3XsbI/fZIyObmlZvrZj6oUsmpl6wc3jlAfwjePIMxoz9ahu5VCAUoKO5taFvmh+DZ/iJHsLu7+yC1vuQIUBonBRVPjSI0eA1U9PlgisMz3bor9FikSc8BP7FzeVtNyfxwYngzSnjjGQFvZ9Q0uIDjQZybv/TXFEMoDIDzX1DZfAE49C1gGWRSpqA1ATNmc8KfF0S7dXNt8RG2YUAXR5zSxEFPWfDESV7LnscZtv/GcahAYUcx04LG5bTCNIU56Y26C+Xmg9MWP5eze/u+l2g0lO0h2EQK+yBk6PxAXXjXKFze2zHQehIU/nT3iBHsHzZ10MRC89rBBf8LKEqD9s/9a/1Pz/1E9JQf6UqTAK4XygnZXwXHYKZg5AIogDGgTFBuqEyJtRsLiNvWdsu0Tnv93ovweVPUV9F4MqSvA//iqEwilVRQI8fmdvCKwLISuQ+hnI8rnyeRO4dbIdlkyibXDmEo/DIX5HHD1Fo2ZufZV4eFT5zSJCP/iqajmGFNENQ4kxD+RWiBxkHLM5oZHlxDYllBXGZaLpeZ4iOETO0/LybbWzBjpKXhe+G/6YG6spcxacy89f1GsA8WMKHt4VR/4RhDvPff1mH5X6M0aQF/A8yOatPA+b5q5RSuGy9Awedgk9cT5JQFbv84UHPBz1TSp4JPj9K4gLPcrM5QEzNyTs2o01GBg4HQGO4lodDXA3fPelIlf2r4VCtNhLyq1aN1Yf8EbMdcXMIi+2jQ+kSiKnRcw04vDrL+FRyUH7Y1zHop/Oanj/8pjQt5s5cOyBly9FEWeLOC2GaO1n/nq8vOOcIeQXS4IOT/AZWaEOU59kmIAAAAAElFTkSuQmCC">
            <a:extLst>
              <a:ext uri="{FF2B5EF4-FFF2-40B4-BE49-F238E27FC236}">
                <a16:creationId xmlns:a16="http://schemas.microsoft.com/office/drawing/2014/main" id="{10CF4054-7BE2-4609-9DB5-1F9530C21734}"/>
              </a:ext>
            </a:extLst>
          </p:cNvPr>
          <p:cNvSpPr>
            <a:spLocks noChangeAspect="1" noChangeArrowheads="1"/>
          </p:cNvSpPr>
          <p:nvPr/>
        </p:nvSpPr>
        <p:spPr bwMode="auto">
          <a:xfrm>
            <a:off x="12726407" y="5214687"/>
            <a:ext cx="304756" cy="30475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32563"/>
            <a:endParaRPr lang="en-US">
              <a:solidFill>
                <a:srgbClr val="353535"/>
              </a:solidFill>
              <a:latin typeface="+mj-lt"/>
            </a:endParaRPr>
          </a:p>
        </p:txBody>
      </p:sp>
      <p:sp>
        <p:nvSpPr>
          <p:cNvPr id="7" name="AutoShape 6" descr="data:image/png;base64,%20iVBORw0KGgoAAAANSUhEUgAAAI0AAACLCAYAAAErACouAAAAAXNSR0IArs4c6QAAAARnQU1BAACxjwv8YQUAAAAJcEhZcwAADsMAAA7DAcdvqGQAAD/6SURBVHhe7Z0JfFTF/cBn5r23m3DfglapilZCNgmH2NpatPVAzAUK9hLrBUkAj55arZh/a621lwK5RK1HaxWFHIhY64FtPSoI2Q14tR6tlUOQO8nue2/m//vNzm727b49kmwAa798wr43u/t23m9+85vfb65HsgVVrw4Kqp4QRNjymGqGfBW2KV8pY6R1WXHC9xISCiqbBbzs89eWDg6nOCmc1zRPaLR+6KiBxrrqsyyV7KRofmOeOpQXDP+t9qskB77K5lfVoYThfwVVLR/ilzhjm2VqDJzyP6hDB4zQSeEfasE7CF+IEHsm/s80g8tTAG6N4h8T5DaV5IALMR9fBRVh4SFKLq7Mnv2oBjkWBRVNlSrJQcECKBhA5Sg5K1bMsYmAz1JaU6i+5ICHS1eX/yvic0Y1DxFWaLc6RZLm3Jkji3+edeqjIvJpXTqd+utKh+FbgrJyF21xkkpGse+5fS6SJnPEjBzim9dSjcexxH8Rc4lpvsqm2SopmkV5oU13nUupJm6WKTEI2z5bCLpHncoSxFdK6KP4ChfleHE8jlJQtfo/blmPx1fRJIsJPm8n/XzhgjWyWqjTpBQufDLhcwnFAHXoRkj8KdM9ZNOS6RR++TQi+MtKPvvgIwOppovWpTMcJZ60PPMrm77FKHtQKiOiGTaxzBdAHb4STugBUEo71GHPmTxvfdiypcH11qKCpGAsGJQ43J7gYRumBUOf3XjvRe/Lk2S4lUY8+H66z5DCqtWRD0gNTvYFsJpvq0Mnbl9KdSEk/v2k9gj1BgQowKg9qJLS46tobFaHCeCv+qparlKnDsBez51Q0XwJHjPQkZVQNCfiSf7C5lPwNRY0blSIBrfb9I8qfkhj9AE8phOv+bMIHjh4ku6hv4PzL2IiIosdih9NqRDhNiGhpgP4A5jO7GD7furRJ8PJl+An92Ii/rUuuwAs5PmQGbiIaU9X30sKAxM6VmfkYTwJ1JYOkakRwBiB0Sf+5TOf8teWsPjbK6hYWQkJUlNZoLZ4t+B2QpanL1rjhRLj0PaHmwmQFP4fo2uQpNfAj8sqJIsf5QEGayUeR1i7ZEYQBd26ZLqjpcFb9c1r/LLMrRtupeJGJEcpP49v5l3dfJw6TQp+bhzcujqVuBYnvmq2OH9jQ9laPAeLSFoDuUZB3n7ZzrupQVLQEuArXgj/Js+rz8guJQVM7tKC7z7VX50mJfMsKvIrGpdpurcq4gq6Q6FQxa5AXekIlZAxaTME4lkHL18On6HK6dxDOke9umzWLpXkCnzvJXj5fPgMvgetG6hk2t9L+gH00eA25fHMUSVadTWVBgAtEGj3/XjMdC80oedlJOWihWuhHobkcdBjHP/mnee/J0/icFwMFSdSFEHGj3lzWfmH8kSBrsibI3IcjjVlBm9ddr50UTIFHYxI2xbvrEcNf9HVf4pmBvFy9h91GAWdUrRJKBmKlhMBaxU+yIzCRWujmUF27whXuQiOi42vWj3W4PabcPiAv65sXjg1NVgF8bU7ddh35arJVGd/A3H80l9TdpNKlsiLTFzQeLQNEgGFFa3LnK5TJkA88CyI7Cx1Kskkg76qpq9TQf8ALYYdqCmWNlh+CVrHgyD5ftB0Xbi5tmwlWbyYFeyYrKy9dGc+hA+OZoaXobhBO9U7qckkU/ESlv9hK2uH2qEBtD7nXz7rrUmL1pxoWdY/8D0k3YWnVK4+IUT4P9WpJNMidM0QNGX3U0rnQgz3TltdmfQjMqWwcvWLgvAvgNgbQewybiyEKg53SBinJ2+qL3H3xZDFAkqixUbXwl8TjrOlvgTqyi6VJ5SegK+ZULToT7JNkZnZu39YJDMIBmVQ0H/hTLzlm98knR03inb/KVz2Fi+Vr0BUgXlIjMbXiAhTAjrGrU51AmIePAituQN/bZm07pTRS/Ca8deF839zM4gfsP0NpS0q2Vnt0X350Ar/UqY6kIr4TESuGTGM8ObeeD/M9UcLFz4FOgC5B7KRsQjQ7MBFhQePk1035Y9Jq2qF2x+38C4TwEY9BDbqm+o07Q1mfPf5Fc0fM0qGqlMJXjxB5zh5U9PYebbgsvHEnitz+37vlhVzwneWhl4XB7aB3OxScCLMo/x1F/Y+VO0VYE/UUa/olnRO+OHTg/vvad8J1djh98eD3QzC6ry8tbb8PpWUERllpmB+0xVgLZer0yjorcdeQroTke6JCEJsA49hjDpLSZrMCAp2gkcb0HDEeHc6dwSc+AJNz2kVVthcIMKyvxm4e6Zrn2WEpJkpqGyaBW8/Hj6jRKP8pI01ZdEGNlOKwIZxZcOgupv+mhJpd9xwzYxvfuNdlLFFeCwY2xFYVnyUfAOINJIS0/yqf/mFz4ZPklN4xdqpwhN6BY+hyoPtOt9V4ZNKBv1oywrduLmu7GcqCY3ZXri7QepUkrnFFmCbWhK7/WKIvgGO2A/AEbsdj5nmEZuWTk/IfYJdATLPTBgwlth7IT0ICAJsCAKiNTP6g5GMIBCO0IJ5zRXqNAoPdXSrqiYQDvllRhC4M63gqsbT1KnKDLgK8jUGoZEF6jAK1KLL4YIvQFGpFLA98x51HW9wY/L8hgT7JBiN/k70qtjPIPtnFGnFH+NPd6eowkMOXbYo9rtRibSCW8gpfxVC0PbWmpIESSVQXQ1erPVjPARblJknD0CsRuGu34L8HMCMTJ73dFSyMle+yuZ3QGmPZ3awcGNtmeuoTDIKrwZfCDw5W9hzGWFFtP/em/2/mntQvZ2S/Mrm7YzQUZhBPJcSYEw7Hm3Hxp3BhJGedLTeFY7TNao9AE7/d0j7kANg6DKSFPz4qNgik5mJmnsch1GMm34ndi2l1YXJLgoMFpedcsnK4eo0KRRCayTviqZx8hyyIo0RnkSUKdbKwt1+DGWcS5mWi22Ta2PoguD0wUB9yVx16grYtvfApIyFw9/Cb1/HyOJbZAZk16kiau4ByAiOEeWi9KLjjeDFyT+m4/ubZGIc+zqtq9VhUkCTn8NXuMYUfHWtNbEZY5pXmvDoX02J7KaVf8tmUIjHJsZ+HsH4/v37Z0ZHg5IhUNQASF+WDCPVt0iZx8bZ2C8MtrINSnDdpqXnpeyzKaxoulZKjdA9UNevxx4uKEpKMulMpPRsfOGEykYUchbu7o0nUFPq89eVnKlOkyIo/Q2+BmpLhkLofHvrsJdk5guNz6R1xDXDe7R85VYNvobFpIVdjM9c90iuPMgQsNphJRL2RfIVQWMIARtKC8Leb6tUV2SkCbTWz5QRhcwM50E5zDy0s98WfE1H4fxVn8VQBZoPHXu9/HUzlRMWJhI5gq+cvGFVo4qx7ZzMTGBkqezVpER8Fl/T4sl9Vx1BTehqz2KBZkWOlxZAm1e0aG3Ch3wjvHvxFaxE1HuUmSHV0CxBNUXyq1oWyoNUxCh7MkBi4QFZyCy3QrRowZOOL4F9kR3doGsnyQQgnBlAUE12lTAhlsiEFGBtgzKwoT0jXma5dl4z3RudjYBwbkV/qxC7hIGuMZMwDnMfibPBbnD4wZRVOh3gov4WxHONOsUWaA/o0tCJEDnYhLZiWsTiR4jmFmldEnY1oSaw/MqWNTKxh4Ajdq2wxf9h1y4n4hnMCPpAkYxA5hy9oogjZ4hv0eOfoZbxbzzmnD/ZVl8+Q77RW2I7NykL+WuKHWM8SEJmEF9FSymlogmPcfS/teYChwS7S2FV00Jwf6UupuqJd80MMuXbq44N5Wr/UqfEpmTu5prSzIdWJRCRLlzLIw0s+LsQg5VEY7B4kmYmQmznkUSIN0AfxqszUrQIIkYVxoIVvA4azt/6KpoXMN1YGjtkYHOzaHP9hVJfkpE2M8gpV6482evNeVP6MgrO6CxN8HNB/I6QBmuI07kXf4l0QqYjo8x0IaivsuVtxvQTzU4Th5P/DInoHEXBzEy89jmhhw5OfLWm2NXXSUY3M+MkfqgoVRx9iIAqW9H0YUFlk5xG0xt6JZnuMPbS+3IG9x90JhdGJXhQU8GXGQ2KBe+oP3xBZI6gtYF/0NiCdxJ8A7TjWdu0l26+Z9br8jOHiD4RTtH8xotspj/ANJYr7K5KmE3Ck9OCrbrtOf+1u8/fqpKzSlaEU3jlqiLh8ayHYk7a3uOkSlQEENab4BvcpxHrmc5RJwW2VOe7eswYCur9tEmE8TIw4N/Qde9QzsGUJonc0CuzbbO1bVdwcmxI2ht6LJxTqx4dHdIGbhVWl+2PgA4yNP0fUcLP89eVb1TJWaVwftNComlLXP1fcLDh9wMQthSolB7RbeEUVqyqJprn5tgAEMHQ17LMuZvrElv5vMVtHn3Hu/WgNsUQSZoQ4j7WWlt2DdyEuxp0G2iyKprXUk0/N95Xx77KfdbB0e/0YHwjY+GguxPMZRsZ1YZ3lRaUkBBNbXWl5SrBwcTK1eO5xrYkszs4vLVHyx32/p1npQ3TM2b2bM03Yu5+MOfR+BQLjltWY6CuJDrkmglJhXPyvN+P8GqD7qOCnwOf6oTSrmmtK/8Rvoctz5D+wytba0pl5O0KtPFFY4ZY8T3J8YCA7NalM1KO2/QMQQsqmpeCayj7VydcteZEysz7GKOngenbC38/b6st/7X8aBIShCOHSajWmiyWzXi+C4YIO0+zochUgjuCMSuwrLh3E7RS4KtY9Q0w1r9PZsiBTvASXXtBnN4a3JBu9EsqGERwk+VXNKfvtq2u5v4Rr2hQ6RMtdhRKmCWuUydZZ9ri53Rm9EslGCQnf34jjnMk4BROdTVGJDvVWVIYYwmjh66ggJZd4JHdhKM2aBZlY0g/71GgfqvCHwDlZmIJ+P8Z9W93l3W3nGmTmEgqGRDD3qMOHbjanPyKxts13fODeEPKdA8kaeMCtee8o5J6jHQF2OCtkUkR2J9qcZG3ubY4615wYVVLM+S+BFpLlRKGMg/P9Qwa8PJvTu9QSQ4cwvFVrfy64MZP2+pKujUjqBfgPAec1yfn2SAQUmzCzmd12udMqlw1mRsD1m+665wERelKWCxY4a6nbGd3Pi8L1JUnncudLXwVj5dS5m3CPkKJnHKOB/gf9uqhU2m+G6gtz3jmVDoKKlvAORVF6hTZAtV/gjqWRG1OwY6W2Q7BEBI6FIJBAnUXNsPdB9Qplgr+Fz5GuwSOHZju47GLuqCiJdq11BsEoV+BlledQREwY3z8PJSo5kCI/w84jalO9A5/bckP1IkEO/6HBftvh/BgoCxlsBPcNtsCtaU+9REH6BmTj7YMY1bOENCGExgl4wWxoHTYSeApjwQhjCKaPpThdWK7rtIAP31ToL70VnXaQ6QfdBDyFW3Guc0uaWsofkidKuEIQbH/HW5UnoIYCafWqW3LyteHE1B4q75HiHaHOj2scFtc39ZQFp1B0FOgaq2Bmz9fnaKuroaCLlGnqlrdcgtobZeTCqVK7A7rI3Wq0KaqA1egOURj2gE/sAMK5XUq6Eq4jZ/BhS8BP/BMxkMnk357Bshm3eUPCuRldamUQHV4KxuCQaD1clRR0BTHUEVUcwoXOicdgZqf3tYwC+fBRymsal4uCLsiajgBjFtCZkf56/WzZL93z5B9nUHITAaeMlvqry2W04F6C1Srp0ECcjQTEZw3BurLo/FX1Ob4Kpvb4CRqrTmhy9pqS9KPWPUS7Gd9OyYGw/HiDtMa9VZDadQZ9VU2/hI08LvqFAszADFTr7ojsEBAOB2g8tGRD875rLb6cuWgxginoKppOnz+SXWK9c+G+tcHAWEXRYsa88Cv2hzRWBAMxG0zXOO2gnmrSoiuN4Ng5LmgtD1QU5J2vUsyihatGSm42BH5baYZYlNc53f0xD/ytT857A4YmfzK5svUadbIu27tMF9F89u4eJdbLCoYyMr2ZIJB/A0zWzTqPSY8yRHyJ0S/ooXOMdPuwC37xa7fxnPTYUKQLklBHMSIeS7amwga011jjp4hJ7O0652hXWDvx8VmTCJi/JwkbFx27ocnbz+g4wwJBFpXhrbSV7Xqq75rH8vYQSyoWHUhlL6cZYNgT4O/rjS6PDBCtFpFgFJ9FjIfXcsBMY/duuyCXlevgm890J8OGXkgdkjNge6x/XHr8JKBM+i3CtYZ67RGkF20lj0n0FC2QiU5mHx183GWrb3fVTjQUHL+pdb6sr+phCiOOoYE5LJgul2dQoHaWmHckH9P8D8096Btdl4QmZ4QCwa0lu11LqNMBnix26jhKhgEu1uozh4df/ljjpE9BPuqLCtWMKjP4jtugkESNCcCRLJbwG+JDrBi1Gx2Widtuaf703ldefRRjcyZDT5BN/uRFy9mhTun2gnVMgbIq9hvHhz6TsMcOYkE8VU01YL/FjMuC74cpXM31xQnHdlOKhykoKLxenBkbgP5qhR59D60YpnNkukz0H6tBidVJMzkY7pXbB8WHLC1urQdz8FV8Lw1elAwdmQd+65Ng43Y8pvpH6skV1IKR4LR+scQrcfHPoI/7K8r/4Y6O/JAx7Zq9X4IW53NPSWv+2tKHZNzkpFeOApo1qdpmvF8vEGFevFeW23p8er0sFN0Gfgv/emO+HyiD1U+4hWjGlpllZSWjIUToWhR8zRCPM/HR9FoaLkdeihQVy7X4x9Kxsyr7zdSGw22kI2RFT8GbG1184PcDQ3z0/eXxtFt4UTB0YXtk7dB2zkyPkN4WcqYzYX9/UCq4RsFdoUM6cz5Izh2Z0NTjBHsa7lm/5mv3HN2tNWMJa/quQEG338/NTyz3Lo6ZHNu238M1Jd9XSX1iJ4LJ4Yxi5v7jdxOWqnGwLlLorWQYXnfthWE5vYPgbqyy3HNvJ3z2VBkwmY8stm3gsfjRE5wIHEFDdyse+MG7j8BV+G+QP3My1VSr8mKcOIpnP/IMZzmrNYMbxG45ZASc0MgpM7QwRPeWn7xuxD4/QtycKx6xx0NnMOl03UcZtn7cciU87XAS8UuEptbv/MWHT1vw/wp3a4ymdAnwknG5y5vPNrjFcW6rQU2NpS+5KtshmibdEXbLkCc2QqOaWxf7yHjkArHjYlVa8cJjb4dmcEXAeff2Gb7xW31s3o9Q+t//DeTB56sOjwiOGRVakLl2mOZ6LiSElYMzUoh03QtPB8QiLwiOF4lXxhUqY59kMP1jOj36YPaWzbc3hUn9TV9Kpj8ysYLmKB3QbR9AgaIqSYmpEM2/5xDFCCaqTCuba133y4lW2RdMHmLwSnbtu8x4vGeJ932WG3IEigk8AhASvwH/pqSX6nkrJI1wYxb9OCgfuagF6huFCabuRVF+iUM71AluJChhuFqD4sHb22L27Wlt2RBMLLH/nGqe2Ym7dEDcAW9bXUepII1Uk4e415zfWDJhR+ot+PAa66ewJn4Inh132aMTaGarqcSOBSIsIU5q21paaNK6hW9EoyvctVkxnLWC5zq6gKOXQkr9DaldGH5qJI/R7Zl6gl5s58bwIbsu47p2g2UUbkmMQHQRDDoWelX6rFgfJVNDzOmf80tgxjLWLb527ba0j6ZmXXKVY+PMTT9SZak2kI6KG/odIjRMhopdaP7ghGg5lXNO+CrCau4sL5DcLckUF+edsVoNhh7zaohQ4LaK4JpJ0PEqlIVjIG28tsD9aXXq5Ru0T3BzBZawagnTMJ53PdQhfn7p+wKnig3jY3DN7+pjDB6C+VinKBkM1SF7/lrSv+q3u41UyoaJ4Y0z2skYeIlTvO117bVlUcnAmRK5oKZvsZbOI50xqtueO6uuRCCvmUqqQu5mGzKbviVQY5mG1oj8Enehe9kbZKRNNiVLS+DnZnq+K0wuCvrF9RxRqRoL50UHB+qV4dRKNNFMNh+tKtQ4O2Cj079N2TYKRQEh0QoOd5X1fJ3lZIFKO6peRpc+jrHkA560kLkTbhq1ekqJSO6a2Oor7J5DbQy08ETCbXWXJALSa4tTdH8lpMgen4rlS+CgiUHgsNaM1g43h3yqpq/5GHGX+BQmGbojM1JxplSkVQw+fOb54OwF8MHhoMfvkmn5KrIFhD5VY3L2mrKE3briAVarToQ3nx1mhzBrvHXFd+lzrIGbtmn5Xr/tWnJDJwzRPMrmm6C/FwL1hBHFv6qhXLnbrz3XMeGirEkCgbsgm/HlCAIBTcqUImAnGRkPRWoLUu7sysCgnkMMnKhOk2KIOz2QG1xj1qOTDj98saBB/t597mMKqA63elvKLtWJTmItzG0YMepO0CqTqEg0BzCjZ4HBu4GlZISaH2ed5N7ArbVq6XMKYFCPphrJAgFwdWmVNeuKZjX5FrQDsFMrGo6EZrSlPt5gGv/E3WYkvEfBWuZkbqLBeIlHmgof0GdZh3f9onFqWwcvgd20HXGq0MwtqDlqcaPEXg/o5YM/Rkeap8rI+EkQJPd4xAhE0Dw30rQ/Dg05nHNoOMmuRDJ76IH+OtmPihE8AzIoZACAsPlEBTYMV9lC7YefQLIJP39JKntDsEYVGtOVcIIvN+tUvbXzPqrv6aE7TcPDhGadqxnX3AEPkogAjT9X8q/YlV2dieIh/GHsTBSAWrtej8OwWysveANiE73q1NXLMvs0bRUnL4RWDLjg1cfnLXLtg58I5phqOd6bm5L/GzvbBAYuXGlw9mLB/IAteRideYgLjPgPY68YBhY2MSKiW68EK+01RbfqFJ6TKBm1sNQqV5TpzgeznzbW+T+FlmluprrIXNkrIZGwJrBbftBucmvCw7B4FgxqaaWX25RTH8EdXQ/OBpBKsQ7gljTIIyP7qHdW1pHXnBqZA4eAoV3dMGC1QkP2OgtGxpKd2666xwoVXIntELtULpBOA7YZsf4tvpyuYGV245bXRUQZzV9fLptmh1lWw7Roo2ihS2FQrBNkZYQJ/4ERefIN9JsdJ49sAulZR0oQHugttThz0QF46tcPZQx+jHWeQ6SBS25wV9XnnVXPZ6CSlzix6I7CIKOBwU1T6UWmwNtKdUs8QQO7ap3swIuvvXQgb/UPJ5L5aQpptn+uEmbXVWJ29dgyeFYD9T/fkIzUq5qzRb+mrLLKGFdczwE91Jh+AmjN0FmbrR19mLRorUCBJhy37bu4NUG25qhhAKAdrDPXOTcpisqGGg2o9sDI5SLJ9Rh34IL4ts/Oip2TRJqbRTUYLwBqt1fUNH8W5XaKwKjXt0b+xvgaNLBI/s7ptaFBSPA/zK80YnEshkjvHebbHYDOuio9Is0UJM17ZoJV63s/bJHaK0EN6OtIlwcBMFnqROJFMzsOStYbPsMrrRo27JhtTpN4HPzH/5s0aJHRqrTXiNs3pRspCEWrOpgoP+kTnsFp8Q5zMKFYysiaXzzr246SrONbZH9jZjm4ZuWTk9wgQsrGn9GjdwbZLQKWgW+gLDt0DmBmtJn1EccYDN4gBpDNSJGadQYD1F7nhB2HmHsGPj2SCioUcyT40m3g0AslGq8taZ3O50hvorHP0+Z96VoldIM27+0aw/bsGDmrfyCpntejEaiLlPeC+av+h44fneg2jmg4ChxK8Ao/awgIge0zUB7gY4tTkWT14ypz70lWaF1l89f92JuR2h3e9RViNvxQFYluIlR0ZkHAFhrZ1gAPg715CYKBRE2PnMA11kOBC0w0Bbg9Hc0mFIDsygUJHIjveXYDz4IgZTVmSTquiCqVaJDnTctHCv0p/7jtAF4wz0Fx6kxZsERBfnEKXzFHjTs6SD0XTB9GW+fAlUx+VMjuk2MLOJm+UvBMKI598gTxFEsY0MHDspdi5IBKhe+SQHNIPkALvAXeG2gjF7HCSvmJp/sEXxM69LpDJ9EEd1VtbZUD9SWnOAZ1H5yZNvPVGDneTDIe/4suRhwOQtW92TItwqrGr8Jrnl0qS5Uq60QF8lNSyMUVrVsg3T3LfUEvc9fV9KrqaXgo/wHcuP4zXgEJSvA0M9Rp70Cly2+NXqwFdmMHsOR2EdEhA8E2aNkJIGjgeowypCDAz5LjYTNF1Hsu3srFPBNzoWWKkYo7kXJmDdt53qm7NgxEtQ8pvrIvc27kIKBtmMbeL4yAaFGTsL+LevuP6uz9a5zGVTFe6DK7IQrfQBf/L6/pkQ+NbPHgGHXvblPRYw02iNb8BJui6sJgz8iutZ52kHmq2hO6l91h48mkBxsOGJwGBkpjdO/3zjwYEfOvshiKsagSVzW+yYxEyC6vRdKLrpuE3Ln3E0AVL5w9CBQeRXXgMpzmw/HR+bJhB5SeNVjZwkj59loqxnnx0iNOea9UHus9oLtZWOn3ZfYu5NlJv/w6cHgP0SFgithAzs7nROfV8yxhdURnT0hbAuqAG9Tpz2Ga/o5sa6EMEOO0VApmBUrZvPY1gods4F5w7o2d+4baGhf59uxS/5s2/o/t330/DXlS+ElmkNo7Y6ecFWj47ld3cc5GAjXlBuZR1BWmIIsQtF9ITAPTDDXx2RmC9/8lfhwz654i7IQNN23qDMnEIELRqag/ZGA0dQ8xtPhkx4Ado3pnpPVGQDVxRbykZgR1C/BW5z/Tn4ggsYSlulmg8J5jTfhptng2jdGWgXpAIbsSfIkCYFlpa9BSNy1dpPbWkFV82J11i0m7pw4OrZFAh9NtHsNRzdLVDAmC90f26MOItImVK5KvVKkmxRWNQeEpv0E63bsCCHn9j9bl5elfVRD7r69k2MdQbBPPeojtjn9USRgRrht2f9YMsOxqCEqmC01sw/Ch6MVHmMSTehZ69rMr1w5DSpofoypiMIMzwlk8XOOoNWNv//+kn3c7oyukIUon/mqmv9WULXmSyDp6L2kRAjwTFjcTA36iDqIEnMxML9UOFapMV2PPhiut2hEvz62FYhFWCYt2LE/I+ctMKrs25FnYSCQ69OhzP9SuPBJO7+y6S2VnJT8qmYfdt5GwGGUUIg7NiVCHFK2Ptpwc6yq4tYCBZVNWdnaBPSknzp0h4b3wU9LNeXC6nT2/2DVhKoBluoksF+uu6BFYJSuiS0guEfrzXudDx5FHILZsqIa+wscUgdBpV3rmAmCijq4eXXmBINDK9ie0cTlqYvWDKKa96vqNBHBc0A4rvNtChY2HU+pdow6BSg+pdm19U2ol1x0nh87fg31WMuv6Jn1jwWCvz/Cz7mWJrfMF7bcc3HKReQROkLmd5JtdxAB7KPb9HlKLLo+tj8HvGi7tb4sgx0agUDtRe+AWjoeI6tp+uLejy1T4a+Z0R8k/5J8FK3qm4FWc0mgvizt400igNKlfaQ0iCAh2i2oXDUH6pEjruPc/L46TMD1ZnMNMhm7JyOAoGjB9pZe78gohVNfdjo+udgcvt+LfTOButJuTZYGF/0veOdpeFe9hoF4i+r9/hjru+AgG2hxUjPhKphX7irbTrjpjGIpHeuraJJb5WaDLdWZPVEynradoQdSztQCZxHKMXaMjBaMzHk/9iGA8jOmfYY6cyVp9WgdtaEstlkEvQEh67fmX7Gil/tL9RKIpWwreDZOz08A6hnn/LHNd5fK5+4ghfObl0PWYwwuwO3X2tIM+6bUyYKKlnyqsUCswYIMiX0hbeg7DeccsmV4buAeVbZprme6cVxYS4LtnJGLNy8ri2p6fmVjBdSh2lgvO9Phl7SVFfyYX4A4wEjFxhYGz/XsG/Dyby5O6TMcTgqrVs8BH/cR0A6VAvnWdBFqbz/+9Xsvel8lJSVtS+OvLfuBIMKxUz1urNxhDj6YV/VodNfWI4mCisarQTUcQsFqZodCV2QiFCSjJjhQWzKZErpNnUrAl6AGG7h1QsWq81TSEQE0EH+EWObO2OqvbM9v2hoyfz5t2qoURa5TWg1OmHDuPQX1W9j24+CL9HXHVkpwU42QdjRO3o7bGwtukYv7/fWlKZ+eFk/mgpHg0pfV4M8kPthMUGZatpjweqrHqPcRhQuaF1BqLI1uyqoId6zbd7SBOVBJGdNNwYQprGxaC4I4z+EwIRBKCNtq7TDGn/aPJSc7N23oA3wLHp9EuYHNbkLbjZ61FTK/trmhNKFLIRN6JBikoKr5Emi6H3Dd8EbTcfzbb3BWsqGhNO2Gx4WVzeVciDuhiI+BqvARxMpQysmfUzBxXtN0W8c+FDYoNlKOgE2yScQxW2qKHXaxO/RYMEjBt57qLwaGtsJFBkJlUqkxgCqjNwX//UrsYT8P/CF+yEOuSnsX7mRsgvZR2umvKYmOb+VfvaKAmt7bGNNnxPa+xRLeY8Z8pq2uPLpza0/plWAigK9zBWjP8vg6HgtG7Nh1ys3gvz+3q/N4XGtQWNXyR5FkAnIY9i9/bfHY8C6wQy1uJnGbsDtDkA4I7wo33ZUdG5cVwShowfzmX1OP59rI4JgramBL3uzowVb8/jGxYD9NZ0do8Jv3lu8vqGjeCbl1rowBjUSR2La4sK2+JLplbTbIyI/JEIicS69rXTKdEotfAxXDig53xABCk/0ubw0zjnX4Gi5gVK97WXidASXRVbdow4DthITOaK0pZtkWCpJNwUTx311+V6C21DBJ+xguyMPQWglsJaTKqxZE92a2WMMgTH4OqiLmdT94aovN4Qe8/trS0biAA9/rC7JZldLiq2r8MhVktr+2fFH4CT5QlZLscoZgVTrISG780Mah4JAKJp6CiibsB06xoFS8AbFadNPUQ8lhFQxAIbZ5hTJ2anxzDQ7kzkBNcdamzHaXPrEx3UAE6sqmEtP+PBxuANHsAQG9DlZ79uEUyv9IweGuSoeEz12+fCDjQ0Z7c3NGmrY9moGnDQ3kWEHECHAwh8PxMLB1/Si0nSARBrUakiDWwAVwhAQh6WOoW7sE4bspoR8STt8jGv+AMLaDifbtm4Zt2YXT8NXP/dfzX6E04xa9PMiwtk01qHam4Px0cC2LwMseirNw0c+U87vlSC6Wq9PO9wp0vvFPzvYFFcTJ8HLyN30DEl6m3PqLpfVbt7nmvA/gg1n84cPLJ0ppcI9FbUQ/HxXWHEJFGXjR45ju0TDmDq9cONLKBewS2CwMozFnwgpu55Q9q2vkQbHffinbe6EcKo5opfnc5Y0Dc7z61yGQng+B1yTZf9EHKzgOBxgRgzrhqpQPBCUP5ZqdDX9ffrFzjPkI5YhSmsn1643Q+g/Op4zeRHXPqTh1StjYTdETCwK3hrUc/iLNiLAtwYW9D1Lxka/7oBnZJX0VTnZC8e2jQoQ4Ax+GM/hR7oX3PPDT/cGnGQ45GAGfGQ7nQwSlg+GCgzTda0SaJVRkOILXnlk72ZRipbCC/4Gz3w71DFy+LpvPCc4ih11p8qoeHaDznIWCke8z5hkW3hOne4JHYaNScB4SlJP3OKV/FVT8zRD6S0fp5M21fdyLgZ2Tb4weMIZa5lTQmS9C/s+gRCukenhnAtll3U1lQkvE8WHsnD8c1MUtby0tO2Ks0GFRmrzF4Jvs8FQKyhZrzDM03WSyWKTjiQI1Q/jQjxcgxLnPMPQX1LZdRxyT5zX3CzG9gJHQNyCv5UwzjkWpy47eDBUJKwX4bDZY3fttTbuxNwNF2eAQKo2gRZUtU0BwdVTzTIo8FTgtUSXp3CkIu5dZos6//MipdT1BWdeZIJNrqe6dJJu2JANo8WCHOuf2TmFZP+jOzIVs0vdKg9uyfDSpSgj6Syh8r9v2s/HIaEMIC2rWU5zR6s21XVPKMoBOnvfoIIvmDmAahXbLYwaFsW9LzVkH1PtHHOMWrRnZz7Ku5YJW6ro+lEsZpbFCMiozuG12/rFdhKpiH9TV1/SZ0oAgvLmm+VNQlO9JM5wm4gn3dTCQV2iFScT1b9bPzHCDeZzS88RU8CB/ThibxjQv+LPox4YdU4xQpLWC60Ok0glmvsnU+M1vLJuVdknC4WDs4vtyhmwfUcGpuAWassFu+x7GAzLG7qF1todduuWu9PMrekvWlSb8sOkcsCo5VfhU/dj5lG6AuQW5mJvgY/NjJ6mmBSyYb3vR1xgz7gWN8GZq3hE08fCj24jFy/13l7+iko84Tp7XPMLLxE+oplVg12A6WTIDxGCaG4lpX9SXTXgfWRpB867+87FGZ+cVQqPzoSYc5YiKsObjakTbWuoR9IYNDeFH/WWKjFaGe+o1T+4VqcaA0wEOJifcvqG1tuQXKunIBNr2woWry0Fn6kGWI2OtT7gC2BAUWPcLjS1rW1LyJjRdmXnYPaTHSoMzKQ8aIwcZnA+mLFfP1bx7rc72/W4KgI6fJnJ+wXRPJRQS7rHy3daaElxW3H3QR9o+sVJonqXhCV29kw9EcBbh4iuBupI+2xc0ewiaX/mkjxJ7BVSYk6zgwdWcBedtqZmTEE2NvfS5HKZvHTzE238gVqvcHLpnr6nvz8YkisyVBrW9qqVMcH4bePynyG9CockOLQVOlUMnFiKdPZBeOzC087YX770yupcP+jn/GPaK2ZvBPWllRngf0YzcC7uz01My0Jnk3LwjUNuzxxwcKUhf6KPhlbYtrtc93lGyKVN+XRh0nMMrLaDevgcV5WenfBy61+2pCulIrzRQs/N3TJynMb0WP55uIlksEFqDTxp68uOcjos+yNbSDVCa/OGeGt3Tb15WlEbTbW7a3w3Ul9ypkj5RTJv2nL57/N5lTMoDjUhmljfcU65x27Zva6sr6dYziVIqTdh3yL1b83gv62kByfCZi3/B/Xz59XuLM1omkgY6paLx5BBj4DSzgemislSATwOGk2+BwzN6u0fL4UD295DcdWAtJ3WngzQWGXnZ9p/tUccXb6nOz+giyWdgQXP0+gijRDM8PVYYBC0ThLvH6h6erU1Qxfq68rfA5n0BDrdjb2lPkMMOEEHZlJz9SVQYXAVt2N4bme7tscIguH8PY9pX2fZ3M35EVHKluQXKWpApIF6V0EsoyZ88b336/UkzQ7TWlG32j1x/NCfWVaAA++VuDWhyMwTbfBDWGE2QQN78lVNV8ieG6R8/aXBGi9KF4ZkA8gPJidPUaVpSKQ02jhtBvOHzXgJXeWNDQ5afVQwOdWBZ6fLWmuJBe4Z7c21uXSQEeUAQuhmcwAPgBJrwu7vg9S1BKfy2U6lQ4JTwEYbeDx85/HOV/Ilg7bDzTXBtA2gxewvIQTDKNqjTtKT3aUZ4/qAZ/eb0yqcRfKtpB6e9Xn/RIV9PqKBFV/9pHLc6n6FUP9atIxD9G2hKXxdm6LzA8mTPdzyyKLxm1RAe0v/GND0vk55jN9CngQr21x0Wn741w/6y9PZc9otM+j7RPT+XkVM3zCE+EJObob8d5MHiQzk2khSoBL7h3qXM8Fa4r8cCI82YTWy7IlBXulwlHtFMu/S+nD39RtxLDe/Xu1Wx1dgVt0I1cK/d2ngpYydAPiJ/+/5v21TcomneY9C0419s8yWnLeBEIjMYBOV60Kvz6189ZM9uyBRBJ8xvnKYxvQU8wAFuXQhS2S3+1O6cA7Oy1lXQxxRe89wQYu7/ARdkgaZ7B6E1lXOjo+UDSiIVRSM8FNxlC/LrHHLMHT1xGZIqzdQr13ymQw/eZYvQTVvqL8aw1MG46Xd6jaNPHE310LEG2HyisY+GjAy+v6569kG4bJcmHaFMg3B1N/eugujjbOykTiDsK+yHEKvcX1f2rEz7BFHwrQf6k5zhxwhmjsY1itzQPhwxbPx/1lUfn2CO8q54ZBhY37spYc8meTimA1elCfsyOQ2a4b1cTmUQtIPz4EqLWL/K3yX8PelFPCKRHZeTL9UIu0dQAW1Toq5Tzcu5HawP1JZWqaT/Buj4qtXH6cKugFioAnyiIeh2gNXdZoXEGVvuKeva/9MFF6URtBDMt2Dan8GeoRer0hHQRVwiTDUuzM5lrd3cwOtIpfC6lmNIp3iWaMbJrg4lhvKCdKDHCBLoxzQDXsASgWxwMb8QdifY1ncgQvsD4x2/a62/2LG73JGBoL4rV55GPZ4XmObBqQWQb6d/CuncskLL2+pKUz5ANUFp0Mq8OSLncTBXZW4jyLJTDDRSmKSo7Z6y7Sr5k89iwXw7mm9luud6YfW8ZwB9OvAlOBf2XcNHDfz+uuqzMp+z0ceEy9ZTR/WcK10DAeyt4fwg1IjP++tKkm7YHR/k07dGGj6oVaAwSXoZGVgZQuv+qxQGqaY8MOq1G4UVrJQdhT1EhvPCZozSaz/e2d6ZV9XSp/tydwfpVjB+ByhMSFrPeMByghOdCwdXqhRXnEqzGFp2m36Nyq0OXdp3tDJ26GNT2PerpP8e0L/ZPuk6quXU9qZbPgoUAOW25qFGXUHlE0fMfJ3P7bD+KYh4BDdQdQOaWgixyPRxlyV/IJdD3TCs3r1j30vg/E1xE5wc4BPWqkBNaYaP74Dw9qqWKZrG54IIzwWtGwoGEMfn8fmPb4HJemwgzXn0pbrzMn4CT28Ye+l9OSO8wweYHjEQIu2BGicDLcoGwF0NBn9kPLjC+ABycNqyG/wJymwm+IzW2tKsPKGsV0Dl8G0rvBjK8g/S2rg4/9CaWCIY+kpg+UzXOUaxSkPzFzZ/jtpkHWPaKLf+C6bn2NwyF/prL6hTSa5gh9Pu3GE11JN7GcGlzSk6BMOz6629Qljf5qPMNblbSe4By+rv9XiHUcFHCKoPh8IcLjgbDpkdQakYBrc5BL45GGrMYCjkwXDnQ8AKDgRBdLUrDvMbOYZvSiGFX/FfWD/kf30GPonFstM7mIeKSdc+Psbq1DdTpg11KxuQIye2+aPWujLXxxnHNE8gONM8FixBeAJPPFAIttVpWaIz5YRs3PF7d7/h71JNvwwirJQKg6AXT4UYrFF9lbFzQNDS++3x5gz8D2GegNBynoOK/xglej04CT+jjH4H7ujboCDllNKzGGWT4PVEOMddsTyyQyvyh9FB9A8UV/7BsXwfH0EK+Yoo0CEAXUx1eNjZZ+d+DBXxbaixKiUeSiz5EAZ3upRm8S0QYOsjNKO/EqYTbOjgjb3C0pM6wOidE05vh8hrtJulSgX2XsoCjRRm5E8WamJ+sgJaI/jDXlKMeuA/9UZ2sYXJGRWPqtPDzsRtByyoqO8RFmuNY0CRCJ70ESlOKdliQNLike0fCXKNO544GMv7ngH94TNHy7XNPSZckFiA6HiHCzTy1/VkQmyJ0JljRo5Mg9+1QfH2Qf63grL9E879hPCXQQnXgjo+CC7+rznlNxCNXQnH5Taxv0gJz7dNbRwj5jEiRxsApuhqqDjhPGQJphkQfpNbW2vLHY9BOvzQvWFD4AZ4oJQmncbS9S0cmNwx+VLq6XcvDyUOdmKhCdv6QFBtWqC22H23f7hGwbbJ36EeL4R13Zy/jLVc8F2gcD/RGXtHEH0fBK+7BWG7BfXu3lLzPGSqrzcOErRwweppwhbhcanetCig+PD9TsLJ5YH6MsfjoQ43sscfV3MYuVe4bY6JI9/Csl7y15W6Pq2qy9LccguISBwINwkuYPNBSI4gHQNUSiLV1dw/esOvbbPzevlUfrQYGRCu3eTfFudfDtSX37mxtrRlU+2MdW21M/yba6f/O7w68hDsNDV7BeOCX0wNT+8UBkArCQL7j2VqL6qkIwtKh8gSdQUUnpKkQ+ZdSgPlCw3ADm52gGfqbLUQ+QMQMgtLS72FPShOG3jdO4Kh/tBc3A6GrhObEyofndzV5IDZxmYFFfVNy+48z19TfNyW+vKEgdFDxdRvrhnkG5EDkWOSaRNoOdRrtKmEV/hP3lM86NPB+yfqHh6YULn6dJV8RLB/9AB04E6Qm8O5gYUt4p7HEoPDFPgqV58Ajs0LjOnHuIfcXtsyQz9sqyv5lUrKGN83fj+UDh0yktidHo159wc/at+6ZUXPnrWSZWjR1S3juEmfhyYJ/DG3CVq4zMX6RaC25AaVFAMuC26aSoT2NGiPy0R3EDGlNjS7cwN1pX9QiYcVjHCJTTeCsg92s6hQmW1uhb4XqCv7rUpy4FAaXA7x8fh9zzE950tuuzpAzYHfsP/sry09VyV9wsECbz6PCtYkKPW4FjiDAhf2JYGa1H7J5KufPs40O14ACzTWXfF0fJbhTW31JbeppMOD8l0FZfeiSXF1RyizuNXxhbaG2TGPKu3CYVfXnfk8B6+5yalKXUBzA5EaOfWwP7woG+CwQUXTDynzPgm2OEFhlE+yi9jWqekUBtlw1zn/MuzcQlCYl93GriAdWmTjpwWVzQ0q6bAwjZwJ7SkpZjpGnIkKg4YBIp7WTm//pP1xzsa4ulrYxHqCm8EObLsTAMHirDCIjuaqlE8kGD0U7Jj0gO7JvS3ZcAmY1FbLbD/ZX1fueDxRKjY0nLPXsLd+Gaz0CrexHfgtBk7/lb7K5j/halOVfCihez76KB+KcWbSAWkCrQnV/vSPJTP2qYQEEjRDhmNDvfdqOblzXeecojJxvp9YpPCTtLlQ3hVrh2leKx9CyTymaYugRuW5NSM4pwTakT/6a4tjnz/XPXCaxfbGnzIj9wY3pxpDWm6ab2ghY9qm+w7dDl7hqRHeh6meM9u1SwSdfS722LyzcEvDnKRbliS4/StWzOHE4L+EKCrobm0gHtK8/YnBblUpRyp00oInfFCrXylauFYYOXwXFXwd01gt3ISrwuBzbMAa3NwrhUFwmsVRm24ioVCFa1OFC9Q0fbzttQJ58xvzVHIfI+iW4cbZlOqgMO5WBsfIQAh1qRQGSYwV4eqBEeWbwYT9JunwOQ8xohlzfFVNX1dJRxSy+als/j3XPX5Q+6nhjSoSlcQBVBAIGYKWbftVSu+oruat9SUNgh88H3wjiL+dFRA3XqKMHqUxbWPBvKbpKrnP8FU+MQQKbWk4H66+DLHt4L+CtkgbGbuYkjAF332gPzk4+FWoKePBlqrULtBRhIZ/p7DYVwJ3XxBQyYcfaBoKdjT9jBn9ftjttVph89xBbO20LN4T9S1YlU+5/hyE9MNdx+SwIKEmQlFaVFCcVvoOeKOPEJM9lI3JbuEeYO/vmSfnYpFsPx8Is207NGdzbdlKlZIUN0sj8f/qkna4icvBXEMzlfgxjO9BCCOEZjelmrBzqDm9vak/EdpXwvsPdxNoeiGq8FDNPEulZAMRWDYzQEQoj3OrDTs5E5BRDPVQQvtBNR4OFfJU8Jh/qeV6thVWre70VbRcG/5gD0CFGebBQeSkCgOGAbetuzsThUGSKg1cSgSOeu3vghI1iJcI1hpN0z/bz9vvz2MvXRX3mMjDwzHvhdqJRjdRLe1Tb12BZgOK0PlA114D4T0XxkxQGIhc0jSTMcipHIJ7wXH/ta+i+c1Trnp8jHorM8DqFg7PuUHz5H43mR8jnXJuPX+g4+OMNwBI2jxFQXP/UeONlOX+n1t4imCIym3zbUqsM/x1Fx6SWXipmLpozaBO234GCsl1BmIyVM/vDYFsbqcGAayvsqkEnOyVIO241R2ZIztWbf7SR1yck9HyWYzgtjXeyjz9rxeWezMtuxZsq81iA0/vzu6nKSyNAiIB/8jyW7nVeRs1kjnGGA1oJwtqBHxXPeFTyYeNvy+Zsc8/cv1pXISuAsm0ywgmzhGNAk0v0z3gRpCXOy1yYlYVBpg9ZwWjlBZD89BjhUHAHIC7I04dTkihSkoKbm3n29EMPkxuSoXBit4e7Phqd7fLTW9pIqDF2d58IzXA4iTJiLwcY2DfrSsDNWW/U4mHHdxxdPDB3LM1ZoOvop0ATa4Xwu+dUIR+xrxrWmvO36w+mn3Ap/AN9/xc8/b/Hg/1ZoWvdJaDoDtFbQ2l+GggVyZd++QYs9N8nun6yXKhowtSYbi52Tyw58w3Hry028umM1caBNpm37aiuVAz75MDXUlqDpPbplkrdXv017O+vcgnkIlVq8dahP8dnFvXudeZwDQvzjOubastWaiSnMiywQnjngfDzWDiQCQifRjbfipgf1hKGub3qGy6pzQSQQsqmorAojwD7fTQZELAkJwLcZAL82ub62atVsmfWiZf3XycZZGnCfOABcjcz0Kwlxqim9sDdaU/UkkOcC227slppJr3jFTXpprBwbn+ub+29EaV1CN6oDRhcAH9HpG7ghqe6W4rMSNIzbbs9WaOXvbGb8/fqpI/pQg6seqJMyxBlkFon08gknK12OB/QROCwzVBi1u/GzxQfP/FO8qju6RGkS7Dqh9TPfeWcFOUxGcKd5nsF5Y5M9Aw8xmZ1gt6rDQSMIkTthd9U6f6AyLcQaXeSAQiE3S8Vuw44L18+0PnJZ1n/Gki77q1w8iBg19impHHqBjGCTWZzf8N4ckrQ4/aGFhXXe3ulOAI/Y5J34DmrgGknisVLwlwbWHb1hMdunZRth7E3DulUeC2FmLQ4Ic1PackldVB8CYsK/S4GRKX44PZVfL/yARQloIdU74FtbMewtWcVP4RDgsIYu+2guZFW5ZfmNWtUrKiNApaWLWqUFBPI/gzY7FjKhXYbNmW9XdB2WWba4tfV8n/wwXcfXxI7t6bBTN+CArDUll02bRRxjkXNwdqi/tkUDmbSqMAR3lB47mU678HszI8XQ+obLsF3w+1pvpow1ja10+B++SAz8d64gu24OD/eIvCDm7qfh7ZOWlbDR7+4dUbehgZZUIfKI1CbovfNINQ/R5QHvVAjdSo9vefNrdv2FJf/phK/jRBJ1218gRL134OlekidJBT+SsSaVk0zi2rfljnru+su/+ybo7Sdp++U5ouaNH8xwtsavxOM7xFbutsEkBB4BpvK7gDju4Y2m4vX/cJfRxxWmYLrXBI05eFRhfDPU9Da5LKV4kAigIKJTq4Zf44cHf5r0FOqc1QFjkUShPlhHmPDh7IvDcLTb8G1SLTwTvZhBEwQtxazym5k5Bgy5aaOd3q+u4OEy9vPNpinuOobvYjzAgx3d6uTRjz3ob52eioFDR/XtNkiIIroORnM807SE49yWSIASoThOrwces1KxSq2nLPrL+rdw4ph1RpuhB04hXNPtugv6K6cbasWenMcBRUt/B6I2GZWwXnTzJOH+lv85de7Fk0BpawcbxN6K+Zrp8HF0f9xFoMb4ULEjsq8fcopeC8h97mtrhhc0P6aQST580DjfvqCUx4L+KMlYJ1mAJRDT7iLn2zE4O0utzaLiz7lgvHlDVUV9PMv9wHHCaliUU9EFWI20CBvorl1J3pA2FAkbqeax0ECW+DEn4VUp+ntr1RDAi93zpozlYcfFVfQMLrnSz6BGPaSbh3XsbI/fZIyObmlZvrZj6oUsmpl6wc3jlAfwjePIMxoz9ahu5VCAUoKO5taFvmh+DZ/iJHsLu7+yC1vuQIUBonBRVPjSI0eA1U9PlgisMz3bor9FikSc8BP7FzeVtNyfxwYngzSnjjGQFvZ9Q0uIDjQZybv/TXFEMoDIDzX1DZfAE49C1gGWRSpqA1ATNmc8KfF0S7dXNt8RG2YUAXR5zSxEFPWfDESV7LnscZtv/GcahAYUcx04LG5bTCNIU56Y26C+Xmg9MWP5eze/u+l2g0lO0h2EQK+yBk6PxAXXjXKFze2zHQehIU/nT3iBHsHzZ10MRC89rBBf8LKEqD9s/9a/1Pz/1E9JQf6UqTAK4XygnZXwXHYKZg5AIogDGgTFBuqEyJtRsLiNvWdsu0Tnv93ovweVPUV9F4MqSvA//iqEwilVRQI8fmdvCKwLISuQ+hnI8rnyeRO4dbIdlkyibXDmEo/DIX5HHD1Fo2ZufZV4eFT5zSJCP/iqajmGFNENQ4kxD+RWiBxkHLM5oZHlxDYllBXGZaLpeZ4iOETO0/LybbWzBjpKXhe+G/6YG6spcxacy89f1GsA8WMKHt4VR/4RhDvPff1mH5X6M0aQF/A8yOatPA+b5q5RSuGy9Awedgk9cT5JQFbv84UHPBz1TSp4JPj9K4gLPcrM5QEzNyTs2o01GBg4HQGO4lodDXA3fPelIlf2r4VCtNhLyq1aN1Yf8EbMdcXMIi+2jQ+kSiKnRcw04vDrL+FRyUH7Y1zHop/Oanj/8pjQt5s5cOyBly9FEWeLOC2GaO1n/nq8vOOcIeQXS4IOT/AZWaEOU59kmIAAAAAElFTkSuQmCC">
            <a:extLst>
              <a:ext uri="{FF2B5EF4-FFF2-40B4-BE49-F238E27FC236}">
                <a16:creationId xmlns:a16="http://schemas.microsoft.com/office/drawing/2014/main" id="{A7705449-251C-4457-BD96-82F355FE04B0}"/>
              </a:ext>
            </a:extLst>
          </p:cNvPr>
          <p:cNvSpPr>
            <a:spLocks noChangeAspect="1" noChangeArrowheads="1"/>
          </p:cNvSpPr>
          <p:nvPr/>
        </p:nvSpPr>
        <p:spPr bwMode="auto">
          <a:xfrm>
            <a:off x="12878785" y="5367067"/>
            <a:ext cx="304756" cy="30475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32563"/>
            <a:endParaRPr lang="en-US">
              <a:solidFill>
                <a:srgbClr val="353535"/>
              </a:solidFill>
              <a:latin typeface="+mj-lt"/>
            </a:endParaRPr>
          </a:p>
        </p:txBody>
      </p:sp>
      <p:sp>
        <p:nvSpPr>
          <p:cNvPr id="8" name="Rectangle 7">
            <a:extLst>
              <a:ext uri="{FF2B5EF4-FFF2-40B4-BE49-F238E27FC236}">
                <a16:creationId xmlns:a16="http://schemas.microsoft.com/office/drawing/2014/main" id="{9A7F0FC4-5D9D-4BE1-80FF-D69E0E552B35}"/>
              </a:ext>
            </a:extLst>
          </p:cNvPr>
          <p:cNvSpPr/>
          <p:nvPr/>
        </p:nvSpPr>
        <p:spPr>
          <a:xfrm>
            <a:off x="12755210" y="5182426"/>
            <a:ext cx="252105" cy="376684"/>
          </a:xfrm>
          <a:prstGeom prst="rect">
            <a:avLst/>
          </a:prstGeom>
        </p:spPr>
        <p:txBody>
          <a:bodyPr wrap="none">
            <a:spAutoFit/>
          </a:bodyPr>
          <a:lstStyle/>
          <a:p>
            <a:pPr defTabSz="932563"/>
            <a:r>
              <a:rPr lang="en-US">
                <a:solidFill>
                  <a:srgbClr val="353535"/>
                </a:solidFill>
                <a:latin typeface="+mj-lt"/>
              </a:rPr>
              <a:t> </a:t>
            </a:r>
          </a:p>
        </p:txBody>
      </p:sp>
      <p:sp>
        <p:nvSpPr>
          <p:cNvPr id="9" name="Rectangle 8">
            <a:extLst>
              <a:ext uri="{FF2B5EF4-FFF2-40B4-BE49-F238E27FC236}">
                <a16:creationId xmlns:a16="http://schemas.microsoft.com/office/drawing/2014/main" id="{26E1ED73-B476-4DDC-84A4-CE6D116DA571}"/>
              </a:ext>
            </a:extLst>
          </p:cNvPr>
          <p:cNvSpPr/>
          <p:nvPr/>
        </p:nvSpPr>
        <p:spPr>
          <a:xfrm>
            <a:off x="12755210" y="5182426"/>
            <a:ext cx="252105" cy="376684"/>
          </a:xfrm>
          <a:prstGeom prst="rect">
            <a:avLst/>
          </a:prstGeom>
        </p:spPr>
        <p:txBody>
          <a:bodyPr wrap="none">
            <a:spAutoFit/>
          </a:bodyPr>
          <a:lstStyle/>
          <a:p>
            <a:pPr defTabSz="932563"/>
            <a:r>
              <a:rPr lang="en-US">
                <a:solidFill>
                  <a:srgbClr val="353535"/>
                </a:solidFill>
                <a:latin typeface="+mj-lt"/>
              </a:rPr>
              <a:t> </a:t>
            </a:r>
          </a:p>
        </p:txBody>
      </p:sp>
      <p:sp>
        <p:nvSpPr>
          <p:cNvPr id="10" name="Rectangle 9">
            <a:extLst>
              <a:ext uri="{FF2B5EF4-FFF2-40B4-BE49-F238E27FC236}">
                <a16:creationId xmlns:a16="http://schemas.microsoft.com/office/drawing/2014/main" id="{43F54CD8-80BC-4216-B830-313725F4AFC3}"/>
              </a:ext>
            </a:extLst>
          </p:cNvPr>
          <p:cNvSpPr/>
          <p:nvPr/>
        </p:nvSpPr>
        <p:spPr>
          <a:xfrm>
            <a:off x="12755210" y="5182426"/>
            <a:ext cx="252105" cy="376684"/>
          </a:xfrm>
          <a:prstGeom prst="rect">
            <a:avLst/>
          </a:prstGeom>
        </p:spPr>
        <p:txBody>
          <a:bodyPr wrap="none">
            <a:spAutoFit/>
          </a:bodyPr>
          <a:lstStyle/>
          <a:p>
            <a:pPr defTabSz="932563"/>
            <a:r>
              <a:rPr lang="en-US">
                <a:solidFill>
                  <a:srgbClr val="353535"/>
                </a:solidFill>
                <a:latin typeface="+mj-lt"/>
              </a:rPr>
              <a:t> </a:t>
            </a:r>
          </a:p>
        </p:txBody>
      </p:sp>
      <p:sp>
        <p:nvSpPr>
          <p:cNvPr id="12" name="Freeform: Shape 11">
            <a:extLst>
              <a:ext uri="{FF2B5EF4-FFF2-40B4-BE49-F238E27FC236}">
                <a16:creationId xmlns:a16="http://schemas.microsoft.com/office/drawing/2014/main" id="{C3096543-D51E-4CC7-8162-D92B369E4AFD}"/>
              </a:ext>
            </a:extLst>
          </p:cNvPr>
          <p:cNvSpPr/>
          <p:nvPr/>
        </p:nvSpPr>
        <p:spPr>
          <a:xfrm>
            <a:off x="10148980" y="3638905"/>
            <a:ext cx="606817" cy="1006428"/>
          </a:xfrm>
          <a:custGeom>
            <a:avLst/>
            <a:gdLst/>
            <a:ahLst/>
            <a:cxnLst/>
            <a:rect l="0" t="0" r="0" b="0"/>
            <a:pathLst>
              <a:path w="1583471" h="2626245">
                <a:moveTo>
                  <a:pt x="808402" y="1158638"/>
                </a:moveTo>
                <a:cubicBezTo>
                  <a:pt x="615295" y="1158638"/>
                  <a:pt x="460810" y="1004153"/>
                  <a:pt x="460810" y="811047"/>
                </a:cubicBezTo>
                <a:cubicBezTo>
                  <a:pt x="460810" y="617940"/>
                  <a:pt x="615295" y="463455"/>
                  <a:pt x="808402" y="463455"/>
                </a:cubicBezTo>
                <a:cubicBezTo>
                  <a:pt x="1001508" y="463455"/>
                  <a:pt x="1155993" y="617940"/>
                  <a:pt x="1155993" y="811047"/>
                </a:cubicBezTo>
                <a:cubicBezTo>
                  <a:pt x="1155993" y="1004153"/>
                  <a:pt x="1001508" y="1158638"/>
                  <a:pt x="808402" y="1158638"/>
                </a:cubicBezTo>
                <a:close/>
                <a:moveTo>
                  <a:pt x="808402" y="0"/>
                </a:moveTo>
                <a:cubicBezTo>
                  <a:pt x="541915" y="0"/>
                  <a:pt x="290877" y="131312"/>
                  <a:pt x="140254" y="355316"/>
                </a:cubicBezTo>
                <a:cubicBezTo>
                  <a:pt x="-10369" y="575457"/>
                  <a:pt x="-41266" y="857392"/>
                  <a:pt x="55287" y="1108430"/>
                </a:cubicBezTo>
                <a:lnTo>
                  <a:pt x="422189" y="1919477"/>
                </a:lnTo>
                <a:lnTo>
                  <a:pt x="738883" y="2583763"/>
                </a:lnTo>
                <a:cubicBezTo>
                  <a:pt x="750470" y="2610797"/>
                  <a:pt x="777505" y="2626246"/>
                  <a:pt x="808402" y="2626246"/>
                </a:cubicBezTo>
                <a:cubicBezTo>
                  <a:pt x="839299" y="2626246"/>
                  <a:pt x="866333" y="2610797"/>
                  <a:pt x="877920" y="2583763"/>
                </a:cubicBezTo>
                <a:lnTo>
                  <a:pt x="1194614" y="1919477"/>
                </a:lnTo>
                <a:lnTo>
                  <a:pt x="1561516" y="1108430"/>
                </a:lnTo>
                <a:cubicBezTo>
                  <a:pt x="1658069" y="857392"/>
                  <a:pt x="1627172" y="575457"/>
                  <a:pt x="1476550" y="355316"/>
                </a:cubicBezTo>
                <a:cubicBezTo>
                  <a:pt x="1325927" y="131312"/>
                  <a:pt x="1074888" y="0"/>
                  <a:pt x="808402" y="0"/>
                </a:cubicBezTo>
                <a:close/>
              </a:path>
            </a:pathLst>
          </a:custGeom>
          <a:solidFill>
            <a:schemeClr val="tx2"/>
          </a:solidFill>
          <a:ln w="9525" cap="flat">
            <a:noFill/>
            <a:prstDash val="solid"/>
            <a:miter/>
          </a:ln>
        </p:spPr>
        <p:txBody>
          <a:bodyPr/>
          <a:lstStyle/>
          <a:p>
            <a:pPr defTabSz="932563"/>
            <a:endParaRPr lang="en-US">
              <a:solidFill>
                <a:srgbClr val="353535"/>
              </a:solidFill>
              <a:latin typeface="+mj-lt"/>
            </a:endParaRPr>
          </a:p>
        </p:txBody>
      </p:sp>
      <p:sp>
        <p:nvSpPr>
          <p:cNvPr id="43" name="Freeform: Shape 42">
            <a:extLst>
              <a:ext uri="{FF2B5EF4-FFF2-40B4-BE49-F238E27FC236}">
                <a16:creationId xmlns:a16="http://schemas.microsoft.com/office/drawing/2014/main" id="{2EA68848-2607-457B-BE96-AE26E97D7CCD}"/>
              </a:ext>
            </a:extLst>
          </p:cNvPr>
          <p:cNvSpPr/>
          <p:nvPr/>
        </p:nvSpPr>
        <p:spPr>
          <a:xfrm>
            <a:off x="11099642" y="3481568"/>
            <a:ext cx="606817" cy="1006428"/>
          </a:xfrm>
          <a:custGeom>
            <a:avLst/>
            <a:gdLst/>
            <a:ahLst/>
            <a:cxnLst/>
            <a:rect l="0" t="0" r="0" b="0"/>
            <a:pathLst>
              <a:path w="1583471" h="2626245">
                <a:moveTo>
                  <a:pt x="808402" y="1158638"/>
                </a:moveTo>
                <a:cubicBezTo>
                  <a:pt x="615295" y="1158638"/>
                  <a:pt x="460810" y="1004153"/>
                  <a:pt x="460810" y="811047"/>
                </a:cubicBezTo>
                <a:cubicBezTo>
                  <a:pt x="460810" y="617940"/>
                  <a:pt x="615295" y="463455"/>
                  <a:pt x="808402" y="463455"/>
                </a:cubicBezTo>
                <a:cubicBezTo>
                  <a:pt x="1001508" y="463455"/>
                  <a:pt x="1155993" y="617940"/>
                  <a:pt x="1155993" y="811047"/>
                </a:cubicBezTo>
                <a:cubicBezTo>
                  <a:pt x="1155993" y="1004153"/>
                  <a:pt x="1001508" y="1158638"/>
                  <a:pt x="808402" y="1158638"/>
                </a:cubicBezTo>
                <a:close/>
                <a:moveTo>
                  <a:pt x="808402" y="0"/>
                </a:moveTo>
                <a:cubicBezTo>
                  <a:pt x="541915" y="0"/>
                  <a:pt x="290877" y="131312"/>
                  <a:pt x="140254" y="355316"/>
                </a:cubicBezTo>
                <a:cubicBezTo>
                  <a:pt x="-10369" y="575457"/>
                  <a:pt x="-41266" y="857392"/>
                  <a:pt x="55287" y="1108430"/>
                </a:cubicBezTo>
                <a:lnTo>
                  <a:pt x="422189" y="1919477"/>
                </a:lnTo>
                <a:lnTo>
                  <a:pt x="738883" y="2583763"/>
                </a:lnTo>
                <a:cubicBezTo>
                  <a:pt x="750470" y="2610797"/>
                  <a:pt x="777505" y="2626246"/>
                  <a:pt x="808402" y="2626246"/>
                </a:cubicBezTo>
                <a:cubicBezTo>
                  <a:pt x="839299" y="2626246"/>
                  <a:pt x="866333" y="2610797"/>
                  <a:pt x="877920" y="2583763"/>
                </a:cubicBezTo>
                <a:lnTo>
                  <a:pt x="1194614" y="1919477"/>
                </a:lnTo>
                <a:lnTo>
                  <a:pt x="1561516" y="1108430"/>
                </a:lnTo>
                <a:cubicBezTo>
                  <a:pt x="1658069" y="857392"/>
                  <a:pt x="1627172" y="575457"/>
                  <a:pt x="1476550" y="355316"/>
                </a:cubicBezTo>
                <a:cubicBezTo>
                  <a:pt x="1325927" y="131312"/>
                  <a:pt x="1074888" y="0"/>
                  <a:pt x="808402" y="0"/>
                </a:cubicBezTo>
                <a:close/>
              </a:path>
            </a:pathLst>
          </a:custGeom>
          <a:solidFill>
            <a:schemeClr val="tx2"/>
          </a:solidFill>
          <a:ln w="9525" cap="flat">
            <a:noFill/>
            <a:prstDash val="solid"/>
            <a:miter/>
          </a:ln>
        </p:spPr>
        <p:txBody>
          <a:bodyPr/>
          <a:lstStyle/>
          <a:p>
            <a:pPr defTabSz="932563"/>
            <a:endParaRPr lang="en-US">
              <a:solidFill>
                <a:srgbClr val="353535"/>
              </a:solidFill>
              <a:latin typeface="+mj-lt"/>
            </a:endParaRPr>
          </a:p>
        </p:txBody>
      </p:sp>
      <p:sp>
        <p:nvSpPr>
          <p:cNvPr id="44" name="Freeform: Shape 43">
            <a:extLst>
              <a:ext uri="{FF2B5EF4-FFF2-40B4-BE49-F238E27FC236}">
                <a16:creationId xmlns:a16="http://schemas.microsoft.com/office/drawing/2014/main" id="{66D9D9F9-43FA-44C2-B48F-BC52C6079E55}"/>
              </a:ext>
            </a:extLst>
          </p:cNvPr>
          <p:cNvSpPr/>
          <p:nvPr/>
        </p:nvSpPr>
        <p:spPr>
          <a:xfrm>
            <a:off x="7072099" y="3400744"/>
            <a:ext cx="606817" cy="1006428"/>
          </a:xfrm>
          <a:custGeom>
            <a:avLst/>
            <a:gdLst/>
            <a:ahLst/>
            <a:cxnLst/>
            <a:rect l="0" t="0" r="0" b="0"/>
            <a:pathLst>
              <a:path w="1583471" h="2626245">
                <a:moveTo>
                  <a:pt x="808402" y="1158638"/>
                </a:moveTo>
                <a:cubicBezTo>
                  <a:pt x="615295" y="1158638"/>
                  <a:pt x="460810" y="1004153"/>
                  <a:pt x="460810" y="811047"/>
                </a:cubicBezTo>
                <a:cubicBezTo>
                  <a:pt x="460810" y="617940"/>
                  <a:pt x="615295" y="463455"/>
                  <a:pt x="808402" y="463455"/>
                </a:cubicBezTo>
                <a:cubicBezTo>
                  <a:pt x="1001508" y="463455"/>
                  <a:pt x="1155993" y="617940"/>
                  <a:pt x="1155993" y="811047"/>
                </a:cubicBezTo>
                <a:cubicBezTo>
                  <a:pt x="1155993" y="1004153"/>
                  <a:pt x="1001508" y="1158638"/>
                  <a:pt x="808402" y="1158638"/>
                </a:cubicBezTo>
                <a:close/>
                <a:moveTo>
                  <a:pt x="808402" y="0"/>
                </a:moveTo>
                <a:cubicBezTo>
                  <a:pt x="541915" y="0"/>
                  <a:pt x="290877" y="131312"/>
                  <a:pt x="140254" y="355316"/>
                </a:cubicBezTo>
                <a:cubicBezTo>
                  <a:pt x="-10369" y="575457"/>
                  <a:pt x="-41266" y="857392"/>
                  <a:pt x="55287" y="1108430"/>
                </a:cubicBezTo>
                <a:lnTo>
                  <a:pt x="422189" y="1919477"/>
                </a:lnTo>
                <a:lnTo>
                  <a:pt x="738883" y="2583763"/>
                </a:lnTo>
                <a:cubicBezTo>
                  <a:pt x="750470" y="2610797"/>
                  <a:pt x="777505" y="2626246"/>
                  <a:pt x="808402" y="2626246"/>
                </a:cubicBezTo>
                <a:cubicBezTo>
                  <a:pt x="839299" y="2626246"/>
                  <a:pt x="866333" y="2610797"/>
                  <a:pt x="877920" y="2583763"/>
                </a:cubicBezTo>
                <a:lnTo>
                  <a:pt x="1194614" y="1919477"/>
                </a:lnTo>
                <a:lnTo>
                  <a:pt x="1561516" y="1108430"/>
                </a:lnTo>
                <a:cubicBezTo>
                  <a:pt x="1658069" y="857392"/>
                  <a:pt x="1627172" y="575457"/>
                  <a:pt x="1476550" y="355316"/>
                </a:cubicBezTo>
                <a:cubicBezTo>
                  <a:pt x="1325927" y="131312"/>
                  <a:pt x="1074888" y="0"/>
                  <a:pt x="808402" y="0"/>
                </a:cubicBezTo>
                <a:close/>
              </a:path>
            </a:pathLst>
          </a:custGeom>
          <a:solidFill>
            <a:schemeClr val="tx2"/>
          </a:solidFill>
          <a:ln w="9525" cap="flat">
            <a:noFill/>
            <a:prstDash val="solid"/>
            <a:miter/>
          </a:ln>
        </p:spPr>
        <p:txBody>
          <a:bodyPr/>
          <a:lstStyle/>
          <a:p>
            <a:pPr defTabSz="932563"/>
            <a:endParaRPr lang="en-US">
              <a:solidFill>
                <a:srgbClr val="353535"/>
              </a:solidFill>
              <a:latin typeface="+mj-lt"/>
            </a:endParaRPr>
          </a:p>
        </p:txBody>
      </p:sp>
      <p:sp>
        <p:nvSpPr>
          <p:cNvPr id="46" name="Rectangle 45">
            <a:extLst>
              <a:ext uri="{FF2B5EF4-FFF2-40B4-BE49-F238E27FC236}">
                <a16:creationId xmlns:a16="http://schemas.microsoft.com/office/drawing/2014/main" id="{FF633814-040C-4D2C-A446-AAB7B7297A6C}"/>
              </a:ext>
            </a:extLst>
          </p:cNvPr>
          <p:cNvSpPr/>
          <p:nvPr/>
        </p:nvSpPr>
        <p:spPr>
          <a:xfrm>
            <a:off x="6935803" y="3087399"/>
            <a:ext cx="1043876" cy="307648"/>
          </a:xfrm>
          <a:prstGeom prst="rect">
            <a:avLst/>
          </a:prstGeom>
        </p:spPr>
        <p:txBody>
          <a:bodyPr wrap="none">
            <a:spAutoFit/>
          </a:bodyPr>
          <a:lstStyle/>
          <a:p>
            <a:pPr algn="ctr" defTabSz="932563"/>
            <a:r>
              <a:rPr lang="en-US" sz="1399">
                <a:solidFill>
                  <a:srgbClr val="353535"/>
                </a:solidFill>
                <a:latin typeface="+mj-lt"/>
                <a:cs typeface="Segoe UI" panose="020B0502040204020203" pitchFamily="34" charset="0"/>
              </a:rPr>
              <a:t>IoT Hub US</a:t>
            </a:r>
          </a:p>
        </p:txBody>
      </p:sp>
      <p:sp>
        <p:nvSpPr>
          <p:cNvPr id="47" name="Rectangle 46">
            <a:extLst>
              <a:ext uri="{FF2B5EF4-FFF2-40B4-BE49-F238E27FC236}">
                <a16:creationId xmlns:a16="http://schemas.microsoft.com/office/drawing/2014/main" id="{A23F1EE7-DC8D-4B97-9B56-026A5E8383F2}"/>
              </a:ext>
            </a:extLst>
          </p:cNvPr>
          <p:cNvSpPr/>
          <p:nvPr/>
        </p:nvSpPr>
        <p:spPr>
          <a:xfrm>
            <a:off x="10759997" y="3110874"/>
            <a:ext cx="1424725" cy="313772"/>
          </a:xfrm>
          <a:prstGeom prst="rect">
            <a:avLst/>
          </a:prstGeom>
        </p:spPr>
        <p:txBody>
          <a:bodyPr wrap="square">
            <a:spAutoFit/>
          </a:bodyPr>
          <a:lstStyle/>
          <a:p>
            <a:pPr algn="ctr" defTabSz="932563"/>
            <a:r>
              <a:rPr lang="en-US" sz="1399">
                <a:solidFill>
                  <a:srgbClr val="353535"/>
                </a:solidFill>
                <a:latin typeface="+mj-lt"/>
                <a:cs typeface="Segoe UI" panose="020B0502040204020203" pitchFamily="34" charset="0"/>
              </a:rPr>
              <a:t>IoT Hub Japan</a:t>
            </a:r>
          </a:p>
        </p:txBody>
      </p:sp>
      <p:sp>
        <p:nvSpPr>
          <p:cNvPr id="48" name="Rectangle 47">
            <a:extLst>
              <a:ext uri="{FF2B5EF4-FFF2-40B4-BE49-F238E27FC236}">
                <a16:creationId xmlns:a16="http://schemas.microsoft.com/office/drawing/2014/main" id="{19F3F876-7D34-4C5B-9D50-8FBCCDE0DA0E}"/>
              </a:ext>
            </a:extLst>
          </p:cNvPr>
          <p:cNvSpPr/>
          <p:nvPr/>
        </p:nvSpPr>
        <p:spPr>
          <a:xfrm>
            <a:off x="9870708" y="3318722"/>
            <a:ext cx="1200970" cy="307648"/>
          </a:xfrm>
          <a:prstGeom prst="rect">
            <a:avLst/>
          </a:prstGeom>
        </p:spPr>
        <p:txBody>
          <a:bodyPr wrap="none">
            <a:spAutoFit/>
          </a:bodyPr>
          <a:lstStyle/>
          <a:p>
            <a:pPr algn="ctr" defTabSz="932563"/>
            <a:r>
              <a:rPr lang="en-US" sz="1399">
                <a:solidFill>
                  <a:srgbClr val="353535"/>
                </a:solidFill>
                <a:latin typeface="+mj-lt"/>
                <a:cs typeface="Segoe UI" panose="020B0502040204020203" pitchFamily="34" charset="0"/>
              </a:rPr>
              <a:t>IoT Hub India</a:t>
            </a:r>
          </a:p>
        </p:txBody>
      </p:sp>
      <p:sp>
        <p:nvSpPr>
          <p:cNvPr id="221" name="DEVICE 1000">
            <a:extLst>
              <a:ext uri="{FF2B5EF4-FFF2-40B4-BE49-F238E27FC236}">
                <a16:creationId xmlns:a16="http://schemas.microsoft.com/office/drawing/2014/main" id="{26181BD8-627C-4970-86A6-07C920F86947}"/>
              </a:ext>
            </a:extLst>
          </p:cNvPr>
          <p:cNvSpPr/>
          <p:nvPr/>
        </p:nvSpPr>
        <p:spPr bwMode="auto">
          <a:xfrm>
            <a:off x="7854701" y="1624203"/>
            <a:ext cx="480115" cy="364856"/>
          </a:xfrm>
          <a:custGeom>
            <a:avLst/>
            <a:gdLst>
              <a:gd name="connsiteX0" fmla="*/ 330634 w 480183"/>
              <a:gd name="connsiteY0" fmla="*/ 240152 h 364907"/>
              <a:gd name="connsiteX1" fmla="*/ 313500 w 480183"/>
              <a:gd name="connsiteY1" fmla="*/ 274922 h 364907"/>
              <a:gd name="connsiteX2" fmla="*/ 330299 w 480183"/>
              <a:gd name="connsiteY2" fmla="*/ 307348 h 364907"/>
              <a:gd name="connsiteX3" fmla="*/ 346875 w 480183"/>
              <a:gd name="connsiteY3" fmla="*/ 274308 h 364907"/>
              <a:gd name="connsiteX4" fmla="*/ 330634 w 480183"/>
              <a:gd name="connsiteY4" fmla="*/ 240152 h 364907"/>
              <a:gd name="connsiteX5" fmla="*/ 273484 w 480183"/>
              <a:gd name="connsiteY5" fmla="*/ 240152 h 364907"/>
              <a:gd name="connsiteX6" fmla="*/ 256350 w 480183"/>
              <a:gd name="connsiteY6" fmla="*/ 274922 h 364907"/>
              <a:gd name="connsiteX7" fmla="*/ 273149 w 480183"/>
              <a:gd name="connsiteY7" fmla="*/ 307348 h 364907"/>
              <a:gd name="connsiteX8" fmla="*/ 289725 w 480183"/>
              <a:gd name="connsiteY8" fmla="*/ 274308 h 364907"/>
              <a:gd name="connsiteX9" fmla="*/ 273484 w 480183"/>
              <a:gd name="connsiteY9" fmla="*/ 240152 h 364907"/>
              <a:gd name="connsiteX10" fmla="*/ 216334 w 480183"/>
              <a:gd name="connsiteY10" fmla="*/ 240152 h 364907"/>
              <a:gd name="connsiteX11" fmla="*/ 199200 w 480183"/>
              <a:gd name="connsiteY11" fmla="*/ 274922 h 364907"/>
              <a:gd name="connsiteX12" fmla="*/ 215999 w 480183"/>
              <a:gd name="connsiteY12" fmla="*/ 307348 h 364907"/>
              <a:gd name="connsiteX13" fmla="*/ 232575 w 480183"/>
              <a:gd name="connsiteY13" fmla="*/ 274308 h 364907"/>
              <a:gd name="connsiteX14" fmla="*/ 216334 w 480183"/>
              <a:gd name="connsiteY14" fmla="*/ 240152 h 364907"/>
              <a:gd name="connsiteX15" fmla="*/ 331080 w 480183"/>
              <a:gd name="connsiteY15" fmla="*/ 232394 h 364907"/>
              <a:gd name="connsiteX16" fmla="*/ 356251 w 480183"/>
              <a:gd name="connsiteY16" fmla="*/ 273415 h 364907"/>
              <a:gd name="connsiteX17" fmla="*/ 354437 w 480183"/>
              <a:gd name="connsiteY17" fmla="*/ 291219 h 364907"/>
              <a:gd name="connsiteX18" fmla="*/ 349191 w 480183"/>
              <a:gd name="connsiteY18" fmla="*/ 304306 h 364907"/>
              <a:gd name="connsiteX19" fmla="*/ 340764 w 480183"/>
              <a:gd name="connsiteY19" fmla="*/ 312399 h 364907"/>
              <a:gd name="connsiteX20" fmla="*/ 329406 w 480183"/>
              <a:gd name="connsiteY20" fmla="*/ 315161 h 364907"/>
              <a:gd name="connsiteX21" fmla="*/ 318663 w 480183"/>
              <a:gd name="connsiteY21" fmla="*/ 312510 h 364907"/>
              <a:gd name="connsiteX22" fmla="*/ 310710 w 480183"/>
              <a:gd name="connsiteY22" fmla="*/ 304781 h 364907"/>
              <a:gd name="connsiteX23" fmla="*/ 305798 w 480183"/>
              <a:gd name="connsiteY23" fmla="*/ 292307 h 364907"/>
              <a:gd name="connsiteX24" fmla="*/ 304124 w 480183"/>
              <a:gd name="connsiteY24" fmla="*/ 275368 h 364907"/>
              <a:gd name="connsiteX25" fmla="*/ 305882 w 480183"/>
              <a:gd name="connsiteY25" fmla="*/ 256839 h 364907"/>
              <a:gd name="connsiteX26" fmla="*/ 311044 w 480183"/>
              <a:gd name="connsiteY26" fmla="*/ 243361 h 364907"/>
              <a:gd name="connsiteX27" fmla="*/ 319500 w 480183"/>
              <a:gd name="connsiteY27" fmla="*/ 235157 h 364907"/>
              <a:gd name="connsiteX28" fmla="*/ 331080 w 480183"/>
              <a:gd name="connsiteY28" fmla="*/ 232394 h 364907"/>
              <a:gd name="connsiteX29" fmla="*/ 273930 w 480183"/>
              <a:gd name="connsiteY29" fmla="*/ 232394 h 364907"/>
              <a:gd name="connsiteX30" fmla="*/ 299101 w 480183"/>
              <a:gd name="connsiteY30" fmla="*/ 273415 h 364907"/>
              <a:gd name="connsiteX31" fmla="*/ 297287 w 480183"/>
              <a:gd name="connsiteY31" fmla="*/ 291219 h 364907"/>
              <a:gd name="connsiteX32" fmla="*/ 292041 w 480183"/>
              <a:gd name="connsiteY32" fmla="*/ 304306 h 364907"/>
              <a:gd name="connsiteX33" fmla="*/ 283614 w 480183"/>
              <a:gd name="connsiteY33" fmla="*/ 312399 h 364907"/>
              <a:gd name="connsiteX34" fmla="*/ 272256 w 480183"/>
              <a:gd name="connsiteY34" fmla="*/ 315161 h 364907"/>
              <a:gd name="connsiteX35" fmla="*/ 261513 w 480183"/>
              <a:gd name="connsiteY35" fmla="*/ 312510 h 364907"/>
              <a:gd name="connsiteX36" fmla="*/ 253560 w 480183"/>
              <a:gd name="connsiteY36" fmla="*/ 304781 h 364907"/>
              <a:gd name="connsiteX37" fmla="*/ 248648 w 480183"/>
              <a:gd name="connsiteY37" fmla="*/ 292307 h 364907"/>
              <a:gd name="connsiteX38" fmla="*/ 246974 w 480183"/>
              <a:gd name="connsiteY38" fmla="*/ 275368 h 364907"/>
              <a:gd name="connsiteX39" fmla="*/ 248732 w 480183"/>
              <a:gd name="connsiteY39" fmla="*/ 256839 h 364907"/>
              <a:gd name="connsiteX40" fmla="*/ 253894 w 480183"/>
              <a:gd name="connsiteY40" fmla="*/ 243361 h 364907"/>
              <a:gd name="connsiteX41" fmla="*/ 262350 w 480183"/>
              <a:gd name="connsiteY41" fmla="*/ 235157 h 364907"/>
              <a:gd name="connsiteX42" fmla="*/ 273930 w 480183"/>
              <a:gd name="connsiteY42" fmla="*/ 232394 h 364907"/>
              <a:gd name="connsiteX43" fmla="*/ 216780 w 480183"/>
              <a:gd name="connsiteY43" fmla="*/ 232394 h 364907"/>
              <a:gd name="connsiteX44" fmla="*/ 241951 w 480183"/>
              <a:gd name="connsiteY44" fmla="*/ 273415 h 364907"/>
              <a:gd name="connsiteX45" fmla="*/ 240137 w 480183"/>
              <a:gd name="connsiteY45" fmla="*/ 291219 h 364907"/>
              <a:gd name="connsiteX46" fmla="*/ 234891 w 480183"/>
              <a:gd name="connsiteY46" fmla="*/ 304306 h 364907"/>
              <a:gd name="connsiteX47" fmla="*/ 226464 w 480183"/>
              <a:gd name="connsiteY47" fmla="*/ 312399 h 364907"/>
              <a:gd name="connsiteX48" fmla="*/ 215106 w 480183"/>
              <a:gd name="connsiteY48" fmla="*/ 315161 h 364907"/>
              <a:gd name="connsiteX49" fmla="*/ 204363 w 480183"/>
              <a:gd name="connsiteY49" fmla="*/ 312510 h 364907"/>
              <a:gd name="connsiteX50" fmla="*/ 196410 w 480183"/>
              <a:gd name="connsiteY50" fmla="*/ 304781 h 364907"/>
              <a:gd name="connsiteX51" fmla="*/ 191498 w 480183"/>
              <a:gd name="connsiteY51" fmla="*/ 292307 h 364907"/>
              <a:gd name="connsiteX52" fmla="*/ 189824 w 480183"/>
              <a:gd name="connsiteY52" fmla="*/ 275368 h 364907"/>
              <a:gd name="connsiteX53" fmla="*/ 191582 w 480183"/>
              <a:gd name="connsiteY53" fmla="*/ 256839 h 364907"/>
              <a:gd name="connsiteX54" fmla="*/ 196744 w 480183"/>
              <a:gd name="connsiteY54" fmla="*/ 243361 h 364907"/>
              <a:gd name="connsiteX55" fmla="*/ 205200 w 480183"/>
              <a:gd name="connsiteY55" fmla="*/ 235157 h 364907"/>
              <a:gd name="connsiteX56" fmla="*/ 216780 w 480183"/>
              <a:gd name="connsiteY56" fmla="*/ 232394 h 364907"/>
              <a:gd name="connsiteX57" fmla="*/ 164820 w 480183"/>
              <a:gd name="connsiteY57" fmla="*/ 231948 h 364907"/>
              <a:gd name="connsiteX58" fmla="*/ 168280 w 480183"/>
              <a:gd name="connsiteY58" fmla="*/ 231948 h 364907"/>
              <a:gd name="connsiteX59" fmla="*/ 168280 w 480183"/>
              <a:gd name="connsiteY59" fmla="*/ 313766 h 364907"/>
              <a:gd name="connsiteX60" fmla="*/ 159127 w 480183"/>
              <a:gd name="connsiteY60" fmla="*/ 313766 h 364907"/>
              <a:gd name="connsiteX61" fmla="*/ 159127 w 480183"/>
              <a:gd name="connsiteY61" fmla="*/ 244617 h 364907"/>
              <a:gd name="connsiteX62" fmla="*/ 156030 w 480183"/>
              <a:gd name="connsiteY62" fmla="*/ 247045 h 364907"/>
              <a:gd name="connsiteX63" fmla="*/ 151453 w 480183"/>
              <a:gd name="connsiteY63" fmla="*/ 249751 h 364907"/>
              <a:gd name="connsiteX64" fmla="*/ 146095 w 480183"/>
              <a:gd name="connsiteY64" fmla="*/ 252263 h 364907"/>
              <a:gd name="connsiteX65" fmla="*/ 140598 w 480183"/>
              <a:gd name="connsiteY65" fmla="*/ 254105 h 364907"/>
              <a:gd name="connsiteX66" fmla="*/ 140598 w 480183"/>
              <a:gd name="connsiteY66" fmla="*/ 244840 h 364907"/>
              <a:gd name="connsiteX67" fmla="*/ 146988 w 480183"/>
              <a:gd name="connsiteY67" fmla="*/ 242580 h 364907"/>
              <a:gd name="connsiteX68" fmla="*/ 153630 w 480183"/>
              <a:gd name="connsiteY68" fmla="*/ 239399 h 364907"/>
              <a:gd name="connsiteX69" fmla="*/ 159797 w 480183"/>
              <a:gd name="connsiteY69" fmla="*/ 235715 h 364907"/>
              <a:gd name="connsiteX70" fmla="*/ 164820 w 480183"/>
              <a:gd name="connsiteY70" fmla="*/ 231948 h 364907"/>
              <a:gd name="connsiteX71" fmla="*/ 378482 w 480183"/>
              <a:gd name="connsiteY71" fmla="*/ 129629 h 364907"/>
              <a:gd name="connsiteX72" fmla="*/ 367488 w 480183"/>
              <a:gd name="connsiteY72" fmla="*/ 134261 h 364907"/>
              <a:gd name="connsiteX73" fmla="*/ 361906 w 480183"/>
              <a:gd name="connsiteY73" fmla="*/ 146372 h 364907"/>
              <a:gd name="connsiteX74" fmla="*/ 392770 w 480183"/>
              <a:gd name="connsiteY74" fmla="*/ 146372 h 364907"/>
              <a:gd name="connsiteX75" fmla="*/ 388947 w 480183"/>
              <a:gd name="connsiteY75" fmla="*/ 134038 h 364907"/>
              <a:gd name="connsiteX76" fmla="*/ 378482 w 480183"/>
              <a:gd name="connsiteY76" fmla="*/ 129629 h 364907"/>
              <a:gd name="connsiteX77" fmla="*/ 178457 w 480183"/>
              <a:gd name="connsiteY77" fmla="*/ 129629 h 364907"/>
              <a:gd name="connsiteX78" fmla="*/ 167463 w 480183"/>
              <a:gd name="connsiteY78" fmla="*/ 134261 h 364907"/>
              <a:gd name="connsiteX79" fmla="*/ 161881 w 480183"/>
              <a:gd name="connsiteY79" fmla="*/ 146372 h 364907"/>
              <a:gd name="connsiteX80" fmla="*/ 192745 w 480183"/>
              <a:gd name="connsiteY80" fmla="*/ 146372 h 364907"/>
              <a:gd name="connsiteX81" fmla="*/ 188922 w 480183"/>
              <a:gd name="connsiteY81" fmla="*/ 134038 h 364907"/>
              <a:gd name="connsiteX82" fmla="*/ 178457 w 480183"/>
              <a:gd name="connsiteY82" fmla="*/ 129629 h 364907"/>
              <a:gd name="connsiteX83" fmla="*/ 270489 w 480183"/>
              <a:gd name="connsiteY83" fmla="*/ 123266 h 364907"/>
              <a:gd name="connsiteX84" fmla="*/ 279642 w 480183"/>
              <a:gd name="connsiteY84" fmla="*/ 123266 h 364907"/>
              <a:gd name="connsiteX85" fmla="*/ 279642 w 480183"/>
              <a:gd name="connsiteY85" fmla="*/ 180416 h 364907"/>
              <a:gd name="connsiteX86" fmla="*/ 270489 w 480183"/>
              <a:gd name="connsiteY86" fmla="*/ 180416 h 364907"/>
              <a:gd name="connsiteX87" fmla="*/ 204855 w 480183"/>
              <a:gd name="connsiteY87" fmla="*/ 123266 h 364907"/>
              <a:gd name="connsiteX88" fmla="*/ 214900 w 480183"/>
              <a:gd name="connsiteY88" fmla="*/ 123266 h 364907"/>
              <a:gd name="connsiteX89" fmla="*/ 229411 w 480183"/>
              <a:gd name="connsiteY89" fmla="*/ 164789 h 364907"/>
              <a:gd name="connsiteX90" fmla="*/ 231420 w 480183"/>
              <a:gd name="connsiteY90" fmla="*/ 172770 h 364907"/>
              <a:gd name="connsiteX91" fmla="*/ 231644 w 480183"/>
              <a:gd name="connsiteY91" fmla="*/ 172770 h 364907"/>
              <a:gd name="connsiteX92" fmla="*/ 233430 w 480183"/>
              <a:gd name="connsiteY92" fmla="*/ 165012 h 364907"/>
              <a:gd name="connsiteX93" fmla="*/ 248610 w 480183"/>
              <a:gd name="connsiteY93" fmla="*/ 123266 h 364907"/>
              <a:gd name="connsiteX94" fmla="*/ 258265 w 480183"/>
              <a:gd name="connsiteY94" fmla="*/ 123266 h 364907"/>
              <a:gd name="connsiteX95" fmla="*/ 235495 w 480183"/>
              <a:gd name="connsiteY95" fmla="*/ 180416 h 364907"/>
              <a:gd name="connsiteX96" fmla="*/ 226509 w 480183"/>
              <a:gd name="connsiteY96" fmla="*/ 180416 h 364907"/>
              <a:gd name="connsiteX97" fmla="*/ 378650 w 480183"/>
              <a:gd name="connsiteY97" fmla="*/ 121927 h 364907"/>
              <a:gd name="connsiteX98" fmla="*/ 396007 w 480183"/>
              <a:gd name="connsiteY98" fmla="*/ 129182 h 364907"/>
              <a:gd name="connsiteX99" fmla="*/ 402146 w 480183"/>
              <a:gd name="connsiteY99" fmla="*/ 149330 h 364907"/>
              <a:gd name="connsiteX100" fmla="*/ 402146 w 480183"/>
              <a:gd name="connsiteY100" fmla="*/ 154129 h 364907"/>
              <a:gd name="connsiteX101" fmla="*/ 361795 w 480183"/>
              <a:gd name="connsiteY101" fmla="*/ 154129 h 364907"/>
              <a:gd name="connsiteX102" fmla="*/ 366929 w 480183"/>
              <a:gd name="connsiteY102" fmla="*/ 168863 h 364907"/>
              <a:gd name="connsiteX103" fmla="*/ 380436 w 480183"/>
              <a:gd name="connsiteY103" fmla="*/ 174054 h 364907"/>
              <a:gd name="connsiteX104" fmla="*/ 398183 w 480183"/>
              <a:gd name="connsiteY104" fmla="*/ 167691 h 364907"/>
              <a:gd name="connsiteX105" fmla="*/ 398183 w 480183"/>
              <a:gd name="connsiteY105" fmla="*/ 176286 h 364907"/>
              <a:gd name="connsiteX106" fmla="*/ 378259 w 480183"/>
              <a:gd name="connsiteY106" fmla="*/ 181756 h 364907"/>
              <a:gd name="connsiteX107" fmla="*/ 359228 w 480183"/>
              <a:gd name="connsiteY107" fmla="*/ 173970 h 364907"/>
              <a:gd name="connsiteX108" fmla="*/ 352307 w 480183"/>
              <a:gd name="connsiteY108" fmla="*/ 152064 h 364907"/>
              <a:gd name="connsiteX109" fmla="*/ 359869 w 480183"/>
              <a:gd name="connsiteY109" fmla="*/ 130326 h 364907"/>
              <a:gd name="connsiteX110" fmla="*/ 378650 w 480183"/>
              <a:gd name="connsiteY110" fmla="*/ 121927 h 364907"/>
              <a:gd name="connsiteX111" fmla="*/ 324847 w 480183"/>
              <a:gd name="connsiteY111" fmla="*/ 121927 h 364907"/>
              <a:gd name="connsiteX112" fmla="*/ 338130 w 480183"/>
              <a:gd name="connsiteY112" fmla="*/ 124717 h 364907"/>
              <a:gd name="connsiteX113" fmla="*/ 338130 w 480183"/>
              <a:gd name="connsiteY113" fmla="*/ 134093 h 364907"/>
              <a:gd name="connsiteX114" fmla="*/ 324512 w 480183"/>
              <a:gd name="connsiteY114" fmla="*/ 129629 h 364907"/>
              <a:gd name="connsiteX115" fmla="*/ 310141 w 480183"/>
              <a:gd name="connsiteY115" fmla="*/ 135907 h 364907"/>
              <a:gd name="connsiteX116" fmla="*/ 304532 w 480183"/>
              <a:gd name="connsiteY116" fmla="*/ 152399 h 364907"/>
              <a:gd name="connsiteX117" fmla="*/ 309806 w 480183"/>
              <a:gd name="connsiteY117" fmla="*/ 168249 h 364907"/>
              <a:gd name="connsiteX118" fmla="*/ 323954 w 480183"/>
              <a:gd name="connsiteY118" fmla="*/ 174054 h 364907"/>
              <a:gd name="connsiteX119" fmla="*/ 338019 w 480183"/>
              <a:gd name="connsiteY119" fmla="*/ 169087 h 364907"/>
              <a:gd name="connsiteX120" fmla="*/ 338019 w 480183"/>
              <a:gd name="connsiteY120" fmla="*/ 177793 h 364907"/>
              <a:gd name="connsiteX121" fmla="*/ 322392 w 480183"/>
              <a:gd name="connsiteY121" fmla="*/ 181756 h 364907"/>
              <a:gd name="connsiteX122" fmla="*/ 302663 w 480183"/>
              <a:gd name="connsiteY122" fmla="*/ 173803 h 364907"/>
              <a:gd name="connsiteX123" fmla="*/ 295156 w 480183"/>
              <a:gd name="connsiteY123" fmla="*/ 153181 h 364907"/>
              <a:gd name="connsiteX124" fmla="*/ 303249 w 480183"/>
              <a:gd name="connsiteY124" fmla="*/ 130494 h 364907"/>
              <a:gd name="connsiteX125" fmla="*/ 324847 w 480183"/>
              <a:gd name="connsiteY125" fmla="*/ 121927 h 364907"/>
              <a:gd name="connsiteX126" fmla="*/ 178625 w 480183"/>
              <a:gd name="connsiteY126" fmla="*/ 121927 h 364907"/>
              <a:gd name="connsiteX127" fmla="*/ 195982 w 480183"/>
              <a:gd name="connsiteY127" fmla="*/ 129182 h 364907"/>
              <a:gd name="connsiteX128" fmla="*/ 202121 w 480183"/>
              <a:gd name="connsiteY128" fmla="*/ 149330 h 364907"/>
              <a:gd name="connsiteX129" fmla="*/ 202121 w 480183"/>
              <a:gd name="connsiteY129" fmla="*/ 154129 h 364907"/>
              <a:gd name="connsiteX130" fmla="*/ 161770 w 480183"/>
              <a:gd name="connsiteY130" fmla="*/ 154129 h 364907"/>
              <a:gd name="connsiteX131" fmla="*/ 166904 w 480183"/>
              <a:gd name="connsiteY131" fmla="*/ 168863 h 364907"/>
              <a:gd name="connsiteX132" fmla="*/ 180411 w 480183"/>
              <a:gd name="connsiteY132" fmla="*/ 174054 h 364907"/>
              <a:gd name="connsiteX133" fmla="*/ 198158 w 480183"/>
              <a:gd name="connsiteY133" fmla="*/ 167691 h 364907"/>
              <a:gd name="connsiteX134" fmla="*/ 198158 w 480183"/>
              <a:gd name="connsiteY134" fmla="*/ 176286 h 364907"/>
              <a:gd name="connsiteX135" fmla="*/ 178234 w 480183"/>
              <a:gd name="connsiteY135" fmla="*/ 181756 h 364907"/>
              <a:gd name="connsiteX136" fmla="*/ 159203 w 480183"/>
              <a:gd name="connsiteY136" fmla="*/ 173970 h 364907"/>
              <a:gd name="connsiteX137" fmla="*/ 152282 w 480183"/>
              <a:gd name="connsiteY137" fmla="*/ 152064 h 364907"/>
              <a:gd name="connsiteX138" fmla="*/ 159844 w 480183"/>
              <a:gd name="connsiteY138" fmla="*/ 130326 h 364907"/>
              <a:gd name="connsiteX139" fmla="*/ 178625 w 480183"/>
              <a:gd name="connsiteY139" fmla="*/ 121927 h 364907"/>
              <a:gd name="connsiteX140" fmla="*/ 90593 w 480183"/>
              <a:gd name="connsiteY140" fmla="*/ 108867 h 364907"/>
              <a:gd name="connsiteX141" fmla="*/ 90593 w 480183"/>
              <a:gd name="connsiteY141" fmla="*/ 171933 h 364907"/>
              <a:gd name="connsiteX142" fmla="*/ 102536 w 480183"/>
              <a:gd name="connsiteY142" fmla="*/ 171933 h 364907"/>
              <a:gd name="connsiteX143" fmla="*/ 127037 w 480183"/>
              <a:gd name="connsiteY143" fmla="*/ 163506 h 364907"/>
              <a:gd name="connsiteX144" fmla="*/ 135799 w 480183"/>
              <a:gd name="connsiteY144" fmla="*/ 139619 h 364907"/>
              <a:gd name="connsiteX145" fmla="*/ 103094 w 480183"/>
              <a:gd name="connsiteY145" fmla="*/ 108867 h 364907"/>
              <a:gd name="connsiteX146" fmla="*/ 81217 w 480183"/>
              <a:gd name="connsiteY146" fmla="*/ 100384 h 364907"/>
              <a:gd name="connsiteX147" fmla="*/ 103318 w 480183"/>
              <a:gd name="connsiteY147" fmla="*/ 100384 h 364907"/>
              <a:gd name="connsiteX148" fmla="*/ 145622 w 480183"/>
              <a:gd name="connsiteY148" fmla="*/ 139395 h 364907"/>
              <a:gd name="connsiteX149" fmla="*/ 133874 w 480183"/>
              <a:gd name="connsiteY149" fmla="*/ 169170 h 364907"/>
              <a:gd name="connsiteX150" fmla="*/ 102425 w 480183"/>
              <a:gd name="connsiteY150" fmla="*/ 180416 h 364907"/>
              <a:gd name="connsiteX151" fmla="*/ 81217 w 480183"/>
              <a:gd name="connsiteY151" fmla="*/ 180416 h 364907"/>
              <a:gd name="connsiteX152" fmla="*/ 275177 w 480183"/>
              <a:gd name="connsiteY152" fmla="*/ 96868 h 364907"/>
              <a:gd name="connsiteX153" fmla="*/ 279446 w 480183"/>
              <a:gd name="connsiteY153" fmla="*/ 98570 h 364907"/>
              <a:gd name="connsiteX154" fmla="*/ 281204 w 480183"/>
              <a:gd name="connsiteY154" fmla="*/ 102839 h 364907"/>
              <a:gd name="connsiteX155" fmla="*/ 279446 w 480183"/>
              <a:gd name="connsiteY155" fmla="*/ 107025 h 364907"/>
              <a:gd name="connsiteX156" fmla="*/ 275177 w 480183"/>
              <a:gd name="connsiteY156" fmla="*/ 108755 h 364907"/>
              <a:gd name="connsiteX157" fmla="*/ 270991 w 480183"/>
              <a:gd name="connsiteY157" fmla="*/ 107081 h 364907"/>
              <a:gd name="connsiteX158" fmla="*/ 269261 w 480183"/>
              <a:gd name="connsiteY158" fmla="*/ 102839 h 364907"/>
              <a:gd name="connsiteX159" fmla="*/ 270991 w 480183"/>
              <a:gd name="connsiteY159" fmla="*/ 98570 h 364907"/>
              <a:gd name="connsiteX160" fmla="*/ 275177 w 480183"/>
              <a:gd name="connsiteY160" fmla="*/ 96868 h 364907"/>
              <a:gd name="connsiteX161" fmla="*/ 20670 w 480183"/>
              <a:gd name="connsiteY161" fmla="*/ 67576 h 364907"/>
              <a:gd name="connsiteX162" fmla="*/ 20670 w 480183"/>
              <a:gd name="connsiteY162" fmla="*/ 337877 h 364907"/>
              <a:gd name="connsiteX163" fmla="*/ 19875 w 480183"/>
              <a:gd name="connsiteY163" fmla="*/ 337877 h 364907"/>
              <a:gd name="connsiteX164" fmla="*/ 27030 w 480183"/>
              <a:gd name="connsiteY164" fmla="*/ 345032 h 364907"/>
              <a:gd name="connsiteX165" fmla="*/ 453153 w 480183"/>
              <a:gd name="connsiteY165" fmla="*/ 345032 h 364907"/>
              <a:gd name="connsiteX166" fmla="*/ 460308 w 480183"/>
              <a:gd name="connsiteY166" fmla="*/ 337877 h 364907"/>
              <a:gd name="connsiteX167" fmla="*/ 460308 w 480183"/>
              <a:gd name="connsiteY167" fmla="*/ 67576 h 364907"/>
              <a:gd name="connsiteX168" fmla="*/ 100966 w 480183"/>
              <a:gd name="connsiteY168" fmla="*/ 19875 h 364907"/>
              <a:gd name="connsiteX169" fmla="*/ 100966 w 480183"/>
              <a:gd name="connsiteY169" fmla="*/ 40546 h 364907"/>
              <a:gd name="connsiteX170" fmla="*/ 121636 w 480183"/>
              <a:gd name="connsiteY170" fmla="*/ 40546 h 364907"/>
              <a:gd name="connsiteX171" fmla="*/ 121636 w 480183"/>
              <a:gd name="connsiteY171" fmla="*/ 19875 h 364907"/>
              <a:gd name="connsiteX172" fmla="*/ 60420 w 480183"/>
              <a:gd name="connsiteY172" fmla="*/ 19875 h 364907"/>
              <a:gd name="connsiteX173" fmla="*/ 60420 w 480183"/>
              <a:gd name="connsiteY173" fmla="*/ 40546 h 364907"/>
              <a:gd name="connsiteX174" fmla="*/ 81090 w 480183"/>
              <a:gd name="connsiteY174" fmla="*/ 40546 h 364907"/>
              <a:gd name="connsiteX175" fmla="*/ 81090 w 480183"/>
              <a:gd name="connsiteY175" fmla="*/ 19875 h 364907"/>
              <a:gd name="connsiteX176" fmla="*/ 19875 w 480183"/>
              <a:gd name="connsiteY176" fmla="*/ 19875 h 364907"/>
              <a:gd name="connsiteX177" fmla="*/ 19875 w 480183"/>
              <a:gd name="connsiteY177" fmla="*/ 40546 h 364907"/>
              <a:gd name="connsiteX178" fmla="*/ 40545 w 480183"/>
              <a:gd name="connsiteY178" fmla="*/ 40546 h 364907"/>
              <a:gd name="connsiteX179" fmla="*/ 40545 w 480183"/>
              <a:gd name="connsiteY179" fmla="*/ 19875 h 364907"/>
              <a:gd name="connsiteX180" fmla="*/ 27030 w 480183"/>
              <a:gd name="connsiteY180" fmla="*/ 0 h 364907"/>
              <a:gd name="connsiteX181" fmla="*/ 453153 w 480183"/>
              <a:gd name="connsiteY181" fmla="*/ 0 h 364907"/>
              <a:gd name="connsiteX182" fmla="*/ 480183 w 480183"/>
              <a:gd name="connsiteY182" fmla="*/ 27030 h 364907"/>
              <a:gd name="connsiteX183" fmla="*/ 480183 w 480183"/>
              <a:gd name="connsiteY183" fmla="*/ 337877 h 364907"/>
              <a:gd name="connsiteX184" fmla="*/ 453153 w 480183"/>
              <a:gd name="connsiteY184" fmla="*/ 364907 h 364907"/>
              <a:gd name="connsiteX185" fmla="*/ 27030 w 480183"/>
              <a:gd name="connsiteY185" fmla="*/ 364907 h 364907"/>
              <a:gd name="connsiteX186" fmla="*/ 0 w 480183"/>
              <a:gd name="connsiteY186" fmla="*/ 337877 h 364907"/>
              <a:gd name="connsiteX187" fmla="*/ 0 w 480183"/>
              <a:gd name="connsiteY187" fmla="*/ 27030 h 364907"/>
              <a:gd name="connsiteX188" fmla="*/ 27030 w 480183"/>
              <a:gd name="connsiteY188" fmla="*/ 0 h 364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480183" h="364907">
                <a:moveTo>
                  <a:pt x="330634" y="240152"/>
                </a:moveTo>
                <a:cubicBezTo>
                  <a:pt x="319211" y="240152"/>
                  <a:pt x="313500" y="251742"/>
                  <a:pt x="313500" y="274922"/>
                </a:cubicBezTo>
                <a:cubicBezTo>
                  <a:pt x="313500" y="296539"/>
                  <a:pt x="319100" y="307348"/>
                  <a:pt x="330299" y="307348"/>
                </a:cubicBezTo>
                <a:cubicBezTo>
                  <a:pt x="341350" y="307348"/>
                  <a:pt x="346875" y="296335"/>
                  <a:pt x="346875" y="274308"/>
                </a:cubicBezTo>
                <a:cubicBezTo>
                  <a:pt x="346875" y="251537"/>
                  <a:pt x="341461" y="240152"/>
                  <a:pt x="330634" y="240152"/>
                </a:cubicBezTo>
                <a:close/>
                <a:moveTo>
                  <a:pt x="273484" y="240152"/>
                </a:moveTo>
                <a:cubicBezTo>
                  <a:pt x="262061" y="240152"/>
                  <a:pt x="256350" y="251742"/>
                  <a:pt x="256350" y="274922"/>
                </a:cubicBezTo>
                <a:cubicBezTo>
                  <a:pt x="256350" y="296539"/>
                  <a:pt x="261950" y="307348"/>
                  <a:pt x="273149" y="307348"/>
                </a:cubicBezTo>
                <a:cubicBezTo>
                  <a:pt x="284200" y="307348"/>
                  <a:pt x="289725" y="296335"/>
                  <a:pt x="289725" y="274308"/>
                </a:cubicBezTo>
                <a:cubicBezTo>
                  <a:pt x="289725" y="251537"/>
                  <a:pt x="284311" y="240152"/>
                  <a:pt x="273484" y="240152"/>
                </a:cubicBezTo>
                <a:close/>
                <a:moveTo>
                  <a:pt x="216334" y="240152"/>
                </a:moveTo>
                <a:cubicBezTo>
                  <a:pt x="204911" y="240152"/>
                  <a:pt x="199200" y="251742"/>
                  <a:pt x="199200" y="274922"/>
                </a:cubicBezTo>
                <a:cubicBezTo>
                  <a:pt x="199200" y="296539"/>
                  <a:pt x="204800" y="307348"/>
                  <a:pt x="215999" y="307348"/>
                </a:cubicBezTo>
                <a:cubicBezTo>
                  <a:pt x="227050" y="307348"/>
                  <a:pt x="232575" y="296335"/>
                  <a:pt x="232575" y="274308"/>
                </a:cubicBezTo>
                <a:cubicBezTo>
                  <a:pt x="232575" y="251537"/>
                  <a:pt x="227161" y="240152"/>
                  <a:pt x="216334" y="240152"/>
                </a:cubicBezTo>
                <a:close/>
                <a:moveTo>
                  <a:pt x="331080" y="232394"/>
                </a:moveTo>
                <a:cubicBezTo>
                  <a:pt x="347861" y="232394"/>
                  <a:pt x="356251" y="246068"/>
                  <a:pt x="356251" y="273415"/>
                </a:cubicBezTo>
                <a:cubicBezTo>
                  <a:pt x="356251" y="280112"/>
                  <a:pt x="355646" y="286047"/>
                  <a:pt x="354437" y="291219"/>
                </a:cubicBezTo>
                <a:cubicBezTo>
                  <a:pt x="353228" y="296390"/>
                  <a:pt x="351479" y="300753"/>
                  <a:pt x="349191" y="304306"/>
                </a:cubicBezTo>
                <a:cubicBezTo>
                  <a:pt x="346903" y="307860"/>
                  <a:pt x="344094" y="310557"/>
                  <a:pt x="340764" y="312399"/>
                </a:cubicBezTo>
                <a:cubicBezTo>
                  <a:pt x="337434" y="314241"/>
                  <a:pt x="333648" y="315161"/>
                  <a:pt x="329406" y="315161"/>
                </a:cubicBezTo>
                <a:cubicBezTo>
                  <a:pt x="325388" y="315161"/>
                  <a:pt x="321807" y="314278"/>
                  <a:pt x="318663" y="312510"/>
                </a:cubicBezTo>
                <a:cubicBezTo>
                  <a:pt x="315519" y="310743"/>
                  <a:pt x="312868" y="308166"/>
                  <a:pt x="310710" y="304781"/>
                </a:cubicBezTo>
                <a:cubicBezTo>
                  <a:pt x="308552" y="301395"/>
                  <a:pt x="306914" y="297237"/>
                  <a:pt x="305798" y="292307"/>
                </a:cubicBezTo>
                <a:cubicBezTo>
                  <a:pt x="304682" y="287377"/>
                  <a:pt x="304124" y="281731"/>
                  <a:pt x="304124" y="275368"/>
                </a:cubicBezTo>
                <a:cubicBezTo>
                  <a:pt x="304124" y="268374"/>
                  <a:pt x="304710" y="262197"/>
                  <a:pt x="305882" y="256839"/>
                </a:cubicBezTo>
                <a:cubicBezTo>
                  <a:pt x="307054" y="251482"/>
                  <a:pt x="308775" y="246989"/>
                  <a:pt x="311044" y="243361"/>
                </a:cubicBezTo>
                <a:cubicBezTo>
                  <a:pt x="313314" y="239733"/>
                  <a:pt x="316133" y="236999"/>
                  <a:pt x="319500" y="235157"/>
                </a:cubicBezTo>
                <a:cubicBezTo>
                  <a:pt x="322867" y="233315"/>
                  <a:pt x="326727" y="232394"/>
                  <a:pt x="331080" y="232394"/>
                </a:cubicBezTo>
                <a:close/>
                <a:moveTo>
                  <a:pt x="273930" y="232394"/>
                </a:moveTo>
                <a:cubicBezTo>
                  <a:pt x="290711" y="232394"/>
                  <a:pt x="299101" y="246068"/>
                  <a:pt x="299101" y="273415"/>
                </a:cubicBezTo>
                <a:cubicBezTo>
                  <a:pt x="299101" y="280112"/>
                  <a:pt x="298496" y="286047"/>
                  <a:pt x="297287" y="291219"/>
                </a:cubicBezTo>
                <a:cubicBezTo>
                  <a:pt x="296078" y="296390"/>
                  <a:pt x="294329" y="300753"/>
                  <a:pt x="292041" y="304306"/>
                </a:cubicBezTo>
                <a:cubicBezTo>
                  <a:pt x="289753" y="307860"/>
                  <a:pt x="286944" y="310557"/>
                  <a:pt x="283614" y="312399"/>
                </a:cubicBezTo>
                <a:cubicBezTo>
                  <a:pt x="280284" y="314241"/>
                  <a:pt x="276498" y="315161"/>
                  <a:pt x="272256" y="315161"/>
                </a:cubicBezTo>
                <a:cubicBezTo>
                  <a:pt x="268238" y="315161"/>
                  <a:pt x="264657" y="314278"/>
                  <a:pt x="261513" y="312510"/>
                </a:cubicBezTo>
                <a:cubicBezTo>
                  <a:pt x="258369" y="310743"/>
                  <a:pt x="255718" y="308166"/>
                  <a:pt x="253560" y="304781"/>
                </a:cubicBezTo>
                <a:cubicBezTo>
                  <a:pt x="251402" y="301395"/>
                  <a:pt x="249764" y="297237"/>
                  <a:pt x="248648" y="292307"/>
                </a:cubicBezTo>
                <a:cubicBezTo>
                  <a:pt x="247532" y="287377"/>
                  <a:pt x="246974" y="281731"/>
                  <a:pt x="246974" y="275368"/>
                </a:cubicBezTo>
                <a:cubicBezTo>
                  <a:pt x="246974" y="268374"/>
                  <a:pt x="247560" y="262197"/>
                  <a:pt x="248732" y="256839"/>
                </a:cubicBezTo>
                <a:cubicBezTo>
                  <a:pt x="249904" y="251482"/>
                  <a:pt x="251625" y="246989"/>
                  <a:pt x="253894" y="243361"/>
                </a:cubicBezTo>
                <a:cubicBezTo>
                  <a:pt x="256164" y="239733"/>
                  <a:pt x="258983" y="236999"/>
                  <a:pt x="262350" y="235157"/>
                </a:cubicBezTo>
                <a:cubicBezTo>
                  <a:pt x="265717" y="233315"/>
                  <a:pt x="269577" y="232394"/>
                  <a:pt x="273930" y="232394"/>
                </a:cubicBezTo>
                <a:close/>
                <a:moveTo>
                  <a:pt x="216780" y="232394"/>
                </a:moveTo>
                <a:cubicBezTo>
                  <a:pt x="233561" y="232394"/>
                  <a:pt x="241951" y="246068"/>
                  <a:pt x="241951" y="273415"/>
                </a:cubicBezTo>
                <a:cubicBezTo>
                  <a:pt x="241951" y="280112"/>
                  <a:pt x="241346" y="286047"/>
                  <a:pt x="240137" y="291219"/>
                </a:cubicBezTo>
                <a:cubicBezTo>
                  <a:pt x="238928" y="296390"/>
                  <a:pt x="237179" y="300753"/>
                  <a:pt x="234891" y="304306"/>
                </a:cubicBezTo>
                <a:cubicBezTo>
                  <a:pt x="232603" y="307860"/>
                  <a:pt x="229794" y="310557"/>
                  <a:pt x="226464" y="312399"/>
                </a:cubicBezTo>
                <a:cubicBezTo>
                  <a:pt x="223134" y="314241"/>
                  <a:pt x="219348" y="315161"/>
                  <a:pt x="215106" y="315161"/>
                </a:cubicBezTo>
                <a:cubicBezTo>
                  <a:pt x="211088" y="315161"/>
                  <a:pt x="207507" y="314278"/>
                  <a:pt x="204363" y="312510"/>
                </a:cubicBezTo>
                <a:cubicBezTo>
                  <a:pt x="201219" y="310743"/>
                  <a:pt x="198568" y="308166"/>
                  <a:pt x="196410" y="304781"/>
                </a:cubicBezTo>
                <a:cubicBezTo>
                  <a:pt x="194252" y="301395"/>
                  <a:pt x="192614" y="297237"/>
                  <a:pt x="191498" y="292307"/>
                </a:cubicBezTo>
                <a:cubicBezTo>
                  <a:pt x="190382" y="287377"/>
                  <a:pt x="189824" y="281731"/>
                  <a:pt x="189824" y="275368"/>
                </a:cubicBezTo>
                <a:cubicBezTo>
                  <a:pt x="189824" y="268374"/>
                  <a:pt x="190410" y="262197"/>
                  <a:pt x="191582" y="256839"/>
                </a:cubicBezTo>
                <a:cubicBezTo>
                  <a:pt x="192754" y="251482"/>
                  <a:pt x="194475" y="246989"/>
                  <a:pt x="196744" y="243361"/>
                </a:cubicBezTo>
                <a:cubicBezTo>
                  <a:pt x="199014" y="239733"/>
                  <a:pt x="201833" y="236999"/>
                  <a:pt x="205200" y="235157"/>
                </a:cubicBezTo>
                <a:cubicBezTo>
                  <a:pt x="208567" y="233315"/>
                  <a:pt x="212427" y="232394"/>
                  <a:pt x="216780" y="232394"/>
                </a:cubicBezTo>
                <a:close/>
                <a:moveTo>
                  <a:pt x="164820" y="231948"/>
                </a:moveTo>
                <a:lnTo>
                  <a:pt x="168280" y="231948"/>
                </a:lnTo>
                <a:lnTo>
                  <a:pt x="168280" y="313766"/>
                </a:lnTo>
                <a:lnTo>
                  <a:pt x="159127" y="313766"/>
                </a:lnTo>
                <a:lnTo>
                  <a:pt x="159127" y="244617"/>
                </a:lnTo>
                <a:cubicBezTo>
                  <a:pt x="158420" y="245324"/>
                  <a:pt x="157388" y="246133"/>
                  <a:pt x="156030" y="247045"/>
                </a:cubicBezTo>
                <a:cubicBezTo>
                  <a:pt x="154672" y="247956"/>
                  <a:pt x="153146" y="248858"/>
                  <a:pt x="151453" y="249751"/>
                </a:cubicBezTo>
                <a:cubicBezTo>
                  <a:pt x="149760" y="250644"/>
                  <a:pt x="147974" y="251482"/>
                  <a:pt x="146095" y="252263"/>
                </a:cubicBezTo>
                <a:cubicBezTo>
                  <a:pt x="144216" y="253044"/>
                  <a:pt x="142384" y="253658"/>
                  <a:pt x="140598" y="254105"/>
                </a:cubicBezTo>
                <a:lnTo>
                  <a:pt x="140598" y="244840"/>
                </a:lnTo>
                <a:cubicBezTo>
                  <a:pt x="142607" y="244282"/>
                  <a:pt x="144737" y="243529"/>
                  <a:pt x="146988" y="242580"/>
                </a:cubicBezTo>
                <a:cubicBezTo>
                  <a:pt x="149239" y="241631"/>
                  <a:pt x="151453" y="240571"/>
                  <a:pt x="153630" y="239399"/>
                </a:cubicBezTo>
                <a:cubicBezTo>
                  <a:pt x="155806" y="238227"/>
                  <a:pt x="157862" y="236999"/>
                  <a:pt x="159797" y="235715"/>
                </a:cubicBezTo>
                <a:cubicBezTo>
                  <a:pt x="161732" y="234431"/>
                  <a:pt x="163406" y="233176"/>
                  <a:pt x="164820" y="231948"/>
                </a:cubicBezTo>
                <a:close/>
                <a:moveTo>
                  <a:pt x="378482" y="129629"/>
                </a:moveTo>
                <a:cubicBezTo>
                  <a:pt x="374166" y="129629"/>
                  <a:pt x="370501" y="131173"/>
                  <a:pt x="367488" y="134261"/>
                </a:cubicBezTo>
                <a:cubicBezTo>
                  <a:pt x="364474" y="137349"/>
                  <a:pt x="362613" y="141386"/>
                  <a:pt x="361906" y="146372"/>
                </a:cubicBezTo>
                <a:lnTo>
                  <a:pt x="392770" y="146372"/>
                </a:lnTo>
                <a:cubicBezTo>
                  <a:pt x="392732" y="141088"/>
                  <a:pt x="391458" y="136977"/>
                  <a:pt x="388947" y="134038"/>
                </a:cubicBezTo>
                <a:cubicBezTo>
                  <a:pt x="386435" y="131098"/>
                  <a:pt x="382947" y="129629"/>
                  <a:pt x="378482" y="129629"/>
                </a:cubicBezTo>
                <a:close/>
                <a:moveTo>
                  <a:pt x="178457" y="129629"/>
                </a:moveTo>
                <a:cubicBezTo>
                  <a:pt x="174141" y="129629"/>
                  <a:pt x="170476" y="131173"/>
                  <a:pt x="167463" y="134261"/>
                </a:cubicBezTo>
                <a:cubicBezTo>
                  <a:pt x="164449" y="137349"/>
                  <a:pt x="162588" y="141386"/>
                  <a:pt x="161881" y="146372"/>
                </a:cubicBezTo>
                <a:lnTo>
                  <a:pt x="192745" y="146372"/>
                </a:lnTo>
                <a:cubicBezTo>
                  <a:pt x="192707" y="141088"/>
                  <a:pt x="191433" y="136977"/>
                  <a:pt x="188922" y="134038"/>
                </a:cubicBezTo>
                <a:cubicBezTo>
                  <a:pt x="186410" y="131098"/>
                  <a:pt x="182922" y="129629"/>
                  <a:pt x="178457" y="129629"/>
                </a:cubicBezTo>
                <a:close/>
                <a:moveTo>
                  <a:pt x="270489" y="123266"/>
                </a:moveTo>
                <a:lnTo>
                  <a:pt x="279642" y="123266"/>
                </a:lnTo>
                <a:lnTo>
                  <a:pt x="279642" y="180416"/>
                </a:lnTo>
                <a:lnTo>
                  <a:pt x="270489" y="180416"/>
                </a:lnTo>
                <a:close/>
                <a:moveTo>
                  <a:pt x="204855" y="123266"/>
                </a:moveTo>
                <a:lnTo>
                  <a:pt x="214900" y="123266"/>
                </a:lnTo>
                <a:lnTo>
                  <a:pt x="229411" y="164789"/>
                </a:lnTo>
                <a:cubicBezTo>
                  <a:pt x="230490" y="167840"/>
                  <a:pt x="231160" y="170500"/>
                  <a:pt x="231420" y="172770"/>
                </a:cubicBezTo>
                <a:lnTo>
                  <a:pt x="231644" y="172770"/>
                </a:lnTo>
                <a:cubicBezTo>
                  <a:pt x="232016" y="169905"/>
                  <a:pt x="232611" y="167319"/>
                  <a:pt x="233430" y="165012"/>
                </a:cubicBezTo>
                <a:lnTo>
                  <a:pt x="248610" y="123266"/>
                </a:lnTo>
                <a:lnTo>
                  <a:pt x="258265" y="123266"/>
                </a:lnTo>
                <a:lnTo>
                  <a:pt x="235495" y="180416"/>
                </a:lnTo>
                <a:lnTo>
                  <a:pt x="226509" y="180416"/>
                </a:lnTo>
                <a:close/>
                <a:moveTo>
                  <a:pt x="378650" y="121927"/>
                </a:moveTo>
                <a:cubicBezTo>
                  <a:pt x="386128" y="121927"/>
                  <a:pt x="391914" y="124345"/>
                  <a:pt x="396007" y="129182"/>
                </a:cubicBezTo>
                <a:cubicBezTo>
                  <a:pt x="400099" y="134019"/>
                  <a:pt x="402146" y="140735"/>
                  <a:pt x="402146" y="149330"/>
                </a:cubicBezTo>
                <a:lnTo>
                  <a:pt x="402146" y="154129"/>
                </a:lnTo>
                <a:lnTo>
                  <a:pt x="361795" y="154129"/>
                </a:lnTo>
                <a:cubicBezTo>
                  <a:pt x="361944" y="160492"/>
                  <a:pt x="363655" y="165403"/>
                  <a:pt x="366929" y="168863"/>
                </a:cubicBezTo>
                <a:cubicBezTo>
                  <a:pt x="370204" y="172324"/>
                  <a:pt x="374706" y="174054"/>
                  <a:pt x="380436" y="174054"/>
                </a:cubicBezTo>
                <a:cubicBezTo>
                  <a:pt x="386872" y="174054"/>
                  <a:pt x="392788" y="171933"/>
                  <a:pt x="398183" y="167691"/>
                </a:cubicBezTo>
                <a:lnTo>
                  <a:pt x="398183" y="176286"/>
                </a:lnTo>
                <a:cubicBezTo>
                  <a:pt x="393160" y="179932"/>
                  <a:pt x="386519" y="181756"/>
                  <a:pt x="378259" y="181756"/>
                </a:cubicBezTo>
                <a:cubicBezTo>
                  <a:pt x="370185" y="181756"/>
                  <a:pt x="363841" y="179160"/>
                  <a:pt x="359228" y="173970"/>
                </a:cubicBezTo>
                <a:cubicBezTo>
                  <a:pt x="354614" y="168780"/>
                  <a:pt x="352307" y="161478"/>
                  <a:pt x="352307" y="152064"/>
                </a:cubicBezTo>
                <a:cubicBezTo>
                  <a:pt x="352307" y="143172"/>
                  <a:pt x="354828" y="135926"/>
                  <a:pt x="359869" y="130326"/>
                </a:cubicBezTo>
                <a:cubicBezTo>
                  <a:pt x="364911" y="124727"/>
                  <a:pt x="371171" y="121927"/>
                  <a:pt x="378650" y="121927"/>
                </a:cubicBezTo>
                <a:close/>
                <a:moveTo>
                  <a:pt x="324847" y="121927"/>
                </a:moveTo>
                <a:cubicBezTo>
                  <a:pt x="329870" y="121927"/>
                  <a:pt x="334298" y="122857"/>
                  <a:pt x="338130" y="124717"/>
                </a:cubicBezTo>
                <a:lnTo>
                  <a:pt x="338130" y="134093"/>
                </a:lnTo>
                <a:cubicBezTo>
                  <a:pt x="333889" y="131117"/>
                  <a:pt x="329349" y="129629"/>
                  <a:pt x="324512" y="129629"/>
                </a:cubicBezTo>
                <a:cubicBezTo>
                  <a:pt x="318671" y="129629"/>
                  <a:pt x="313880" y="131721"/>
                  <a:pt x="310141" y="135907"/>
                </a:cubicBezTo>
                <a:cubicBezTo>
                  <a:pt x="306402" y="140093"/>
                  <a:pt x="304532" y="145590"/>
                  <a:pt x="304532" y="152399"/>
                </a:cubicBezTo>
                <a:cubicBezTo>
                  <a:pt x="304532" y="159097"/>
                  <a:pt x="306290" y="164380"/>
                  <a:pt x="309806" y="168249"/>
                </a:cubicBezTo>
                <a:cubicBezTo>
                  <a:pt x="313322" y="172119"/>
                  <a:pt x="318038" y="174054"/>
                  <a:pt x="323954" y="174054"/>
                </a:cubicBezTo>
                <a:cubicBezTo>
                  <a:pt x="328940" y="174054"/>
                  <a:pt x="333628" y="172398"/>
                  <a:pt x="338019" y="169087"/>
                </a:cubicBezTo>
                <a:lnTo>
                  <a:pt x="338019" y="177793"/>
                </a:lnTo>
                <a:cubicBezTo>
                  <a:pt x="333628" y="180435"/>
                  <a:pt x="328419" y="181756"/>
                  <a:pt x="322392" y="181756"/>
                </a:cubicBezTo>
                <a:cubicBezTo>
                  <a:pt x="314243" y="181756"/>
                  <a:pt x="307667" y="179105"/>
                  <a:pt x="302663" y="173803"/>
                </a:cubicBezTo>
                <a:cubicBezTo>
                  <a:pt x="297658" y="168501"/>
                  <a:pt x="295156" y="161627"/>
                  <a:pt x="295156" y="153181"/>
                </a:cubicBezTo>
                <a:cubicBezTo>
                  <a:pt x="295156" y="143767"/>
                  <a:pt x="297854" y="136205"/>
                  <a:pt x="303249" y="130494"/>
                </a:cubicBezTo>
                <a:cubicBezTo>
                  <a:pt x="308644" y="124782"/>
                  <a:pt x="315843" y="121927"/>
                  <a:pt x="324847" y="121927"/>
                </a:cubicBezTo>
                <a:close/>
                <a:moveTo>
                  <a:pt x="178625" y="121927"/>
                </a:moveTo>
                <a:cubicBezTo>
                  <a:pt x="186103" y="121927"/>
                  <a:pt x="191889" y="124345"/>
                  <a:pt x="195982" y="129182"/>
                </a:cubicBezTo>
                <a:cubicBezTo>
                  <a:pt x="200074" y="134019"/>
                  <a:pt x="202121" y="140735"/>
                  <a:pt x="202121" y="149330"/>
                </a:cubicBezTo>
                <a:lnTo>
                  <a:pt x="202121" y="154129"/>
                </a:lnTo>
                <a:lnTo>
                  <a:pt x="161770" y="154129"/>
                </a:lnTo>
                <a:cubicBezTo>
                  <a:pt x="161919" y="160492"/>
                  <a:pt x="163630" y="165403"/>
                  <a:pt x="166904" y="168863"/>
                </a:cubicBezTo>
                <a:cubicBezTo>
                  <a:pt x="170179" y="172324"/>
                  <a:pt x="174681" y="174054"/>
                  <a:pt x="180411" y="174054"/>
                </a:cubicBezTo>
                <a:cubicBezTo>
                  <a:pt x="186847" y="174054"/>
                  <a:pt x="192763" y="171933"/>
                  <a:pt x="198158" y="167691"/>
                </a:cubicBezTo>
                <a:lnTo>
                  <a:pt x="198158" y="176286"/>
                </a:lnTo>
                <a:cubicBezTo>
                  <a:pt x="193135" y="179932"/>
                  <a:pt x="186494" y="181756"/>
                  <a:pt x="178234" y="181756"/>
                </a:cubicBezTo>
                <a:cubicBezTo>
                  <a:pt x="170160" y="181756"/>
                  <a:pt x="163816" y="179160"/>
                  <a:pt x="159203" y="173970"/>
                </a:cubicBezTo>
                <a:cubicBezTo>
                  <a:pt x="154589" y="168780"/>
                  <a:pt x="152282" y="161478"/>
                  <a:pt x="152282" y="152064"/>
                </a:cubicBezTo>
                <a:cubicBezTo>
                  <a:pt x="152282" y="143172"/>
                  <a:pt x="154803" y="135926"/>
                  <a:pt x="159844" y="130326"/>
                </a:cubicBezTo>
                <a:cubicBezTo>
                  <a:pt x="164886" y="124727"/>
                  <a:pt x="171146" y="121927"/>
                  <a:pt x="178625" y="121927"/>
                </a:cubicBezTo>
                <a:close/>
                <a:moveTo>
                  <a:pt x="90593" y="108867"/>
                </a:moveTo>
                <a:lnTo>
                  <a:pt x="90593" y="171933"/>
                </a:lnTo>
                <a:lnTo>
                  <a:pt x="102536" y="171933"/>
                </a:lnTo>
                <a:cubicBezTo>
                  <a:pt x="113029" y="171933"/>
                  <a:pt x="121196" y="169124"/>
                  <a:pt x="127037" y="163506"/>
                </a:cubicBezTo>
                <a:cubicBezTo>
                  <a:pt x="132879" y="157887"/>
                  <a:pt x="135799" y="149925"/>
                  <a:pt x="135799" y="139619"/>
                </a:cubicBezTo>
                <a:cubicBezTo>
                  <a:pt x="135799" y="119118"/>
                  <a:pt x="124898" y="108867"/>
                  <a:pt x="103094" y="108867"/>
                </a:cubicBezTo>
                <a:close/>
                <a:moveTo>
                  <a:pt x="81217" y="100384"/>
                </a:moveTo>
                <a:lnTo>
                  <a:pt x="103318" y="100384"/>
                </a:lnTo>
                <a:cubicBezTo>
                  <a:pt x="131521" y="100384"/>
                  <a:pt x="145622" y="113388"/>
                  <a:pt x="145622" y="139395"/>
                </a:cubicBezTo>
                <a:cubicBezTo>
                  <a:pt x="145622" y="151748"/>
                  <a:pt x="141706" y="161673"/>
                  <a:pt x="133874" y="169170"/>
                </a:cubicBezTo>
                <a:cubicBezTo>
                  <a:pt x="126042" y="176668"/>
                  <a:pt x="115559" y="180416"/>
                  <a:pt x="102425" y="180416"/>
                </a:cubicBezTo>
                <a:lnTo>
                  <a:pt x="81217" y="180416"/>
                </a:lnTo>
                <a:close/>
                <a:moveTo>
                  <a:pt x="275177" y="96868"/>
                </a:moveTo>
                <a:cubicBezTo>
                  <a:pt x="276851" y="96868"/>
                  <a:pt x="278274" y="97435"/>
                  <a:pt x="279446" y="98570"/>
                </a:cubicBezTo>
                <a:cubicBezTo>
                  <a:pt x="280618" y="99705"/>
                  <a:pt x="281204" y="101128"/>
                  <a:pt x="281204" y="102839"/>
                </a:cubicBezTo>
                <a:cubicBezTo>
                  <a:pt x="281204" y="104477"/>
                  <a:pt x="280618" y="105872"/>
                  <a:pt x="279446" y="107025"/>
                </a:cubicBezTo>
                <a:cubicBezTo>
                  <a:pt x="278274" y="108179"/>
                  <a:pt x="276851" y="108755"/>
                  <a:pt x="275177" y="108755"/>
                </a:cubicBezTo>
                <a:cubicBezTo>
                  <a:pt x="273540" y="108755"/>
                  <a:pt x="272144" y="108197"/>
                  <a:pt x="270991" y="107081"/>
                </a:cubicBezTo>
                <a:cubicBezTo>
                  <a:pt x="269838" y="105965"/>
                  <a:pt x="269261" y="104551"/>
                  <a:pt x="269261" y="102839"/>
                </a:cubicBezTo>
                <a:cubicBezTo>
                  <a:pt x="269261" y="101128"/>
                  <a:pt x="269838" y="99705"/>
                  <a:pt x="270991" y="98570"/>
                </a:cubicBezTo>
                <a:cubicBezTo>
                  <a:pt x="272144" y="97435"/>
                  <a:pt x="273540" y="96868"/>
                  <a:pt x="275177" y="96868"/>
                </a:cubicBezTo>
                <a:close/>
                <a:moveTo>
                  <a:pt x="20670" y="67576"/>
                </a:moveTo>
                <a:lnTo>
                  <a:pt x="20670" y="337877"/>
                </a:lnTo>
                <a:lnTo>
                  <a:pt x="19875" y="337877"/>
                </a:lnTo>
                <a:cubicBezTo>
                  <a:pt x="19875" y="341852"/>
                  <a:pt x="22260" y="345032"/>
                  <a:pt x="27030" y="345032"/>
                </a:cubicBezTo>
                <a:lnTo>
                  <a:pt x="453153" y="345032"/>
                </a:lnTo>
                <a:cubicBezTo>
                  <a:pt x="457129" y="345032"/>
                  <a:pt x="460308" y="342647"/>
                  <a:pt x="460308" y="337877"/>
                </a:cubicBezTo>
                <a:lnTo>
                  <a:pt x="460308" y="67576"/>
                </a:lnTo>
                <a:close/>
                <a:moveTo>
                  <a:pt x="100966" y="19875"/>
                </a:moveTo>
                <a:lnTo>
                  <a:pt x="100966" y="40546"/>
                </a:lnTo>
                <a:lnTo>
                  <a:pt x="121636" y="40546"/>
                </a:lnTo>
                <a:lnTo>
                  <a:pt x="121636" y="19875"/>
                </a:lnTo>
                <a:close/>
                <a:moveTo>
                  <a:pt x="60420" y="19875"/>
                </a:moveTo>
                <a:lnTo>
                  <a:pt x="60420" y="40546"/>
                </a:lnTo>
                <a:lnTo>
                  <a:pt x="81090" y="40546"/>
                </a:lnTo>
                <a:lnTo>
                  <a:pt x="81090" y="19875"/>
                </a:lnTo>
                <a:close/>
                <a:moveTo>
                  <a:pt x="19875" y="19875"/>
                </a:moveTo>
                <a:lnTo>
                  <a:pt x="19875" y="40546"/>
                </a:lnTo>
                <a:lnTo>
                  <a:pt x="40545" y="40546"/>
                </a:lnTo>
                <a:lnTo>
                  <a:pt x="40545" y="19875"/>
                </a:lnTo>
                <a:close/>
                <a:moveTo>
                  <a:pt x="27030" y="0"/>
                </a:moveTo>
                <a:lnTo>
                  <a:pt x="453153" y="0"/>
                </a:lnTo>
                <a:cubicBezTo>
                  <a:pt x="468258" y="0"/>
                  <a:pt x="480183" y="11925"/>
                  <a:pt x="480183" y="27030"/>
                </a:cubicBezTo>
                <a:lnTo>
                  <a:pt x="480183" y="337877"/>
                </a:lnTo>
                <a:cubicBezTo>
                  <a:pt x="480183" y="352982"/>
                  <a:pt x="468258" y="364907"/>
                  <a:pt x="453153" y="364907"/>
                </a:cubicBezTo>
                <a:lnTo>
                  <a:pt x="27030" y="364907"/>
                </a:lnTo>
                <a:cubicBezTo>
                  <a:pt x="11925" y="364907"/>
                  <a:pt x="0" y="352982"/>
                  <a:pt x="0" y="337877"/>
                </a:cubicBezTo>
                <a:lnTo>
                  <a:pt x="0" y="27030"/>
                </a:lnTo>
                <a:cubicBezTo>
                  <a:pt x="0" y="11925"/>
                  <a:pt x="11925" y="0"/>
                  <a:pt x="27030" y="0"/>
                </a:cubicBezTo>
                <a:close/>
              </a:path>
            </a:pathLst>
          </a:custGeom>
          <a:solidFill>
            <a:srgbClr val="52525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222" name="DEVICE 1">
            <a:extLst>
              <a:ext uri="{FF2B5EF4-FFF2-40B4-BE49-F238E27FC236}">
                <a16:creationId xmlns:a16="http://schemas.microsoft.com/office/drawing/2014/main" id="{81BFE352-F747-4F98-910E-6DD5889D70C3}"/>
              </a:ext>
            </a:extLst>
          </p:cNvPr>
          <p:cNvSpPr/>
          <p:nvPr/>
        </p:nvSpPr>
        <p:spPr>
          <a:xfrm flipH="1">
            <a:off x="7582620" y="2104211"/>
            <a:ext cx="480115" cy="364856"/>
          </a:xfrm>
          <a:custGeom>
            <a:avLst/>
            <a:gdLst>
              <a:gd name="connsiteX0" fmla="*/ 228121 w 480183"/>
              <a:gd name="connsiteY0" fmla="*/ 229794 h 364907"/>
              <a:gd name="connsiteX1" fmla="*/ 224661 w 480183"/>
              <a:gd name="connsiteY1" fmla="*/ 229794 h 364907"/>
              <a:gd name="connsiteX2" fmla="*/ 224661 w 480183"/>
              <a:gd name="connsiteY2" fmla="*/ 311612 h 364907"/>
              <a:gd name="connsiteX3" fmla="*/ 233814 w 480183"/>
              <a:gd name="connsiteY3" fmla="*/ 311612 h 364907"/>
              <a:gd name="connsiteX4" fmla="*/ 233814 w 480183"/>
              <a:gd name="connsiteY4" fmla="*/ 242463 h 364907"/>
              <a:gd name="connsiteX5" fmla="*/ 236911 w 480183"/>
              <a:gd name="connsiteY5" fmla="*/ 244891 h 364907"/>
              <a:gd name="connsiteX6" fmla="*/ 241488 w 480183"/>
              <a:gd name="connsiteY6" fmla="*/ 247597 h 364907"/>
              <a:gd name="connsiteX7" fmla="*/ 246845 w 480183"/>
              <a:gd name="connsiteY7" fmla="*/ 250109 h 364907"/>
              <a:gd name="connsiteX8" fmla="*/ 252343 w 480183"/>
              <a:gd name="connsiteY8" fmla="*/ 251951 h 364907"/>
              <a:gd name="connsiteX9" fmla="*/ 252343 w 480183"/>
              <a:gd name="connsiteY9" fmla="*/ 242686 h 364907"/>
              <a:gd name="connsiteX10" fmla="*/ 245952 w 480183"/>
              <a:gd name="connsiteY10" fmla="*/ 240426 h 364907"/>
              <a:gd name="connsiteX11" fmla="*/ 239311 w 480183"/>
              <a:gd name="connsiteY11" fmla="*/ 237245 h 364907"/>
              <a:gd name="connsiteX12" fmla="*/ 233144 w 480183"/>
              <a:gd name="connsiteY12" fmla="*/ 233561 h 364907"/>
              <a:gd name="connsiteX13" fmla="*/ 228121 w 480183"/>
              <a:gd name="connsiteY13" fmla="*/ 229794 h 364907"/>
              <a:gd name="connsiteX14" fmla="*/ 101701 w 480183"/>
              <a:gd name="connsiteY14" fmla="*/ 140663 h 364907"/>
              <a:gd name="connsiteX15" fmla="*/ 112695 w 480183"/>
              <a:gd name="connsiteY15" fmla="*/ 145295 h 364907"/>
              <a:gd name="connsiteX16" fmla="*/ 118277 w 480183"/>
              <a:gd name="connsiteY16" fmla="*/ 157406 h 364907"/>
              <a:gd name="connsiteX17" fmla="*/ 87413 w 480183"/>
              <a:gd name="connsiteY17" fmla="*/ 157406 h 364907"/>
              <a:gd name="connsiteX18" fmla="*/ 91236 w 480183"/>
              <a:gd name="connsiteY18" fmla="*/ 145072 h 364907"/>
              <a:gd name="connsiteX19" fmla="*/ 101701 w 480183"/>
              <a:gd name="connsiteY19" fmla="*/ 140663 h 364907"/>
              <a:gd name="connsiteX20" fmla="*/ 301726 w 480183"/>
              <a:gd name="connsiteY20" fmla="*/ 140663 h 364907"/>
              <a:gd name="connsiteX21" fmla="*/ 312720 w 480183"/>
              <a:gd name="connsiteY21" fmla="*/ 145295 h 364907"/>
              <a:gd name="connsiteX22" fmla="*/ 318302 w 480183"/>
              <a:gd name="connsiteY22" fmla="*/ 157406 h 364907"/>
              <a:gd name="connsiteX23" fmla="*/ 287438 w 480183"/>
              <a:gd name="connsiteY23" fmla="*/ 157406 h 364907"/>
              <a:gd name="connsiteX24" fmla="*/ 291261 w 480183"/>
              <a:gd name="connsiteY24" fmla="*/ 145072 h 364907"/>
              <a:gd name="connsiteX25" fmla="*/ 301726 w 480183"/>
              <a:gd name="connsiteY25" fmla="*/ 140663 h 364907"/>
              <a:gd name="connsiteX26" fmla="*/ 209694 w 480183"/>
              <a:gd name="connsiteY26" fmla="*/ 134300 h 364907"/>
              <a:gd name="connsiteX27" fmla="*/ 200541 w 480183"/>
              <a:gd name="connsiteY27" fmla="*/ 134300 h 364907"/>
              <a:gd name="connsiteX28" fmla="*/ 200541 w 480183"/>
              <a:gd name="connsiteY28" fmla="*/ 191450 h 364907"/>
              <a:gd name="connsiteX29" fmla="*/ 209694 w 480183"/>
              <a:gd name="connsiteY29" fmla="*/ 191450 h 364907"/>
              <a:gd name="connsiteX30" fmla="*/ 275328 w 480183"/>
              <a:gd name="connsiteY30" fmla="*/ 134300 h 364907"/>
              <a:gd name="connsiteX31" fmla="*/ 265283 w 480183"/>
              <a:gd name="connsiteY31" fmla="*/ 134300 h 364907"/>
              <a:gd name="connsiteX32" fmla="*/ 250772 w 480183"/>
              <a:gd name="connsiteY32" fmla="*/ 175823 h 364907"/>
              <a:gd name="connsiteX33" fmla="*/ 248763 w 480183"/>
              <a:gd name="connsiteY33" fmla="*/ 183804 h 364907"/>
              <a:gd name="connsiteX34" fmla="*/ 248539 w 480183"/>
              <a:gd name="connsiteY34" fmla="*/ 183804 h 364907"/>
              <a:gd name="connsiteX35" fmla="*/ 246753 w 480183"/>
              <a:gd name="connsiteY35" fmla="*/ 176046 h 364907"/>
              <a:gd name="connsiteX36" fmla="*/ 231573 w 480183"/>
              <a:gd name="connsiteY36" fmla="*/ 134300 h 364907"/>
              <a:gd name="connsiteX37" fmla="*/ 221918 w 480183"/>
              <a:gd name="connsiteY37" fmla="*/ 134300 h 364907"/>
              <a:gd name="connsiteX38" fmla="*/ 244688 w 480183"/>
              <a:gd name="connsiteY38" fmla="*/ 191450 h 364907"/>
              <a:gd name="connsiteX39" fmla="*/ 253674 w 480183"/>
              <a:gd name="connsiteY39" fmla="*/ 191450 h 364907"/>
              <a:gd name="connsiteX40" fmla="*/ 101533 w 480183"/>
              <a:gd name="connsiteY40" fmla="*/ 132961 h 364907"/>
              <a:gd name="connsiteX41" fmla="*/ 84176 w 480183"/>
              <a:gd name="connsiteY41" fmla="*/ 140216 h 364907"/>
              <a:gd name="connsiteX42" fmla="*/ 78037 w 480183"/>
              <a:gd name="connsiteY42" fmla="*/ 160364 h 364907"/>
              <a:gd name="connsiteX43" fmla="*/ 78037 w 480183"/>
              <a:gd name="connsiteY43" fmla="*/ 165163 h 364907"/>
              <a:gd name="connsiteX44" fmla="*/ 118388 w 480183"/>
              <a:gd name="connsiteY44" fmla="*/ 165163 h 364907"/>
              <a:gd name="connsiteX45" fmla="*/ 113254 w 480183"/>
              <a:gd name="connsiteY45" fmla="*/ 179897 h 364907"/>
              <a:gd name="connsiteX46" fmla="*/ 99747 w 480183"/>
              <a:gd name="connsiteY46" fmla="*/ 185088 h 364907"/>
              <a:gd name="connsiteX47" fmla="*/ 82000 w 480183"/>
              <a:gd name="connsiteY47" fmla="*/ 178725 h 364907"/>
              <a:gd name="connsiteX48" fmla="*/ 82000 w 480183"/>
              <a:gd name="connsiteY48" fmla="*/ 187320 h 364907"/>
              <a:gd name="connsiteX49" fmla="*/ 101924 w 480183"/>
              <a:gd name="connsiteY49" fmla="*/ 192790 h 364907"/>
              <a:gd name="connsiteX50" fmla="*/ 120955 w 480183"/>
              <a:gd name="connsiteY50" fmla="*/ 185004 h 364907"/>
              <a:gd name="connsiteX51" fmla="*/ 127876 w 480183"/>
              <a:gd name="connsiteY51" fmla="*/ 163098 h 364907"/>
              <a:gd name="connsiteX52" fmla="*/ 120314 w 480183"/>
              <a:gd name="connsiteY52" fmla="*/ 141360 h 364907"/>
              <a:gd name="connsiteX53" fmla="*/ 101533 w 480183"/>
              <a:gd name="connsiteY53" fmla="*/ 132961 h 364907"/>
              <a:gd name="connsiteX54" fmla="*/ 155336 w 480183"/>
              <a:gd name="connsiteY54" fmla="*/ 132961 h 364907"/>
              <a:gd name="connsiteX55" fmla="*/ 142053 w 480183"/>
              <a:gd name="connsiteY55" fmla="*/ 135751 h 364907"/>
              <a:gd name="connsiteX56" fmla="*/ 142053 w 480183"/>
              <a:gd name="connsiteY56" fmla="*/ 145127 h 364907"/>
              <a:gd name="connsiteX57" fmla="*/ 155671 w 480183"/>
              <a:gd name="connsiteY57" fmla="*/ 140663 h 364907"/>
              <a:gd name="connsiteX58" fmla="*/ 170042 w 480183"/>
              <a:gd name="connsiteY58" fmla="*/ 146941 h 364907"/>
              <a:gd name="connsiteX59" fmla="*/ 175651 w 480183"/>
              <a:gd name="connsiteY59" fmla="*/ 163433 h 364907"/>
              <a:gd name="connsiteX60" fmla="*/ 170377 w 480183"/>
              <a:gd name="connsiteY60" fmla="*/ 179283 h 364907"/>
              <a:gd name="connsiteX61" fmla="*/ 156229 w 480183"/>
              <a:gd name="connsiteY61" fmla="*/ 185088 h 364907"/>
              <a:gd name="connsiteX62" fmla="*/ 142164 w 480183"/>
              <a:gd name="connsiteY62" fmla="*/ 180121 h 364907"/>
              <a:gd name="connsiteX63" fmla="*/ 142164 w 480183"/>
              <a:gd name="connsiteY63" fmla="*/ 188827 h 364907"/>
              <a:gd name="connsiteX64" fmla="*/ 157791 w 480183"/>
              <a:gd name="connsiteY64" fmla="*/ 192790 h 364907"/>
              <a:gd name="connsiteX65" fmla="*/ 177520 w 480183"/>
              <a:gd name="connsiteY65" fmla="*/ 184837 h 364907"/>
              <a:gd name="connsiteX66" fmla="*/ 185027 w 480183"/>
              <a:gd name="connsiteY66" fmla="*/ 164215 h 364907"/>
              <a:gd name="connsiteX67" fmla="*/ 176934 w 480183"/>
              <a:gd name="connsiteY67" fmla="*/ 141528 h 364907"/>
              <a:gd name="connsiteX68" fmla="*/ 155336 w 480183"/>
              <a:gd name="connsiteY68" fmla="*/ 132961 h 364907"/>
              <a:gd name="connsiteX69" fmla="*/ 301558 w 480183"/>
              <a:gd name="connsiteY69" fmla="*/ 132961 h 364907"/>
              <a:gd name="connsiteX70" fmla="*/ 284201 w 480183"/>
              <a:gd name="connsiteY70" fmla="*/ 140216 h 364907"/>
              <a:gd name="connsiteX71" fmla="*/ 278062 w 480183"/>
              <a:gd name="connsiteY71" fmla="*/ 160364 h 364907"/>
              <a:gd name="connsiteX72" fmla="*/ 278062 w 480183"/>
              <a:gd name="connsiteY72" fmla="*/ 165163 h 364907"/>
              <a:gd name="connsiteX73" fmla="*/ 318413 w 480183"/>
              <a:gd name="connsiteY73" fmla="*/ 165163 h 364907"/>
              <a:gd name="connsiteX74" fmla="*/ 313279 w 480183"/>
              <a:gd name="connsiteY74" fmla="*/ 179897 h 364907"/>
              <a:gd name="connsiteX75" fmla="*/ 299772 w 480183"/>
              <a:gd name="connsiteY75" fmla="*/ 185088 h 364907"/>
              <a:gd name="connsiteX76" fmla="*/ 282025 w 480183"/>
              <a:gd name="connsiteY76" fmla="*/ 178725 h 364907"/>
              <a:gd name="connsiteX77" fmla="*/ 282025 w 480183"/>
              <a:gd name="connsiteY77" fmla="*/ 187320 h 364907"/>
              <a:gd name="connsiteX78" fmla="*/ 301949 w 480183"/>
              <a:gd name="connsiteY78" fmla="*/ 192790 h 364907"/>
              <a:gd name="connsiteX79" fmla="*/ 320980 w 480183"/>
              <a:gd name="connsiteY79" fmla="*/ 185004 h 364907"/>
              <a:gd name="connsiteX80" fmla="*/ 327901 w 480183"/>
              <a:gd name="connsiteY80" fmla="*/ 163098 h 364907"/>
              <a:gd name="connsiteX81" fmla="*/ 320339 w 480183"/>
              <a:gd name="connsiteY81" fmla="*/ 141360 h 364907"/>
              <a:gd name="connsiteX82" fmla="*/ 301558 w 480183"/>
              <a:gd name="connsiteY82" fmla="*/ 132961 h 364907"/>
              <a:gd name="connsiteX83" fmla="*/ 389590 w 480183"/>
              <a:gd name="connsiteY83" fmla="*/ 119901 h 364907"/>
              <a:gd name="connsiteX84" fmla="*/ 389590 w 480183"/>
              <a:gd name="connsiteY84" fmla="*/ 182967 h 364907"/>
              <a:gd name="connsiteX85" fmla="*/ 377647 w 480183"/>
              <a:gd name="connsiteY85" fmla="*/ 182967 h 364907"/>
              <a:gd name="connsiteX86" fmla="*/ 353146 w 480183"/>
              <a:gd name="connsiteY86" fmla="*/ 174540 h 364907"/>
              <a:gd name="connsiteX87" fmla="*/ 344384 w 480183"/>
              <a:gd name="connsiteY87" fmla="*/ 150653 h 364907"/>
              <a:gd name="connsiteX88" fmla="*/ 377089 w 480183"/>
              <a:gd name="connsiteY88" fmla="*/ 119901 h 364907"/>
              <a:gd name="connsiteX89" fmla="*/ 398966 w 480183"/>
              <a:gd name="connsiteY89" fmla="*/ 111418 h 364907"/>
              <a:gd name="connsiteX90" fmla="*/ 376865 w 480183"/>
              <a:gd name="connsiteY90" fmla="*/ 111418 h 364907"/>
              <a:gd name="connsiteX91" fmla="*/ 334561 w 480183"/>
              <a:gd name="connsiteY91" fmla="*/ 150429 h 364907"/>
              <a:gd name="connsiteX92" fmla="*/ 346309 w 480183"/>
              <a:gd name="connsiteY92" fmla="*/ 180204 h 364907"/>
              <a:gd name="connsiteX93" fmla="*/ 377758 w 480183"/>
              <a:gd name="connsiteY93" fmla="*/ 191450 h 364907"/>
              <a:gd name="connsiteX94" fmla="*/ 398966 w 480183"/>
              <a:gd name="connsiteY94" fmla="*/ 191450 h 364907"/>
              <a:gd name="connsiteX95" fmla="*/ 205006 w 480183"/>
              <a:gd name="connsiteY95" fmla="*/ 107902 h 364907"/>
              <a:gd name="connsiteX96" fmla="*/ 200737 w 480183"/>
              <a:gd name="connsiteY96" fmla="*/ 109604 h 364907"/>
              <a:gd name="connsiteX97" fmla="*/ 198979 w 480183"/>
              <a:gd name="connsiteY97" fmla="*/ 113873 h 364907"/>
              <a:gd name="connsiteX98" fmla="*/ 200737 w 480183"/>
              <a:gd name="connsiteY98" fmla="*/ 118059 h 364907"/>
              <a:gd name="connsiteX99" fmla="*/ 205006 w 480183"/>
              <a:gd name="connsiteY99" fmla="*/ 119789 h 364907"/>
              <a:gd name="connsiteX100" fmla="*/ 209192 w 480183"/>
              <a:gd name="connsiteY100" fmla="*/ 118115 h 364907"/>
              <a:gd name="connsiteX101" fmla="*/ 210922 w 480183"/>
              <a:gd name="connsiteY101" fmla="*/ 113873 h 364907"/>
              <a:gd name="connsiteX102" fmla="*/ 209192 w 480183"/>
              <a:gd name="connsiteY102" fmla="*/ 109604 h 364907"/>
              <a:gd name="connsiteX103" fmla="*/ 205006 w 480183"/>
              <a:gd name="connsiteY103" fmla="*/ 107902 h 364907"/>
              <a:gd name="connsiteX104" fmla="*/ 459513 w 480183"/>
              <a:gd name="connsiteY104" fmla="*/ 67576 h 364907"/>
              <a:gd name="connsiteX105" fmla="*/ 459513 w 480183"/>
              <a:gd name="connsiteY105" fmla="*/ 337877 h 364907"/>
              <a:gd name="connsiteX106" fmla="*/ 460308 w 480183"/>
              <a:gd name="connsiteY106" fmla="*/ 337877 h 364907"/>
              <a:gd name="connsiteX107" fmla="*/ 453153 w 480183"/>
              <a:gd name="connsiteY107" fmla="*/ 345032 h 364907"/>
              <a:gd name="connsiteX108" fmla="*/ 27030 w 480183"/>
              <a:gd name="connsiteY108" fmla="*/ 345032 h 364907"/>
              <a:gd name="connsiteX109" fmla="*/ 19876 w 480183"/>
              <a:gd name="connsiteY109" fmla="*/ 337877 h 364907"/>
              <a:gd name="connsiteX110" fmla="*/ 19876 w 480183"/>
              <a:gd name="connsiteY110" fmla="*/ 67576 h 364907"/>
              <a:gd name="connsiteX111" fmla="*/ 379217 w 480183"/>
              <a:gd name="connsiteY111" fmla="*/ 19876 h 364907"/>
              <a:gd name="connsiteX112" fmla="*/ 379217 w 480183"/>
              <a:gd name="connsiteY112" fmla="*/ 40546 h 364907"/>
              <a:gd name="connsiteX113" fmla="*/ 358547 w 480183"/>
              <a:gd name="connsiteY113" fmla="*/ 40546 h 364907"/>
              <a:gd name="connsiteX114" fmla="*/ 358547 w 480183"/>
              <a:gd name="connsiteY114" fmla="*/ 19876 h 364907"/>
              <a:gd name="connsiteX115" fmla="*/ 419763 w 480183"/>
              <a:gd name="connsiteY115" fmla="*/ 19876 h 364907"/>
              <a:gd name="connsiteX116" fmla="*/ 419763 w 480183"/>
              <a:gd name="connsiteY116" fmla="*/ 40546 h 364907"/>
              <a:gd name="connsiteX117" fmla="*/ 399093 w 480183"/>
              <a:gd name="connsiteY117" fmla="*/ 40546 h 364907"/>
              <a:gd name="connsiteX118" fmla="*/ 399093 w 480183"/>
              <a:gd name="connsiteY118" fmla="*/ 19876 h 364907"/>
              <a:gd name="connsiteX119" fmla="*/ 460308 w 480183"/>
              <a:gd name="connsiteY119" fmla="*/ 19876 h 364907"/>
              <a:gd name="connsiteX120" fmla="*/ 460308 w 480183"/>
              <a:gd name="connsiteY120" fmla="*/ 40546 h 364907"/>
              <a:gd name="connsiteX121" fmla="*/ 439638 w 480183"/>
              <a:gd name="connsiteY121" fmla="*/ 40546 h 364907"/>
              <a:gd name="connsiteX122" fmla="*/ 439638 w 480183"/>
              <a:gd name="connsiteY122" fmla="*/ 19876 h 364907"/>
              <a:gd name="connsiteX123" fmla="*/ 453153 w 480183"/>
              <a:gd name="connsiteY123" fmla="*/ 0 h 364907"/>
              <a:gd name="connsiteX124" fmla="*/ 27030 w 480183"/>
              <a:gd name="connsiteY124" fmla="*/ 0 h 364907"/>
              <a:gd name="connsiteX125" fmla="*/ 0 w 480183"/>
              <a:gd name="connsiteY125" fmla="*/ 27030 h 364907"/>
              <a:gd name="connsiteX126" fmla="*/ 0 w 480183"/>
              <a:gd name="connsiteY126" fmla="*/ 337877 h 364907"/>
              <a:gd name="connsiteX127" fmla="*/ 27030 w 480183"/>
              <a:gd name="connsiteY127" fmla="*/ 364907 h 364907"/>
              <a:gd name="connsiteX128" fmla="*/ 453153 w 480183"/>
              <a:gd name="connsiteY128" fmla="*/ 364907 h 364907"/>
              <a:gd name="connsiteX129" fmla="*/ 480183 w 480183"/>
              <a:gd name="connsiteY129" fmla="*/ 337877 h 364907"/>
              <a:gd name="connsiteX130" fmla="*/ 480183 w 480183"/>
              <a:gd name="connsiteY130" fmla="*/ 27030 h 364907"/>
              <a:gd name="connsiteX131" fmla="*/ 453153 w 480183"/>
              <a:gd name="connsiteY131" fmla="*/ 0 h 364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480183" h="364907">
                <a:moveTo>
                  <a:pt x="228121" y="229794"/>
                </a:moveTo>
                <a:lnTo>
                  <a:pt x="224661" y="229794"/>
                </a:lnTo>
                <a:lnTo>
                  <a:pt x="224661" y="311612"/>
                </a:lnTo>
                <a:lnTo>
                  <a:pt x="233814" y="311612"/>
                </a:lnTo>
                <a:lnTo>
                  <a:pt x="233814" y="242463"/>
                </a:lnTo>
                <a:cubicBezTo>
                  <a:pt x="234521" y="243170"/>
                  <a:pt x="235553" y="243979"/>
                  <a:pt x="236911" y="244891"/>
                </a:cubicBezTo>
                <a:cubicBezTo>
                  <a:pt x="238269" y="245802"/>
                  <a:pt x="239795" y="246704"/>
                  <a:pt x="241488" y="247597"/>
                </a:cubicBezTo>
                <a:cubicBezTo>
                  <a:pt x="243180" y="248490"/>
                  <a:pt x="244966" y="249328"/>
                  <a:pt x="246845" y="250109"/>
                </a:cubicBezTo>
                <a:cubicBezTo>
                  <a:pt x="248724" y="250890"/>
                  <a:pt x="250557" y="251504"/>
                  <a:pt x="252343" y="251951"/>
                </a:cubicBezTo>
                <a:lnTo>
                  <a:pt x="252343" y="242686"/>
                </a:lnTo>
                <a:cubicBezTo>
                  <a:pt x="250334" y="242128"/>
                  <a:pt x="248203" y="241374"/>
                  <a:pt x="245952" y="240426"/>
                </a:cubicBezTo>
                <a:cubicBezTo>
                  <a:pt x="243701" y="239477"/>
                  <a:pt x="241488" y="238417"/>
                  <a:pt x="239311" y="237245"/>
                </a:cubicBezTo>
                <a:cubicBezTo>
                  <a:pt x="237134" y="236072"/>
                  <a:pt x="235079" y="234845"/>
                  <a:pt x="233144" y="233561"/>
                </a:cubicBezTo>
                <a:cubicBezTo>
                  <a:pt x="231209" y="232277"/>
                  <a:pt x="229535" y="231022"/>
                  <a:pt x="228121" y="229794"/>
                </a:cubicBezTo>
                <a:close/>
                <a:moveTo>
                  <a:pt x="101701" y="140663"/>
                </a:moveTo>
                <a:cubicBezTo>
                  <a:pt x="106017" y="140663"/>
                  <a:pt x="109682" y="142207"/>
                  <a:pt x="112695" y="145295"/>
                </a:cubicBezTo>
                <a:cubicBezTo>
                  <a:pt x="115709" y="148383"/>
                  <a:pt x="117570" y="152420"/>
                  <a:pt x="118277" y="157406"/>
                </a:cubicBezTo>
                <a:lnTo>
                  <a:pt x="87413" y="157406"/>
                </a:lnTo>
                <a:cubicBezTo>
                  <a:pt x="87451" y="152122"/>
                  <a:pt x="88725" y="148011"/>
                  <a:pt x="91236" y="145072"/>
                </a:cubicBezTo>
                <a:cubicBezTo>
                  <a:pt x="93748" y="142132"/>
                  <a:pt x="97236" y="140663"/>
                  <a:pt x="101701" y="140663"/>
                </a:cubicBezTo>
                <a:close/>
                <a:moveTo>
                  <a:pt x="301726" y="140663"/>
                </a:moveTo>
                <a:cubicBezTo>
                  <a:pt x="306042" y="140663"/>
                  <a:pt x="309707" y="142207"/>
                  <a:pt x="312720" y="145295"/>
                </a:cubicBezTo>
                <a:cubicBezTo>
                  <a:pt x="315734" y="148383"/>
                  <a:pt x="317595" y="152420"/>
                  <a:pt x="318302" y="157406"/>
                </a:cubicBezTo>
                <a:lnTo>
                  <a:pt x="287438" y="157406"/>
                </a:lnTo>
                <a:cubicBezTo>
                  <a:pt x="287476" y="152122"/>
                  <a:pt x="288750" y="148011"/>
                  <a:pt x="291261" y="145072"/>
                </a:cubicBezTo>
                <a:cubicBezTo>
                  <a:pt x="293773" y="142132"/>
                  <a:pt x="297261" y="140663"/>
                  <a:pt x="301726" y="140663"/>
                </a:cubicBezTo>
                <a:close/>
                <a:moveTo>
                  <a:pt x="209694" y="134300"/>
                </a:moveTo>
                <a:lnTo>
                  <a:pt x="200541" y="134300"/>
                </a:lnTo>
                <a:lnTo>
                  <a:pt x="200541" y="191450"/>
                </a:lnTo>
                <a:lnTo>
                  <a:pt x="209694" y="191450"/>
                </a:lnTo>
                <a:close/>
                <a:moveTo>
                  <a:pt x="275328" y="134300"/>
                </a:moveTo>
                <a:lnTo>
                  <a:pt x="265283" y="134300"/>
                </a:lnTo>
                <a:lnTo>
                  <a:pt x="250772" y="175823"/>
                </a:lnTo>
                <a:cubicBezTo>
                  <a:pt x="249693" y="178874"/>
                  <a:pt x="249023" y="181534"/>
                  <a:pt x="248763" y="183804"/>
                </a:cubicBezTo>
                <a:lnTo>
                  <a:pt x="248539" y="183804"/>
                </a:lnTo>
                <a:cubicBezTo>
                  <a:pt x="248167" y="180939"/>
                  <a:pt x="247572" y="178353"/>
                  <a:pt x="246753" y="176046"/>
                </a:cubicBezTo>
                <a:lnTo>
                  <a:pt x="231573" y="134300"/>
                </a:lnTo>
                <a:lnTo>
                  <a:pt x="221918" y="134300"/>
                </a:lnTo>
                <a:lnTo>
                  <a:pt x="244688" y="191450"/>
                </a:lnTo>
                <a:lnTo>
                  <a:pt x="253674" y="191450"/>
                </a:lnTo>
                <a:close/>
                <a:moveTo>
                  <a:pt x="101533" y="132961"/>
                </a:moveTo>
                <a:cubicBezTo>
                  <a:pt x="94055" y="132961"/>
                  <a:pt x="88269" y="135379"/>
                  <a:pt x="84176" y="140216"/>
                </a:cubicBezTo>
                <a:cubicBezTo>
                  <a:pt x="80084" y="145053"/>
                  <a:pt x="78037" y="151769"/>
                  <a:pt x="78037" y="160364"/>
                </a:cubicBezTo>
                <a:lnTo>
                  <a:pt x="78037" y="165163"/>
                </a:lnTo>
                <a:lnTo>
                  <a:pt x="118388" y="165163"/>
                </a:lnTo>
                <a:cubicBezTo>
                  <a:pt x="118239" y="171526"/>
                  <a:pt x="116528" y="176437"/>
                  <a:pt x="113254" y="179897"/>
                </a:cubicBezTo>
                <a:cubicBezTo>
                  <a:pt x="109979" y="183358"/>
                  <a:pt x="105477" y="185088"/>
                  <a:pt x="99747" y="185088"/>
                </a:cubicBezTo>
                <a:cubicBezTo>
                  <a:pt x="93311" y="185088"/>
                  <a:pt x="87395" y="182967"/>
                  <a:pt x="82000" y="178725"/>
                </a:cubicBezTo>
                <a:lnTo>
                  <a:pt x="82000" y="187320"/>
                </a:lnTo>
                <a:cubicBezTo>
                  <a:pt x="87023" y="190966"/>
                  <a:pt x="93664" y="192790"/>
                  <a:pt x="101924" y="192790"/>
                </a:cubicBezTo>
                <a:cubicBezTo>
                  <a:pt x="109998" y="192790"/>
                  <a:pt x="116342" y="190194"/>
                  <a:pt x="120955" y="185004"/>
                </a:cubicBezTo>
                <a:cubicBezTo>
                  <a:pt x="125569" y="179814"/>
                  <a:pt x="127876" y="172512"/>
                  <a:pt x="127876" y="163098"/>
                </a:cubicBezTo>
                <a:cubicBezTo>
                  <a:pt x="127876" y="154206"/>
                  <a:pt x="125355" y="146960"/>
                  <a:pt x="120314" y="141360"/>
                </a:cubicBezTo>
                <a:cubicBezTo>
                  <a:pt x="115272" y="135761"/>
                  <a:pt x="109012" y="132961"/>
                  <a:pt x="101533" y="132961"/>
                </a:cubicBezTo>
                <a:close/>
                <a:moveTo>
                  <a:pt x="155336" y="132961"/>
                </a:moveTo>
                <a:cubicBezTo>
                  <a:pt x="150313" y="132961"/>
                  <a:pt x="145885" y="133891"/>
                  <a:pt x="142053" y="135751"/>
                </a:cubicBezTo>
                <a:lnTo>
                  <a:pt x="142053" y="145127"/>
                </a:lnTo>
                <a:cubicBezTo>
                  <a:pt x="146294" y="142151"/>
                  <a:pt x="150834" y="140663"/>
                  <a:pt x="155671" y="140663"/>
                </a:cubicBezTo>
                <a:cubicBezTo>
                  <a:pt x="161512" y="140663"/>
                  <a:pt x="166303" y="142755"/>
                  <a:pt x="170042" y="146941"/>
                </a:cubicBezTo>
                <a:cubicBezTo>
                  <a:pt x="173781" y="151127"/>
                  <a:pt x="175651" y="156624"/>
                  <a:pt x="175651" y="163433"/>
                </a:cubicBezTo>
                <a:cubicBezTo>
                  <a:pt x="175651" y="170131"/>
                  <a:pt x="173893" y="175414"/>
                  <a:pt x="170377" y="179283"/>
                </a:cubicBezTo>
                <a:cubicBezTo>
                  <a:pt x="166861" y="183153"/>
                  <a:pt x="162145" y="185088"/>
                  <a:pt x="156229" y="185088"/>
                </a:cubicBezTo>
                <a:cubicBezTo>
                  <a:pt x="151243" y="185088"/>
                  <a:pt x="146555" y="183432"/>
                  <a:pt x="142164" y="180121"/>
                </a:cubicBezTo>
                <a:lnTo>
                  <a:pt x="142164" y="188827"/>
                </a:lnTo>
                <a:cubicBezTo>
                  <a:pt x="146555" y="191469"/>
                  <a:pt x="151764" y="192790"/>
                  <a:pt x="157791" y="192790"/>
                </a:cubicBezTo>
                <a:cubicBezTo>
                  <a:pt x="165940" y="192790"/>
                  <a:pt x="172516" y="190139"/>
                  <a:pt x="177520" y="184837"/>
                </a:cubicBezTo>
                <a:cubicBezTo>
                  <a:pt x="182525" y="179535"/>
                  <a:pt x="185027" y="172661"/>
                  <a:pt x="185027" y="164215"/>
                </a:cubicBezTo>
                <a:cubicBezTo>
                  <a:pt x="185027" y="154801"/>
                  <a:pt x="182329" y="147239"/>
                  <a:pt x="176934" y="141528"/>
                </a:cubicBezTo>
                <a:cubicBezTo>
                  <a:pt x="171539" y="135816"/>
                  <a:pt x="164340" y="132961"/>
                  <a:pt x="155336" y="132961"/>
                </a:cubicBezTo>
                <a:close/>
                <a:moveTo>
                  <a:pt x="301558" y="132961"/>
                </a:moveTo>
                <a:cubicBezTo>
                  <a:pt x="294080" y="132961"/>
                  <a:pt x="288294" y="135379"/>
                  <a:pt x="284201" y="140216"/>
                </a:cubicBezTo>
                <a:cubicBezTo>
                  <a:pt x="280109" y="145053"/>
                  <a:pt x="278062" y="151769"/>
                  <a:pt x="278062" y="160364"/>
                </a:cubicBezTo>
                <a:lnTo>
                  <a:pt x="278062" y="165163"/>
                </a:lnTo>
                <a:lnTo>
                  <a:pt x="318413" y="165163"/>
                </a:lnTo>
                <a:cubicBezTo>
                  <a:pt x="318264" y="171526"/>
                  <a:pt x="316553" y="176437"/>
                  <a:pt x="313279" y="179897"/>
                </a:cubicBezTo>
                <a:cubicBezTo>
                  <a:pt x="310004" y="183358"/>
                  <a:pt x="305502" y="185088"/>
                  <a:pt x="299772" y="185088"/>
                </a:cubicBezTo>
                <a:cubicBezTo>
                  <a:pt x="293336" y="185088"/>
                  <a:pt x="287420" y="182967"/>
                  <a:pt x="282025" y="178725"/>
                </a:cubicBezTo>
                <a:lnTo>
                  <a:pt x="282025" y="187320"/>
                </a:lnTo>
                <a:cubicBezTo>
                  <a:pt x="287048" y="190966"/>
                  <a:pt x="293689" y="192790"/>
                  <a:pt x="301949" y="192790"/>
                </a:cubicBezTo>
                <a:cubicBezTo>
                  <a:pt x="310023" y="192790"/>
                  <a:pt x="316367" y="190194"/>
                  <a:pt x="320980" y="185004"/>
                </a:cubicBezTo>
                <a:cubicBezTo>
                  <a:pt x="325594" y="179814"/>
                  <a:pt x="327901" y="172512"/>
                  <a:pt x="327901" y="163098"/>
                </a:cubicBezTo>
                <a:cubicBezTo>
                  <a:pt x="327901" y="154206"/>
                  <a:pt x="325380" y="146960"/>
                  <a:pt x="320339" y="141360"/>
                </a:cubicBezTo>
                <a:cubicBezTo>
                  <a:pt x="315297" y="135761"/>
                  <a:pt x="309037" y="132961"/>
                  <a:pt x="301558" y="132961"/>
                </a:cubicBezTo>
                <a:close/>
                <a:moveTo>
                  <a:pt x="389590" y="119901"/>
                </a:moveTo>
                <a:lnTo>
                  <a:pt x="389590" y="182967"/>
                </a:lnTo>
                <a:lnTo>
                  <a:pt x="377647" y="182967"/>
                </a:lnTo>
                <a:cubicBezTo>
                  <a:pt x="367154" y="182967"/>
                  <a:pt x="358987" y="180158"/>
                  <a:pt x="353146" y="174540"/>
                </a:cubicBezTo>
                <a:cubicBezTo>
                  <a:pt x="347304" y="168921"/>
                  <a:pt x="344384" y="160959"/>
                  <a:pt x="344384" y="150653"/>
                </a:cubicBezTo>
                <a:cubicBezTo>
                  <a:pt x="344384" y="130152"/>
                  <a:pt x="355285" y="119901"/>
                  <a:pt x="377089" y="119901"/>
                </a:cubicBezTo>
                <a:close/>
                <a:moveTo>
                  <a:pt x="398966" y="111418"/>
                </a:moveTo>
                <a:lnTo>
                  <a:pt x="376865" y="111418"/>
                </a:lnTo>
                <a:cubicBezTo>
                  <a:pt x="348662" y="111418"/>
                  <a:pt x="334561" y="124422"/>
                  <a:pt x="334561" y="150429"/>
                </a:cubicBezTo>
                <a:cubicBezTo>
                  <a:pt x="334561" y="162782"/>
                  <a:pt x="338477" y="172707"/>
                  <a:pt x="346309" y="180204"/>
                </a:cubicBezTo>
                <a:cubicBezTo>
                  <a:pt x="354141" y="187702"/>
                  <a:pt x="364624" y="191450"/>
                  <a:pt x="377758" y="191450"/>
                </a:cubicBezTo>
                <a:lnTo>
                  <a:pt x="398966" y="191450"/>
                </a:lnTo>
                <a:close/>
                <a:moveTo>
                  <a:pt x="205006" y="107902"/>
                </a:moveTo>
                <a:cubicBezTo>
                  <a:pt x="203332" y="107902"/>
                  <a:pt x="201909" y="108469"/>
                  <a:pt x="200737" y="109604"/>
                </a:cubicBezTo>
                <a:cubicBezTo>
                  <a:pt x="199565" y="110739"/>
                  <a:pt x="198979" y="112162"/>
                  <a:pt x="198979" y="113873"/>
                </a:cubicBezTo>
                <a:cubicBezTo>
                  <a:pt x="198979" y="115511"/>
                  <a:pt x="199565" y="116906"/>
                  <a:pt x="200737" y="118059"/>
                </a:cubicBezTo>
                <a:cubicBezTo>
                  <a:pt x="201909" y="119213"/>
                  <a:pt x="203332" y="119789"/>
                  <a:pt x="205006" y="119789"/>
                </a:cubicBezTo>
                <a:cubicBezTo>
                  <a:pt x="206643" y="119789"/>
                  <a:pt x="208039" y="119231"/>
                  <a:pt x="209192" y="118115"/>
                </a:cubicBezTo>
                <a:cubicBezTo>
                  <a:pt x="210345" y="116999"/>
                  <a:pt x="210922" y="115585"/>
                  <a:pt x="210922" y="113873"/>
                </a:cubicBezTo>
                <a:cubicBezTo>
                  <a:pt x="210922" y="112162"/>
                  <a:pt x="210345" y="110739"/>
                  <a:pt x="209192" y="109604"/>
                </a:cubicBezTo>
                <a:cubicBezTo>
                  <a:pt x="208039" y="108469"/>
                  <a:pt x="206643" y="107902"/>
                  <a:pt x="205006" y="107902"/>
                </a:cubicBezTo>
                <a:close/>
                <a:moveTo>
                  <a:pt x="459513" y="67576"/>
                </a:moveTo>
                <a:lnTo>
                  <a:pt x="459513" y="337877"/>
                </a:lnTo>
                <a:lnTo>
                  <a:pt x="460308" y="337877"/>
                </a:lnTo>
                <a:cubicBezTo>
                  <a:pt x="460308" y="341852"/>
                  <a:pt x="457923" y="345032"/>
                  <a:pt x="453153" y="345032"/>
                </a:cubicBezTo>
                <a:lnTo>
                  <a:pt x="27030" y="345032"/>
                </a:lnTo>
                <a:cubicBezTo>
                  <a:pt x="23055" y="345032"/>
                  <a:pt x="19876" y="342647"/>
                  <a:pt x="19876" y="337877"/>
                </a:cubicBezTo>
                <a:lnTo>
                  <a:pt x="19876" y="67576"/>
                </a:lnTo>
                <a:close/>
                <a:moveTo>
                  <a:pt x="379217" y="19876"/>
                </a:moveTo>
                <a:lnTo>
                  <a:pt x="379217" y="40546"/>
                </a:lnTo>
                <a:lnTo>
                  <a:pt x="358547" y="40546"/>
                </a:lnTo>
                <a:lnTo>
                  <a:pt x="358547" y="19876"/>
                </a:lnTo>
                <a:close/>
                <a:moveTo>
                  <a:pt x="419763" y="19876"/>
                </a:moveTo>
                <a:lnTo>
                  <a:pt x="419763" y="40546"/>
                </a:lnTo>
                <a:lnTo>
                  <a:pt x="399093" y="40546"/>
                </a:lnTo>
                <a:lnTo>
                  <a:pt x="399093" y="19876"/>
                </a:lnTo>
                <a:close/>
                <a:moveTo>
                  <a:pt x="460308" y="19876"/>
                </a:moveTo>
                <a:lnTo>
                  <a:pt x="460308" y="40546"/>
                </a:lnTo>
                <a:lnTo>
                  <a:pt x="439638" y="40546"/>
                </a:lnTo>
                <a:lnTo>
                  <a:pt x="439638" y="19876"/>
                </a:lnTo>
                <a:close/>
                <a:moveTo>
                  <a:pt x="453153" y="0"/>
                </a:moveTo>
                <a:lnTo>
                  <a:pt x="27030" y="0"/>
                </a:lnTo>
                <a:cubicBezTo>
                  <a:pt x="11926" y="0"/>
                  <a:pt x="0" y="11926"/>
                  <a:pt x="0" y="27030"/>
                </a:cubicBezTo>
                <a:lnTo>
                  <a:pt x="0" y="337877"/>
                </a:lnTo>
                <a:cubicBezTo>
                  <a:pt x="0" y="352982"/>
                  <a:pt x="11926" y="364907"/>
                  <a:pt x="27030" y="364907"/>
                </a:cubicBezTo>
                <a:lnTo>
                  <a:pt x="453153" y="364907"/>
                </a:lnTo>
                <a:cubicBezTo>
                  <a:pt x="468258" y="364907"/>
                  <a:pt x="480183" y="352982"/>
                  <a:pt x="480183" y="337877"/>
                </a:cubicBezTo>
                <a:lnTo>
                  <a:pt x="480183" y="27030"/>
                </a:lnTo>
                <a:cubicBezTo>
                  <a:pt x="480183" y="11926"/>
                  <a:pt x="468258" y="0"/>
                  <a:pt x="453153" y="0"/>
                </a:cubicBezTo>
                <a:close/>
              </a:path>
            </a:pathLst>
          </a:custGeom>
          <a:solidFill>
            <a:schemeClr val="accent1"/>
          </a:solidFill>
          <a:ln w="9525" cap="flat">
            <a:noFill/>
            <a:prstDash val="solid"/>
            <a:miter/>
          </a:ln>
        </p:spPr>
        <p:txBody>
          <a:bodyPr wrap="square">
            <a:noAutofit/>
          </a:bodyPr>
          <a:lstStyle/>
          <a:p>
            <a:pPr defTabSz="932563"/>
            <a:endParaRPr lang="en-US" sz="1199">
              <a:solidFill>
                <a:srgbClr val="353535"/>
              </a:solidFill>
              <a:latin typeface="+mj-lt"/>
              <a:cs typeface="Segoe UI" panose="020B0502040204020203" pitchFamily="34" charset="0"/>
            </a:endParaRPr>
          </a:p>
        </p:txBody>
      </p:sp>
      <p:sp>
        <p:nvSpPr>
          <p:cNvPr id="220" name="DEVICE 3">
            <a:extLst>
              <a:ext uri="{FF2B5EF4-FFF2-40B4-BE49-F238E27FC236}">
                <a16:creationId xmlns:a16="http://schemas.microsoft.com/office/drawing/2014/main" id="{94D7AA41-22C5-42EB-8F47-E4506B7B1929}"/>
              </a:ext>
            </a:extLst>
          </p:cNvPr>
          <p:cNvSpPr/>
          <p:nvPr/>
        </p:nvSpPr>
        <p:spPr>
          <a:xfrm flipH="1">
            <a:off x="8334816" y="2934384"/>
            <a:ext cx="480115" cy="364856"/>
          </a:xfrm>
          <a:custGeom>
            <a:avLst/>
            <a:gdLst>
              <a:gd name="connsiteX0" fmla="*/ 239079 w 480183"/>
              <a:gd name="connsiteY0" fmla="*/ 224111 h 364907"/>
              <a:gd name="connsiteX1" fmla="*/ 229982 w 480183"/>
              <a:gd name="connsiteY1" fmla="*/ 225507 h 364907"/>
              <a:gd name="connsiteX2" fmla="*/ 223006 w 480183"/>
              <a:gd name="connsiteY2" fmla="*/ 229413 h 364907"/>
              <a:gd name="connsiteX3" fmla="*/ 218513 w 480183"/>
              <a:gd name="connsiteY3" fmla="*/ 235441 h 364907"/>
              <a:gd name="connsiteX4" fmla="*/ 216922 w 480183"/>
              <a:gd name="connsiteY4" fmla="*/ 243198 h 364907"/>
              <a:gd name="connsiteX5" fmla="*/ 232884 w 480183"/>
              <a:gd name="connsiteY5" fmla="*/ 263514 h 364907"/>
              <a:gd name="connsiteX6" fmla="*/ 232884 w 480183"/>
              <a:gd name="connsiteY6" fmla="*/ 263737 h 364907"/>
              <a:gd name="connsiteX7" fmla="*/ 225350 w 480183"/>
              <a:gd name="connsiteY7" fmla="*/ 265718 h 364907"/>
              <a:gd name="connsiteX8" fmla="*/ 219378 w 480183"/>
              <a:gd name="connsiteY8" fmla="*/ 269709 h 364907"/>
              <a:gd name="connsiteX9" fmla="*/ 215443 w 480183"/>
              <a:gd name="connsiteY9" fmla="*/ 275485 h 364907"/>
              <a:gd name="connsiteX10" fmla="*/ 214020 w 480183"/>
              <a:gd name="connsiteY10" fmla="*/ 282824 h 364907"/>
              <a:gd name="connsiteX11" fmla="*/ 216057 w 480183"/>
              <a:gd name="connsiteY11" fmla="*/ 292675 h 364907"/>
              <a:gd name="connsiteX12" fmla="*/ 221806 w 480183"/>
              <a:gd name="connsiteY12" fmla="*/ 300265 h 364907"/>
              <a:gd name="connsiteX13" fmla="*/ 230707 w 480183"/>
              <a:gd name="connsiteY13" fmla="*/ 305148 h 364907"/>
              <a:gd name="connsiteX14" fmla="*/ 242149 w 480183"/>
              <a:gd name="connsiteY14" fmla="*/ 306878 h 364907"/>
              <a:gd name="connsiteX15" fmla="*/ 260343 w 480183"/>
              <a:gd name="connsiteY15" fmla="*/ 302525 h 364907"/>
              <a:gd name="connsiteX16" fmla="*/ 260343 w 480183"/>
              <a:gd name="connsiteY16" fmla="*/ 292702 h 364907"/>
              <a:gd name="connsiteX17" fmla="*/ 241814 w 480183"/>
              <a:gd name="connsiteY17" fmla="*/ 299065 h 364907"/>
              <a:gd name="connsiteX18" fmla="*/ 234251 w 480183"/>
              <a:gd name="connsiteY18" fmla="*/ 298004 h 364907"/>
              <a:gd name="connsiteX19" fmla="*/ 228447 w 480183"/>
              <a:gd name="connsiteY19" fmla="*/ 294935 h 364907"/>
              <a:gd name="connsiteX20" fmla="*/ 224708 w 480183"/>
              <a:gd name="connsiteY20" fmla="*/ 290079 h 364907"/>
              <a:gd name="connsiteX21" fmla="*/ 223396 w 480183"/>
              <a:gd name="connsiteY21" fmla="*/ 283661 h 364907"/>
              <a:gd name="connsiteX22" fmla="*/ 245720 w 480183"/>
              <a:gd name="connsiteY22" fmla="*/ 267978 h 364907"/>
              <a:gd name="connsiteX23" fmla="*/ 252362 w 480183"/>
              <a:gd name="connsiteY23" fmla="*/ 267978 h 364907"/>
              <a:gd name="connsiteX24" fmla="*/ 252362 w 480183"/>
              <a:gd name="connsiteY24" fmla="*/ 260221 h 364907"/>
              <a:gd name="connsiteX25" fmla="*/ 246055 w 480183"/>
              <a:gd name="connsiteY25" fmla="*/ 260221 h 364907"/>
              <a:gd name="connsiteX26" fmla="*/ 226298 w 480183"/>
              <a:gd name="connsiteY26" fmla="*/ 245487 h 364907"/>
              <a:gd name="connsiteX27" fmla="*/ 241367 w 480183"/>
              <a:gd name="connsiteY27" fmla="*/ 231869 h 364907"/>
              <a:gd name="connsiteX28" fmla="*/ 257273 w 480183"/>
              <a:gd name="connsiteY28" fmla="*/ 237562 h 364907"/>
              <a:gd name="connsiteX29" fmla="*/ 257273 w 480183"/>
              <a:gd name="connsiteY29" fmla="*/ 228688 h 364907"/>
              <a:gd name="connsiteX30" fmla="*/ 239079 w 480183"/>
              <a:gd name="connsiteY30" fmla="*/ 224111 h 364907"/>
              <a:gd name="connsiteX31" fmla="*/ 100381 w 480183"/>
              <a:gd name="connsiteY31" fmla="*/ 143336 h 364907"/>
              <a:gd name="connsiteX32" fmla="*/ 111375 w 480183"/>
              <a:gd name="connsiteY32" fmla="*/ 147968 h 364907"/>
              <a:gd name="connsiteX33" fmla="*/ 116957 w 480183"/>
              <a:gd name="connsiteY33" fmla="*/ 160079 h 364907"/>
              <a:gd name="connsiteX34" fmla="*/ 86093 w 480183"/>
              <a:gd name="connsiteY34" fmla="*/ 160079 h 364907"/>
              <a:gd name="connsiteX35" fmla="*/ 89916 w 480183"/>
              <a:gd name="connsiteY35" fmla="*/ 147745 h 364907"/>
              <a:gd name="connsiteX36" fmla="*/ 100381 w 480183"/>
              <a:gd name="connsiteY36" fmla="*/ 143336 h 364907"/>
              <a:gd name="connsiteX37" fmla="*/ 300406 w 480183"/>
              <a:gd name="connsiteY37" fmla="*/ 143336 h 364907"/>
              <a:gd name="connsiteX38" fmla="*/ 311400 w 480183"/>
              <a:gd name="connsiteY38" fmla="*/ 147968 h 364907"/>
              <a:gd name="connsiteX39" fmla="*/ 316982 w 480183"/>
              <a:gd name="connsiteY39" fmla="*/ 160079 h 364907"/>
              <a:gd name="connsiteX40" fmla="*/ 286118 w 480183"/>
              <a:gd name="connsiteY40" fmla="*/ 160079 h 364907"/>
              <a:gd name="connsiteX41" fmla="*/ 289941 w 480183"/>
              <a:gd name="connsiteY41" fmla="*/ 147745 h 364907"/>
              <a:gd name="connsiteX42" fmla="*/ 300406 w 480183"/>
              <a:gd name="connsiteY42" fmla="*/ 143336 h 364907"/>
              <a:gd name="connsiteX43" fmla="*/ 208374 w 480183"/>
              <a:gd name="connsiteY43" fmla="*/ 136973 h 364907"/>
              <a:gd name="connsiteX44" fmla="*/ 199221 w 480183"/>
              <a:gd name="connsiteY44" fmla="*/ 136973 h 364907"/>
              <a:gd name="connsiteX45" fmla="*/ 199221 w 480183"/>
              <a:gd name="connsiteY45" fmla="*/ 194123 h 364907"/>
              <a:gd name="connsiteX46" fmla="*/ 208374 w 480183"/>
              <a:gd name="connsiteY46" fmla="*/ 194123 h 364907"/>
              <a:gd name="connsiteX47" fmla="*/ 274008 w 480183"/>
              <a:gd name="connsiteY47" fmla="*/ 136973 h 364907"/>
              <a:gd name="connsiteX48" fmla="*/ 263963 w 480183"/>
              <a:gd name="connsiteY48" fmla="*/ 136973 h 364907"/>
              <a:gd name="connsiteX49" fmla="*/ 249452 w 480183"/>
              <a:gd name="connsiteY49" fmla="*/ 178496 h 364907"/>
              <a:gd name="connsiteX50" fmla="*/ 247443 w 480183"/>
              <a:gd name="connsiteY50" fmla="*/ 186477 h 364907"/>
              <a:gd name="connsiteX51" fmla="*/ 247219 w 480183"/>
              <a:gd name="connsiteY51" fmla="*/ 186477 h 364907"/>
              <a:gd name="connsiteX52" fmla="*/ 245433 w 480183"/>
              <a:gd name="connsiteY52" fmla="*/ 178719 h 364907"/>
              <a:gd name="connsiteX53" fmla="*/ 230253 w 480183"/>
              <a:gd name="connsiteY53" fmla="*/ 136973 h 364907"/>
              <a:gd name="connsiteX54" fmla="*/ 220598 w 480183"/>
              <a:gd name="connsiteY54" fmla="*/ 136973 h 364907"/>
              <a:gd name="connsiteX55" fmla="*/ 243368 w 480183"/>
              <a:gd name="connsiteY55" fmla="*/ 194123 h 364907"/>
              <a:gd name="connsiteX56" fmla="*/ 252354 w 480183"/>
              <a:gd name="connsiteY56" fmla="*/ 194123 h 364907"/>
              <a:gd name="connsiteX57" fmla="*/ 100213 w 480183"/>
              <a:gd name="connsiteY57" fmla="*/ 135634 h 364907"/>
              <a:gd name="connsiteX58" fmla="*/ 82856 w 480183"/>
              <a:gd name="connsiteY58" fmla="*/ 142889 h 364907"/>
              <a:gd name="connsiteX59" fmla="*/ 76717 w 480183"/>
              <a:gd name="connsiteY59" fmla="*/ 163037 h 364907"/>
              <a:gd name="connsiteX60" fmla="*/ 76717 w 480183"/>
              <a:gd name="connsiteY60" fmla="*/ 167836 h 364907"/>
              <a:gd name="connsiteX61" fmla="*/ 117068 w 480183"/>
              <a:gd name="connsiteY61" fmla="*/ 167836 h 364907"/>
              <a:gd name="connsiteX62" fmla="*/ 111934 w 480183"/>
              <a:gd name="connsiteY62" fmla="*/ 182570 h 364907"/>
              <a:gd name="connsiteX63" fmla="*/ 98427 w 480183"/>
              <a:gd name="connsiteY63" fmla="*/ 187761 h 364907"/>
              <a:gd name="connsiteX64" fmla="*/ 80680 w 480183"/>
              <a:gd name="connsiteY64" fmla="*/ 181398 h 364907"/>
              <a:gd name="connsiteX65" fmla="*/ 80680 w 480183"/>
              <a:gd name="connsiteY65" fmla="*/ 189993 h 364907"/>
              <a:gd name="connsiteX66" fmla="*/ 100604 w 480183"/>
              <a:gd name="connsiteY66" fmla="*/ 195463 h 364907"/>
              <a:gd name="connsiteX67" fmla="*/ 119635 w 480183"/>
              <a:gd name="connsiteY67" fmla="*/ 187677 h 364907"/>
              <a:gd name="connsiteX68" fmla="*/ 126556 w 480183"/>
              <a:gd name="connsiteY68" fmla="*/ 165771 h 364907"/>
              <a:gd name="connsiteX69" fmla="*/ 118994 w 480183"/>
              <a:gd name="connsiteY69" fmla="*/ 144033 h 364907"/>
              <a:gd name="connsiteX70" fmla="*/ 100213 w 480183"/>
              <a:gd name="connsiteY70" fmla="*/ 135634 h 364907"/>
              <a:gd name="connsiteX71" fmla="*/ 154016 w 480183"/>
              <a:gd name="connsiteY71" fmla="*/ 135634 h 364907"/>
              <a:gd name="connsiteX72" fmla="*/ 140733 w 480183"/>
              <a:gd name="connsiteY72" fmla="*/ 138424 h 364907"/>
              <a:gd name="connsiteX73" fmla="*/ 140733 w 480183"/>
              <a:gd name="connsiteY73" fmla="*/ 147800 h 364907"/>
              <a:gd name="connsiteX74" fmla="*/ 154351 w 480183"/>
              <a:gd name="connsiteY74" fmla="*/ 143336 h 364907"/>
              <a:gd name="connsiteX75" fmla="*/ 168722 w 480183"/>
              <a:gd name="connsiteY75" fmla="*/ 149614 h 364907"/>
              <a:gd name="connsiteX76" fmla="*/ 174331 w 480183"/>
              <a:gd name="connsiteY76" fmla="*/ 166106 h 364907"/>
              <a:gd name="connsiteX77" fmla="*/ 169057 w 480183"/>
              <a:gd name="connsiteY77" fmla="*/ 181956 h 364907"/>
              <a:gd name="connsiteX78" fmla="*/ 154909 w 480183"/>
              <a:gd name="connsiteY78" fmla="*/ 187761 h 364907"/>
              <a:gd name="connsiteX79" fmla="*/ 140844 w 480183"/>
              <a:gd name="connsiteY79" fmla="*/ 182794 h 364907"/>
              <a:gd name="connsiteX80" fmla="*/ 140844 w 480183"/>
              <a:gd name="connsiteY80" fmla="*/ 191500 h 364907"/>
              <a:gd name="connsiteX81" fmla="*/ 156471 w 480183"/>
              <a:gd name="connsiteY81" fmla="*/ 195463 h 364907"/>
              <a:gd name="connsiteX82" fmla="*/ 176200 w 480183"/>
              <a:gd name="connsiteY82" fmla="*/ 187510 h 364907"/>
              <a:gd name="connsiteX83" fmla="*/ 183707 w 480183"/>
              <a:gd name="connsiteY83" fmla="*/ 166888 h 364907"/>
              <a:gd name="connsiteX84" fmla="*/ 175614 w 480183"/>
              <a:gd name="connsiteY84" fmla="*/ 144201 h 364907"/>
              <a:gd name="connsiteX85" fmla="*/ 154016 w 480183"/>
              <a:gd name="connsiteY85" fmla="*/ 135634 h 364907"/>
              <a:gd name="connsiteX86" fmla="*/ 300238 w 480183"/>
              <a:gd name="connsiteY86" fmla="*/ 135634 h 364907"/>
              <a:gd name="connsiteX87" fmla="*/ 282881 w 480183"/>
              <a:gd name="connsiteY87" fmla="*/ 142889 h 364907"/>
              <a:gd name="connsiteX88" fmla="*/ 276742 w 480183"/>
              <a:gd name="connsiteY88" fmla="*/ 163037 h 364907"/>
              <a:gd name="connsiteX89" fmla="*/ 276742 w 480183"/>
              <a:gd name="connsiteY89" fmla="*/ 167836 h 364907"/>
              <a:gd name="connsiteX90" fmla="*/ 317093 w 480183"/>
              <a:gd name="connsiteY90" fmla="*/ 167836 h 364907"/>
              <a:gd name="connsiteX91" fmla="*/ 311959 w 480183"/>
              <a:gd name="connsiteY91" fmla="*/ 182570 h 364907"/>
              <a:gd name="connsiteX92" fmla="*/ 298452 w 480183"/>
              <a:gd name="connsiteY92" fmla="*/ 187761 h 364907"/>
              <a:gd name="connsiteX93" fmla="*/ 280705 w 480183"/>
              <a:gd name="connsiteY93" fmla="*/ 181398 h 364907"/>
              <a:gd name="connsiteX94" fmla="*/ 280705 w 480183"/>
              <a:gd name="connsiteY94" fmla="*/ 189993 h 364907"/>
              <a:gd name="connsiteX95" fmla="*/ 300629 w 480183"/>
              <a:gd name="connsiteY95" fmla="*/ 195463 h 364907"/>
              <a:gd name="connsiteX96" fmla="*/ 319660 w 480183"/>
              <a:gd name="connsiteY96" fmla="*/ 187677 h 364907"/>
              <a:gd name="connsiteX97" fmla="*/ 326581 w 480183"/>
              <a:gd name="connsiteY97" fmla="*/ 165771 h 364907"/>
              <a:gd name="connsiteX98" fmla="*/ 319019 w 480183"/>
              <a:gd name="connsiteY98" fmla="*/ 144033 h 364907"/>
              <a:gd name="connsiteX99" fmla="*/ 300238 w 480183"/>
              <a:gd name="connsiteY99" fmla="*/ 135634 h 364907"/>
              <a:gd name="connsiteX100" fmla="*/ 388270 w 480183"/>
              <a:gd name="connsiteY100" fmla="*/ 122574 h 364907"/>
              <a:gd name="connsiteX101" fmla="*/ 388270 w 480183"/>
              <a:gd name="connsiteY101" fmla="*/ 185640 h 364907"/>
              <a:gd name="connsiteX102" fmla="*/ 376327 w 480183"/>
              <a:gd name="connsiteY102" fmla="*/ 185640 h 364907"/>
              <a:gd name="connsiteX103" fmla="*/ 351826 w 480183"/>
              <a:gd name="connsiteY103" fmla="*/ 177213 h 364907"/>
              <a:gd name="connsiteX104" fmla="*/ 343064 w 480183"/>
              <a:gd name="connsiteY104" fmla="*/ 153326 h 364907"/>
              <a:gd name="connsiteX105" fmla="*/ 375769 w 480183"/>
              <a:gd name="connsiteY105" fmla="*/ 122574 h 364907"/>
              <a:gd name="connsiteX106" fmla="*/ 397646 w 480183"/>
              <a:gd name="connsiteY106" fmla="*/ 114091 h 364907"/>
              <a:gd name="connsiteX107" fmla="*/ 375545 w 480183"/>
              <a:gd name="connsiteY107" fmla="*/ 114091 h 364907"/>
              <a:gd name="connsiteX108" fmla="*/ 333241 w 480183"/>
              <a:gd name="connsiteY108" fmla="*/ 153102 h 364907"/>
              <a:gd name="connsiteX109" fmla="*/ 344989 w 480183"/>
              <a:gd name="connsiteY109" fmla="*/ 182877 h 364907"/>
              <a:gd name="connsiteX110" fmla="*/ 376438 w 480183"/>
              <a:gd name="connsiteY110" fmla="*/ 194123 h 364907"/>
              <a:gd name="connsiteX111" fmla="*/ 397646 w 480183"/>
              <a:gd name="connsiteY111" fmla="*/ 194123 h 364907"/>
              <a:gd name="connsiteX112" fmla="*/ 203686 w 480183"/>
              <a:gd name="connsiteY112" fmla="*/ 110575 h 364907"/>
              <a:gd name="connsiteX113" fmla="*/ 199417 w 480183"/>
              <a:gd name="connsiteY113" fmla="*/ 112277 h 364907"/>
              <a:gd name="connsiteX114" fmla="*/ 197659 w 480183"/>
              <a:gd name="connsiteY114" fmla="*/ 116546 h 364907"/>
              <a:gd name="connsiteX115" fmla="*/ 199417 w 480183"/>
              <a:gd name="connsiteY115" fmla="*/ 120732 h 364907"/>
              <a:gd name="connsiteX116" fmla="*/ 203686 w 480183"/>
              <a:gd name="connsiteY116" fmla="*/ 122462 h 364907"/>
              <a:gd name="connsiteX117" fmla="*/ 207872 w 480183"/>
              <a:gd name="connsiteY117" fmla="*/ 120788 h 364907"/>
              <a:gd name="connsiteX118" fmla="*/ 209602 w 480183"/>
              <a:gd name="connsiteY118" fmla="*/ 116546 h 364907"/>
              <a:gd name="connsiteX119" fmla="*/ 207872 w 480183"/>
              <a:gd name="connsiteY119" fmla="*/ 112277 h 364907"/>
              <a:gd name="connsiteX120" fmla="*/ 203686 w 480183"/>
              <a:gd name="connsiteY120" fmla="*/ 110575 h 364907"/>
              <a:gd name="connsiteX121" fmla="*/ 459513 w 480183"/>
              <a:gd name="connsiteY121" fmla="*/ 67576 h 364907"/>
              <a:gd name="connsiteX122" fmla="*/ 459513 w 480183"/>
              <a:gd name="connsiteY122" fmla="*/ 337877 h 364907"/>
              <a:gd name="connsiteX123" fmla="*/ 460308 w 480183"/>
              <a:gd name="connsiteY123" fmla="*/ 337877 h 364907"/>
              <a:gd name="connsiteX124" fmla="*/ 453153 w 480183"/>
              <a:gd name="connsiteY124" fmla="*/ 345032 h 364907"/>
              <a:gd name="connsiteX125" fmla="*/ 27030 w 480183"/>
              <a:gd name="connsiteY125" fmla="*/ 345032 h 364907"/>
              <a:gd name="connsiteX126" fmla="*/ 19876 w 480183"/>
              <a:gd name="connsiteY126" fmla="*/ 337877 h 364907"/>
              <a:gd name="connsiteX127" fmla="*/ 19876 w 480183"/>
              <a:gd name="connsiteY127" fmla="*/ 67576 h 364907"/>
              <a:gd name="connsiteX128" fmla="*/ 379217 w 480183"/>
              <a:gd name="connsiteY128" fmla="*/ 19876 h 364907"/>
              <a:gd name="connsiteX129" fmla="*/ 379217 w 480183"/>
              <a:gd name="connsiteY129" fmla="*/ 40546 h 364907"/>
              <a:gd name="connsiteX130" fmla="*/ 358547 w 480183"/>
              <a:gd name="connsiteY130" fmla="*/ 40546 h 364907"/>
              <a:gd name="connsiteX131" fmla="*/ 358547 w 480183"/>
              <a:gd name="connsiteY131" fmla="*/ 19876 h 364907"/>
              <a:gd name="connsiteX132" fmla="*/ 419763 w 480183"/>
              <a:gd name="connsiteY132" fmla="*/ 19876 h 364907"/>
              <a:gd name="connsiteX133" fmla="*/ 419763 w 480183"/>
              <a:gd name="connsiteY133" fmla="*/ 40546 h 364907"/>
              <a:gd name="connsiteX134" fmla="*/ 399093 w 480183"/>
              <a:gd name="connsiteY134" fmla="*/ 40546 h 364907"/>
              <a:gd name="connsiteX135" fmla="*/ 399093 w 480183"/>
              <a:gd name="connsiteY135" fmla="*/ 19876 h 364907"/>
              <a:gd name="connsiteX136" fmla="*/ 460308 w 480183"/>
              <a:gd name="connsiteY136" fmla="*/ 19876 h 364907"/>
              <a:gd name="connsiteX137" fmla="*/ 460308 w 480183"/>
              <a:gd name="connsiteY137" fmla="*/ 40546 h 364907"/>
              <a:gd name="connsiteX138" fmla="*/ 439638 w 480183"/>
              <a:gd name="connsiteY138" fmla="*/ 40546 h 364907"/>
              <a:gd name="connsiteX139" fmla="*/ 439638 w 480183"/>
              <a:gd name="connsiteY139" fmla="*/ 19876 h 364907"/>
              <a:gd name="connsiteX140" fmla="*/ 453153 w 480183"/>
              <a:gd name="connsiteY140" fmla="*/ 0 h 364907"/>
              <a:gd name="connsiteX141" fmla="*/ 27030 w 480183"/>
              <a:gd name="connsiteY141" fmla="*/ 0 h 364907"/>
              <a:gd name="connsiteX142" fmla="*/ 0 w 480183"/>
              <a:gd name="connsiteY142" fmla="*/ 27030 h 364907"/>
              <a:gd name="connsiteX143" fmla="*/ 0 w 480183"/>
              <a:gd name="connsiteY143" fmla="*/ 337877 h 364907"/>
              <a:gd name="connsiteX144" fmla="*/ 27030 w 480183"/>
              <a:gd name="connsiteY144" fmla="*/ 364907 h 364907"/>
              <a:gd name="connsiteX145" fmla="*/ 453153 w 480183"/>
              <a:gd name="connsiteY145" fmla="*/ 364907 h 364907"/>
              <a:gd name="connsiteX146" fmla="*/ 480183 w 480183"/>
              <a:gd name="connsiteY146" fmla="*/ 337877 h 364907"/>
              <a:gd name="connsiteX147" fmla="*/ 480183 w 480183"/>
              <a:gd name="connsiteY147" fmla="*/ 27030 h 364907"/>
              <a:gd name="connsiteX148" fmla="*/ 453153 w 480183"/>
              <a:gd name="connsiteY148" fmla="*/ 0 h 364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Lst>
            <a:rect l="l" t="t" r="r" b="b"/>
            <a:pathLst>
              <a:path w="480183" h="364907">
                <a:moveTo>
                  <a:pt x="239079" y="224111"/>
                </a:moveTo>
                <a:cubicBezTo>
                  <a:pt x="235730" y="224111"/>
                  <a:pt x="232698" y="224576"/>
                  <a:pt x="229982" y="225507"/>
                </a:cubicBezTo>
                <a:cubicBezTo>
                  <a:pt x="227266" y="226437"/>
                  <a:pt x="224940" y="227739"/>
                  <a:pt x="223006" y="229413"/>
                </a:cubicBezTo>
                <a:cubicBezTo>
                  <a:pt x="221071" y="231088"/>
                  <a:pt x="219573" y="233097"/>
                  <a:pt x="218513" y="235441"/>
                </a:cubicBezTo>
                <a:cubicBezTo>
                  <a:pt x="217452" y="237785"/>
                  <a:pt x="216922" y="240371"/>
                  <a:pt x="216922" y="243198"/>
                </a:cubicBezTo>
                <a:cubicBezTo>
                  <a:pt x="216922" y="253728"/>
                  <a:pt x="222243" y="260500"/>
                  <a:pt x="232884" y="263514"/>
                </a:cubicBezTo>
                <a:lnTo>
                  <a:pt x="232884" y="263737"/>
                </a:lnTo>
                <a:cubicBezTo>
                  <a:pt x="230168" y="264034"/>
                  <a:pt x="227656" y="264695"/>
                  <a:pt x="225350" y="265718"/>
                </a:cubicBezTo>
                <a:cubicBezTo>
                  <a:pt x="223043" y="266741"/>
                  <a:pt x="221052" y="268071"/>
                  <a:pt x="219378" y="269709"/>
                </a:cubicBezTo>
                <a:cubicBezTo>
                  <a:pt x="217704" y="271346"/>
                  <a:pt x="216392" y="273271"/>
                  <a:pt x="215443" y="275485"/>
                </a:cubicBezTo>
                <a:cubicBezTo>
                  <a:pt x="214494" y="277699"/>
                  <a:pt x="214020" y="280145"/>
                  <a:pt x="214020" y="282824"/>
                </a:cubicBezTo>
                <a:cubicBezTo>
                  <a:pt x="214020" y="286433"/>
                  <a:pt x="214699" y="289717"/>
                  <a:pt x="216057" y="292675"/>
                </a:cubicBezTo>
                <a:cubicBezTo>
                  <a:pt x="217415" y="295633"/>
                  <a:pt x="219331" y="298163"/>
                  <a:pt x="221806" y="300265"/>
                </a:cubicBezTo>
                <a:cubicBezTo>
                  <a:pt x="224280" y="302367"/>
                  <a:pt x="227247" y="303995"/>
                  <a:pt x="230707" y="305148"/>
                </a:cubicBezTo>
                <a:cubicBezTo>
                  <a:pt x="234168" y="306302"/>
                  <a:pt x="237981" y="306878"/>
                  <a:pt x="242149" y="306878"/>
                </a:cubicBezTo>
                <a:cubicBezTo>
                  <a:pt x="249776" y="306878"/>
                  <a:pt x="255841" y="305427"/>
                  <a:pt x="260343" y="302525"/>
                </a:cubicBezTo>
                <a:lnTo>
                  <a:pt x="260343" y="292702"/>
                </a:lnTo>
                <a:cubicBezTo>
                  <a:pt x="254948" y="296944"/>
                  <a:pt x="248771" y="299065"/>
                  <a:pt x="241814" y="299065"/>
                </a:cubicBezTo>
                <a:cubicBezTo>
                  <a:pt x="239023" y="299065"/>
                  <a:pt x="236502" y="298711"/>
                  <a:pt x="234251" y="298004"/>
                </a:cubicBezTo>
                <a:cubicBezTo>
                  <a:pt x="232000" y="297298"/>
                  <a:pt x="230066" y="296274"/>
                  <a:pt x="228447" y="294935"/>
                </a:cubicBezTo>
                <a:cubicBezTo>
                  <a:pt x="226829" y="293595"/>
                  <a:pt x="225582" y="291977"/>
                  <a:pt x="224708" y="290079"/>
                </a:cubicBezTo>
                <a:cubicBezTo>
                  <a:pt x="223833" y="288182"/>
                  <a:pt x="223396" y="286042"/>
                  <a:pt x="223396" y="283661"/>
                </a:cubicBezTo>
                <a:cubicBezTo>
                  <a:pt x="223396" y="273206"/>
                  <a:pt x="230838" y="267978"/>
                  <a:pt x="245720" y="267978"/>
                </a:cubicBezTo>
                <a:lnTo>
                  <a:pt x="252362" y="267978"/>
                </a:lnTo>
                <a:lnTo>
                  <a:pt x="252362" y="260221"/>
                </a:lnTo>
                <a:lnTo>
                  <a:pt x="246055" y="260221"/>
                </a:lnTo>
                <a:cubicBezTo>
                  <a:pt x="232884" y="260221"/>
                  <a:pt x="226298" y="255309"/>
                  <a:pt x="226298" y="245487"/>
                </a:cubicBezTo>
                <a:cubicBezTo>
                  <a:pt x="226298" y="236408"/>
                  <a:pt x="231321" y="231869"/>
                  <a:pt x="241367" y="231869"/>
                </a:cubicBezTo>
                <a:cubicBezTo>
                  <a:pt x="247023" y="231869"/>
                  <a:pt x="252325" y="233767"/>
                  <a:pt x="257273" y="237562"/>
                </a:cubicBezTo>
                <a:lnTo>
                  <a:pt x="257273" y="228688"/>
                </a:lnTo>
                <a:cubicBezTo>
                  <a:pt x="252176" y="225637"/>
                  <a:pt x="246111" y="224111"/>
                  <a:pt x="239079" y="224111"/>
                </a:cubicBezTo>
                <a:close/>
                <a:moveTo>
                  <a:pt x="100381" y="143336"/>
                </a:moveTo>
                <a:cubicBezTo>
                  <a:pt x="104697" y="143336"/>
                  <a:pt x="108362" y="144880"/>
                  <a:pt x="111375" y="147968"/>
                </a:cubicBezTo>
                <a:cubicBezTo>
                  <a:pt x="114389" y="151056"/>
                  <a:pt x="116250" y="155093"/>
                  <a:pt x="116957" y="160079"/>
                </a:cubicBezTo>
                <a:lnTo>
                  <a:pt x="86093" y="160079"/>
                </a:lnTo>
                <a:cubicBezTo>
                  <a:pt x="86131" y="154795"/>
                  <a:pt x="87405" y="150684"/>
                  <a:pt x="89916" y="147745"/>
                </a:cubicBezTo>
                <a:cubicBezTo>
                  <a:pt x="92428" y="144805"/>
                  <a:pt x="95916" y="143336"/>
                  <a:pt x="100381" y="143336"/>
                </a:cubicBezTo>
                <a:close/>
                <a:moveTo>
                  <a:pt x="300406" y="143336"/>
                </a:moveTo>
                <a:cubicBezTo>
                  <a:pt x="304722" y="143336"/>
                  <a:pt x="308387" y="144880"/>
                  <a:pt x="311400" y="147968"/>
                </a:cubicBezTo>
                <a:cubicBezTo>
                  <a:pt x="314414" y="151056"/>
                  <a:pt x="316275" y="155093"/>
                  <a:pt x="316982" y="160079"/>
                </a:cubicBezTo>
                <a:lnTo>
                  <a:pt x="286118" y="160079"/>
                </a:lnTo>
                <a:cubicBezTo>
                  <a:pt x="286156" y="154795"/>
                  <a:pt x="287430" y="150684"/>
                  <a:pt x="289941" y="147745"/>
                </a:cubicBezTo>
                <a:cubicBezTo>
                  <a:pt x="292453" y="144805"/>
                  <a:pt x="295941" y="143336"/>
                  <a:pt x="300406" y="143336"/>
                </a:cubicBezTo>
                <a:close/>
                <a:moveTo>
                  <a:pt x="208374" y="136973"/>
                </a:moveTo>
                <a:lnTo>
                  <a:pt x="199221" y="136973"/>
                </a:lnTo>
                <a:lnTo>
                  <a:pt x="199221" y="194123"/>
                </a:lnTo>
                <a:lnTo>
                  <a:pt x="208374" y="194123"/>
                </a:lnTo>
                <a:close/>
                <a:moveTo>
                  <a:pt x="274008" y="136973"/>
                </a:moveTo>
                <a:lnTo>
                  <a:pt x="263963" y="136973"/>
                </a:lnTo>
                <a:lnTo>
                  <a:pt x="249452" y="178496"/>
                </a:lnTo>
                <a:cubicBezTo>
                  <a:pt x="248373" y="181547"/>
                  <a:pt x="247703" y="184207"/>
                  <a:pt x="247443" y="186477"/>
                </a:cubicBezTo>
                <a:lnTo>
                  <a:pt x="247219" y="186477"/>
                </a:lnTo>
                <a:cubicBezTo>
                  <a:pt x="246847" y="183612"/>
                  <a:pt x="246252" y="181026"/>
                  <a:pt x="245433" y="178719"/>
                </a:cubicBezTo>
                <a:lnTo>
                  <a:pt x="230253" y="136973"/>
                </a:lnTo>
                <a:lnTo>
                  <a:pt x="220598" y="136973"/>
                </a:lnTo>
                <a:lnTo>
                  <a:pt x="243368" y="194123"/>
                </a:lnTo>
                <a:lnTo>
                  <a:pt x="252354" y="194123"/>
                </a:lnTo>
                <a:close/>
                <a:moveTo>
                  <a:pt x="100213" y="135634"/>
                </a:moveTo>
                <a:cubicBezTo>
                  <a:pt x="92735" y="135634"/>
                  <a:pt x="86949" y="138052"/>
                  <a:pt x="82856" y="142889"/>
                </a:cubicBezTo>
                <a:cubicBezTo>
                  <a:pt x="78764" y="147726"/>
                  <a:pt x="76717" y="154442"/>
                  <a:pt x="76717" y="163037"/>
                </a:cubicBezTo>
                <a:lnTo>
                  <a:pt x="76717" y="167836"/>
                </a:lnTo>
                <a:lnTo>
                  <a:pt x="117068" y="167836"/>
                </a:lnTo>
                <a:cubicBezTo>
                  <a:pt x="116919" y="174199"/>
                  <a:pt x="115208" y="179110"/>
                  <a:pt x="111934" y="182570"/>
                </a:cubicBezTo>
                <a:cubicBezTo>
                  <a:pt x="108659" y="186031"/>
                  <a:pt x="104157" y="187761"/>
                  <a:pt x="98427" y="187761"/>
                </a:cubicBezTo>
                <a:cubicBezTo>
                  <a:pt x="91991" y="187761"/>
                  <a:pt x="86075" y="185640"/>
                  <a:pt x="80680" y="181398"/>
                </a:cubicBezTo>
                <a:lnTo>
                  <a:pt x="80680" y="189993"/>
                </a:lnTo>
                <a:cubicBezTo>
                  <a:pt x="85703" y="193639"/>
                  <a:pt x="92344" y="195463"/>
                  <a:pt x="100604" y="195463"/>
                </a:cubicBezTo>
                <a:cubicBezTo>
                  <a:pt x="108678" y="195463"/>
                  <a:pt x="115022" y="192867"/>
                  <a:pt x="119635" y="187677"/>
                </a:cubicBezTo>
                <a:cubicBezTo>
                  <a:pt x="124249" y="182487"/>
                  <a:pt x="126556" y="175185"/>
                  <a:pt x="126556" y="165771"/>
                </a:cubicBezTo>
                <a:cubicBezTo>
                  <a:pt x="126556" y="156879"/>
                  <a:pt x="124035" y="149633"/>
                  <a:pt x="118994" y="144033"/>
                </a:cubicBezTo>
                <a:cubicBezTo>
                  <a:pt x="113952" y="138434"/>
                  <a:pt x="107692" y="135634"/>
                  <a:pt x="100213" y="135634"/>
                </a:cubicBezTo>
                <a:close/>
                <a:moveTo>
                  <a:pt x="154016" y="135634"/>
                </a:moveTo>
                <a:cubicBezTo>
                  <a:pt x="148993" y="135634"/>
                  <a:pt x="144565" y="136564"/>
                  <a:pt x="140733" y="138424"/>
                </a:cubicBezTo>
                <a:lnTo>
                  <a:pt x="140733" y="147800"/>
                </a:lnTo>
                <a:cubicBezTo>
                  <a:pt x="144974" y="144824"/>
                  <a:pt x="149514" y="143336"/>
                  <a:pt x="154351" y="143336"/>
                </a:cubicBezTo>
                <a:cubicBezTo>
                  <a:pt x="160192" y="143336"/>
                  <a:pt x="164983" y="145428"/>
                  <a:pt x="168722" y="149614"/>
                </a:cubicBezTo>
                <a:cubicBezTo>
                  <a:pt x="172461" y="153800"/>
                  <a:pt x="174331" y="159297"/>
                  <a:pt x="174331" y="166106"/>
                </a:cubicBezTo>
                <a:cubicBezTo>
                  <a:pt x="174331" y="172804"/>
                  <a:pt x="172573" y="178087"/>
                  <a:pt x="169057" y="181956"/>
                </a:cubicBezTo>
                <a:cubicBezTo>
                  <a:pt x="165541" y="185826"/>
                  <a:pt x="160825" y="187761"/>
                  <a:pt x="154909" y="187761"/>
                </a:cubicBezTo>
                <a:cubicBezTo>
                  <a:pt x="149923" y="187761"/>
                  <a:pt x="145235" y="186105"/>
                  <a:pt x="140844" y="182794"/>
                </a:cubicBezTo>
                <a:lnTo>
                  <a:pt x="140844" y="191500"/>
                </a:lnTo>
                <a:cubicBezTo>
                  <a:pt x="145235" y="194142"/>
                  <a:pt x="150444" y="195463"/>
                  <a:pt x="156471" y="195463"/>
                </a:cubicBezTo>
                <a:cubicBezTo>
                  <a:pt x="164620" y="195463"/>
                  <a:pt x="171196" y="192812"/>
                  <a:pt x="176200" y="187510"/>
                </a:cubicBezTo>
                <a:cubicBezTo>
                  <a:pt x="181205" y="182208"/>
                  <a:pt x="183707" y="175334"/>
                  <a:pt x="183707" y="166888"/>
                </a:cubicBezTo>
                <a:cubicBezTo>
                  <a:pt x="183707" y="157474"/>
                  <a:pt x="181009" y="149912"/>
                  <a:pt x="175614" y="144201"/>
                </a:cubicBezTo>
                <a:cubicBezTo>
                  <a:pt x="170219" y="138489"/>
                  <a:pt x="163020" y="135634"/>
                  <a:pt x="154016" y="135634"/>
                </a:cubicBezTo>
                <a:close/>
                <a:moveTo>
                  <a:pt x="300238" y="135634"/>
                </a:moveTo>
                <a:cubicBezTo>
                  <a:pt x="292760" y="135634"/>
                  <a:pt x="286974" y="138052"/>
                  <a:pt x="282881" y="142889"/>
                </a:cubicBezTo>
                <a:cubicBezTo>
                  <a:pt x="278789" y="147726"/>
                  <a:pt x="276742" y="154442"/>
                  <a:pt x="276742" y="163037"/>
                </a:cubicBezTo>
                <a:lnTo>
                  <a:pt x="276742" y="167836"/>
                </a:lnTo>
                <a:lnTo>
                  <a:pt x="317093" y="167836"/>
                </a:lnTo>
                <a:cubicBezTo>
                  <a:pt x="316944" y="174199"/>
                  <a:pt x="315233" y="179110"/>
                  <a:pt x="311959" y="182570"/>
                </a:cubicBezTo>
                <a:cubicBezTo>
                  <a:pt x="308684" y="186031"/>
                  <a:pt x="304182" y="187761"/>
                  <a:pt x="298452" y="187761"/>
                </a:cubicBezTo>
                <a:cubicBezTo>
                  <a:pt x="292016" y="187761"/>
                  <a:pt x="286100" y="185640"/>
                  <a:pt x="280705" y="181398"/>
                </a:cubicBezTo>
                <a:lnTo>
                  <a:pt x="280705" y="189993"/>
                </a:lnTo>
                <a:cubicBezTo>
                  <a:pt x="285728" y="193639"/>
                  <a:pt x="292369" y="195463"/>
                  <a:pt x="300629" y="195463"/>
                </a:cubicBezTo>
                <a:cubicBezTo>
                  <a:pt x="308703" y="195463"/>
                  <a:pt x="315047" y="192867"/>
                  <a:pt x="319660" y="187677"/>
                </a:cubicBezTo>
                <a:cubicBezTo>
                  <a:pt x="324274" y="182487"/>
                  <a:pt x="326581" y="175185"/>
                  <a:pt x="326581" y="165771"/>
                </a:cubicBezTo>
                <a:cubicBezTo>
                  <a:pt x="326581" y="156879"/>
                  <a:pt x="324060" y="149633"/>
                  <a:pt x="319019" y="144033"/>
                </a:cubicBezTo>
                <a:cubicBezTo>
                  <a:pt x="313977" y="138434"/>
                  <a:pt x="307717" y="135634"/>
                  <a:pt x="300238" y="135634"/>
                </a:cubicBezTo>
                <a:close/>
                <a:moveTo>
                  <a:pt x="388270" y="122574"/>
                </a:moveTo>
                <a:lnTo>
                  <a:pt x="388270" y="185640"/>
                </a:lnTo>
                <a:lnTo>
                  <a:pt x="376327" y="185640"/>
                </a:lnTo>
                <a:cubicBezTo>
                  <a:pt x="365834" y="185640"/>
                  <a:pt x="357667" y="182831"/>
                  <a:pt x="351826" y="177213"/>
                </a:cubicBezTo>
                <a:cubicBezTo>
                  <a:pt x="345984" y="171594"/>
                  <a:pt x="343064" y="163632"/>
                  <a:pt x="343064" y="153326"/>
                </a:cubicBezTo>
                <a:cubicBezTo>
                  <a:pt x="343064" y="132825"/>
                  <a:pt x="353965" y="122574"/>
                  <a:pt x="375769" y="122574"/>
                </a:cubicBezTo>
                <a:close/>
                <a:moveTo>
                  <a:pt x="397646" y="114091"/>
                </a:moveTo>
                <a:lnTo>
                  <a:pt x="375545" y="114091"/>
                </a:lnTo>
                <a:cubicBezTo>
                  <a:pt x="347342" y="114091"/>
                  <a:pt x="333241" y="127095"/>
                  <a:pt x="333241" y="153102"/>
                </a:cubicBezTo>
                <a:cubicBezTo>
                  <a:pt x="333241" y="165455"/>
                  <a:pt x="337157" y="175380"/>
                  <a:pt x="344989" y="182877"/>
                </a:cubicBezTo>
                <a:cubicBezTo>
                  <a:pt x="352821" y="190375"/>
                  <a:pt x="363304" y="194123"/>
                  <a:pt x="376438" y="194123"/>
                </a:cubicBezTo>
                <a:lnTo>
                  <a:pt x="397646" y="194123"/>
                </a:lnTo>
                <a:close/>
                <a:moveTo>
                  <a:pt x="203686" y="110575"/>
                </a:moveTo>
                <a:cubicBezTo>
                  <a:pt x="202012" y="110575"/>
                  <a:pt x="200589" y="111142"/>
                  <a:pt x="199417" y="112277"/>
                </a:cubicBezTo>
                <a:cubicBezTo>
                  <a:pt x="198245" y="113412"/>
                  <a:pt x="197659" y="114835"/>
                  <a:pt x="197659" y="116546"/>
                </a:cubicBezTo>
                <a:cubicBezTo>
                  <a:pt x="197659" y="118184"/>
                  <a:pt x="198245" y="119579"/>
                  <a:pt x="199417" y="120732"/>
                </a:cubicBezTo>
                <a:cubicBezTo>
                  <a:pt x="200589" y="121886"/>
                  <a:pt x="202012" y="122462"/>
                  <a:pt x="203686" y="122462"/>
                </a:cubicBezTo>
                <a:cubicBezTo>
                  <a:pt x="205323" y="122462"/>
                  <a:pt x="206719" y="121904"/>
                  <a:pt x="207872" y="120788"/>
                </a:cubicBezTo>
                <a:cubicBezTo>
                  <a:pt x="209025" y="119672"/>
                  <a:pt x="209602" y="118258"/>
                  <a:pt x="209602" y="116546"/>
                </a:cubicBezTo>
                <a:cubicBezTo>
                  <a:pt x="209602" y="114835"/>
                  <a:pt x="209025" y="113412"/>
                  <a:pt x="207872" y="112277"/>
                </a:cubicBezTo>
                <a:cubicBezTo>
                  <a:pt x="206719" y="111142"/>
                  <a:pt x="205323" y="110575"/>
                  <a:pt x="203686" y="110575"/>
                </a:cubicBezTo>
                <a:close/>
                <a:moveTo>
                  <a:pt x="459513" y="67576"/>
                </a:moveTo>
                <a:lnTo>
                  <a:pt x="459513" y="337877"/>
                </a:lnTo>
                <a:lnTo>
                  <a:pt x="460308" y="337877"/>
                </a:lnTo>
                <a:cubicBezTo>
                  <a:pt x="460308" y="341852"/>
                  <a:pt x="457923" y="345032"/>
                  <a:pt x="453153" y="345032"/>
                </a:cubicBezTo>
                <a:lnTo>
                  <a:pt x="27030" y="345032"/>
                </a:lnTo>
                <a:cubicBezTo>
                  <a:pt x="23055" y="345032"/>
                  <a:pt x="19876" y="342647"/>
                  <a:pt x="19876" y="337877"/>
                </a:cubicBezTo>
                <a:lnTo>
                  <a:pt x="19876" y="67576"/>
                </a:lnTo>
                <a:close/>
                <a:moveTo>
                  <a:pt x="379217" y="19876"/>
                </a:moveTo>
                <a:lnTo>
                  <a:pt x="379217" y="40546"/>
                </a:lnTo>
                <a:lnTo>
                  <a:pt x="358547" y="40546"/>
                </a:lnTo>
                <a:lnTo>
                  <a:pt x="358547" y="19876"/>
                </a:lnTo>
                <a:close/>
                <a:moveTo>
                  <a:pt x="419763" y="19876"/>
                </a:moveTo>
                <a:lnTo>
                  <a:pt x="419763" y="40546"/>
                </a:lnTo>
                <a:lnTo>
                  <a:pt x="399093" y="40546"/>
                </a:lnTo>
                <a:lnTo>
                  <a:pt x="399093" y="19876"/>
                </a:lnTo>
                <a:close/>
                <a:moveTo>
                  <a:pt x="460308" y="19876"/>
                </a:moveTo>
                <a:lnTo>
                  <a:pt x="460308" y="40546"/>
                </a:lnTo>
                <a:lnTo>
                  <a:pt x="439638" y="40546"/>
                </a:lnTo>
                <a:lnTo>
                  <a:pt x="439638" y="19876"/>
                </a:lnTo>
                <a:close/>
                <a:moveTo>
                  <a:pt x="453153" y="0"/>
                </a:moveTo>
                <a:lnTo>
                  <a:pt x="27030" y="0"/>
                </a:lnTo>
                <a:cubicBezTo>
                  <a:pt x="11926" y="0"/>
                  <a:pt x="0" y="11926"/>
                  <a:pt x="0" y="27030"/>
                </a:cubicBezTo>
                <a:lnTo>
                  <a:pt x="0" y="337877"/>
                </a:lnTo>
                <a:cubicBezTo>
                  <a:pt x="0" y="352982"/>
                  <a:pt x="11926" y="364907"/>
                  <a:pt x="27030" y="364907"/>
                </a:cubicBezTo>
                <a:lnTo>
                  <a:pt x="453153" y="364907"/>
                </a:lnTo>
                <a:cubicBezTo>
                  <a:pt x="468258" y="364907"/>
                  <a:pt x="480183" y="352982"/>
                  <a:pt x="480183" y="337877"/>
                </a:cubicBezTo>
                <a:lnTo>
                  <a:pt x="480183" y="27030"/>
                </a:lnTo>
                <a:cubicBezTo>
                  <a:pt x="480183" y="11926"/>
                  <a:pt x="468258" y="0"/>
                  <a:pt x="453153" y="0"/>
                </a:cubicBezTo>
                <a:close/>
              </a:path>
            </a:pathLst>
          </a:custGeom>
          <a:solidFill>
            <a:schemeClr val="accent4"/>
          </a:solidFill>
          <a:ln w="9525" cap="flat">
            <a:noFill/>
            <a:prstDash val="solid"/>
            <a:miter/>
          </a:ln>
        </p:spPr>
        <p:txBody>
          <a:bodyPr wrap="square">
            <a:noAutofit/>
          </a:bodyPr>
          <a:lstStyle/>
          <a:p>
            <a:pPr defTabSz="932563"/>
            <a:endParaRPr lang="en-US" sz="1199">
              <a:solidFill>
                <a:srgbClr val="353535"/>
              </a:solidFill>
              <a:latin typeface="+mj-lt"/>
              <a:cs typeface="Segoe UI" panose="020B0502040204020203" pitchFamily="34" charset="0"/>
            </a:endParaRPr>
          </a:p>
        </p:txBody>
      </p:sp>
      <p:sp>
        <p:nvSpPr>
          <p:cNvPr id="223" name="DEVICE 100">
            <a:extLst>
              <a:ext uri="{FF2B5EF4-FFF2-40B4-BE49-F238E27FC236}">
                <a16:creationId xmlns:a16="http://schemas.microsoft.com/office/drawing/2014/main" id="{DA9CDFA1-0E8F-4CA5-8699-0A3B2C5D6F47}"/>
              </a:ext>
            </a:extLst>
          </p:cNvPr>
          <p:cNvSpPr/>
          <p:nvPr/>
        </p:nvSpPr>
        <p:spPr bwMode="auto">
          <a:xfrm>
            <a:off x="10298523" y="1221188"/>
            <a:ext cx="480115" cy="364856"/>
          </a:xfrm>
          <a:custGeom>
            <a:avLst/>
            <a:gdLst>
              <a:gd name="connsiteX0" fmla="*/ 295316 w 480183"/>
              <a:gd name="connsiteY0" fmla="*/ 227241 h 364907"/>
              <a:gd name="connsiteX1" fmla="*/ 278182 w 480183"/>
              <a:gd name="connsiteY1" fmla="*/ 262011 h 364907"/>
              <a:gd name="connsiteX2" fmla="*/ 294981 w 480183"/>
              <a:gd name="connsiteY2" fmla="*/ 294437 h 364907"/>
              <a:gd name="connsiteX3" fmla="*/ 311557 w 480183"/>
              <a:gd name="connsiteY3" fmla="*/ 261397 h 364907"/>
              <a:gd name="connsiteX4" fmla="*/ 295316 w 480183"/>
              <a:gd name="connsiteY4" fmla="*/ 227241 h 364907"/>
              <a:gd name="connsiteX5" fmla="*/ 238166 w 480183"/>
              <a:gd name="connsiteY5" fmla="*/ 227241 h 364907"/>
              <a:gd name="connsiteX6" fmla="*/ 221032 w 480183"/>
              <a:gd name="connsiteY6" fmla="*/ 262011 h 364907"/>
              <a:gd name="connsiteX7" fmla="*/ 237831 w 480183"/>
              <a:gd name="connsiteY7" fmla="*/ 294437 h 364907"/>
              <a:gd name="connsiteX8" fmla="*/ 254407 w 480183"/>
              <a:gd name="connsiteY8" fmla="*/ 261397 h 364907"/>
              <a:gd name="connsiteX9" fmla="*/ 238166 w 480183"/>
              <a:gd name="connsiteY9" fmla="*/ 227241 h 364907"/>
              <a:gd name="connsiteX10" fmla="*/ 295762 w 480183"/>
              <a:gd name="connsiteY10" fmla="*/ 219483 h 364907"/>
              <a:gd name="connsiteX11" fmla="*/ 320933 w 480183"/>
              <a:gd name="connsiteY11" fmla="*/ 260504 h 364907"/>
              <a:gd name="connsiteX12" fmla="*/ 319119 w 480183"/>
              <a:gd name="connsiteY12" fmla="*/ 278308 h 364907"/>
              <a:gd name="connsiteX13" fmla="*/ 313873 w 480183"/>
              <a:gd name="connsiteY13" fmla="*/ 291395 h 364907"/>
              <a:gd name="connsiteX14" fmla="*/ 305446 w 480183"/>
              <a:gd name="connsiteY14" fmla="*/ 299488 h 364907"/>
              <a:gd name="connsiteX15" fmla="*/ 294088 w 480183"/>
              <a:gd name="connsiteY15" fmla="*/ 302250 h 364907"/>
              <a:gd name="connsiteX16" fmla="*/ 283345 w 480183"/>
              <a:gd name="connsiteY16" fmla="*/ 299599 h 364907"/>
              <a:gd name="connsiteX17" fmla="*/ 275392 w 480183"/>
              <a:gd name="connsiteY17" fmla="*/ 291870 h 364907"/>
              <a:gd name="connsiteX18" fmla="*/ 270480 w 480183"/>
              <a:gd name="connsiteY18" fmla="*/ 279396 h 364907"/>
              <a:gd name="connsiteX19" fmla="*/ 268806 w 480183"/>
              <a:gd name="connsiteY19" fmla="*/ 262457 h 364907"/>
              <a:gd name="connsiteX20" fmla="*/ 270564 w 480183"/>
              <a:gd name="connsiteY20" fmla="*/ 243928 h 364907"/>
              <a:gd name="connsiteX21" fmla="*/ 275726 w 480183"/>
              <a:gd name="connsiteY21" fmla="*/ 230450 h 364907"/>
              <a:gd name="connsiteX22" fmla="*/ 284182 w 480183"/>
              <a:gd name="connsiteY22" fmla="*/ 222246 h 364907"/>
              <a:gd name="connsiteX23" fmla="*/ 295762 w 480183"/>
              <a:gd name="connsiteY23" fmla="*/ 219483 h 364907"/>
              <a:gd name="connsiteX24" fmla="*/ 238612 w 480183"/>
              <a:gd name="connsiteY24" fmla="*/ 219483 h 364907"/>
              <a:gd name="connsiteX25" fmla="*/ 263783 w 480183"/>
              <a:gd name="connsiteY25" fmla="*/ 260504 h 364907"/>
              <a:gd name="connsiteX26" fmla="*/ 261969 w 480183"/>
              <a:gd name="connsiteY26" fmla="*/ 278308 h 364907"/>
              <a:gd name="connsiteX27" fmla="*/ 256723 w 480183"/>
              <a:gd name="connsiteY27" fmla="*/ 291395 h 364907"/>
              <a:gd name="connsiteX28" fmla="*/ 248296 w 480183"/>
              <a:gd name="connsiteY28" fmla="*/ 299488 h 364907"/>
              <a:gd name="connsiteX29" fmla="*/ 236938 w 480183"/>
              <a:gd name="connsiteY29" fmla="*/ 302250 h 364907"/>
              <a:gd name="connsiteX30" fmla="*/ 226195 w 480183"/>
              <a:gd name="connsiteY30" fmla="*/ 299599 h 364907"/>
              <a:gd name="connsiteX31" fmla="*/ 218242 w 480183"/>
              <a:gd name="connsiteY31" fmla="*/ 291870 h 364907"/>
              <a:gd name="connsiteX32" fmla="*/ 213330 w 480183"/>
              <a:gd name="connsiteY32" fmla="*/ 279396 h 364907"/>
              <a:gd name="connsiteX33" fmla="*/ 211656 w 480183"/>
              <a:gd name="connsiteY33" fmla="*/ 262457 h 364907"/>
              <a:gd name="connsiteX34" fmla="*/ 213414 w 480183"/>
              <a:gd name="connsiteY34" fmla="*/ 243928 h 364907"/>
              <a:gd name="connsiteX35" fmla="*/ 218576 w 480183"/>
              <a:gd name="connsiteY35" fmla="*/ 230450 h 364907"/>
              <a:gd name="connsiteX36" fmla="*/ 227032 w 480183"/>
              <a:gd name="connsiteY36" fmla="*/ 222246 h 364907"/>
              <a:gd name="connsiteX37" fmla="*/ 238612 w 480183"/>
              <a:gd name="connsiteY37" fmla="*/ 219483 h 364907"/>
              <a:gd name="connsiteX38" fmla="*/ 186652 w 480183"/>
              <a:gd name="connsiteY38" fmla="*/ 219037 h 364907"/>
              <a:gd name="connsiteX39" fmla="*/ 190112 w 480183"/>
              <a:gd name="connsiteY39" fmla="*/ 219037 h 364907"/>
              <a:gd name="connsiteX40" fmla="*/ 190112 w 480183"/>
              <a:gd name="connsiteY40" fmla="*/ 300855 h 364907"/>
              <a:gd name="connsiteX41" fmla="*/ 180959 w 480183"/>
              <a:gd name="connsiteY41" fmla="*/ 300855 h 364907"/>
              <a:gd name="connsiteX42" fmla="*/ 180959 w 480183"/>
              <a:gd name="connsiteY42" fmla="*/ 231706 h 364907"/>
              <a:gd name="connsiteX43" fmla="*/ 177862 w 480183"/>
              <a:gd name="connsiteY43" fmla="*/ 234134 h 364907"/>
              <a:gd name="connsiteX44" fmla="*/ 173285 w 480183"/>
              <a:gd name="connsiteY44" fmla="*/ 236840 h 364907"/>
              <a:gd name="connsiteX45" fmla="*/ 167927 w 480183"/>
              <a:gd name="connsiteY45" fmla="*/ 239352 h 364907"/>
              <a:gd name="connsiteX46" fmla="*/ 162430 w 480183"/>
              <a:gd name="connsiteY46" fmla="*/ 241194 h 364907"/>
              <a:gd name="connsiteX47" fmla="*/ 162430 w 480183"/>
              <a:gd name="connsiteY47" fmla="*/ 231929 h 364907"/>
              <a:gd name="connsiteX48" fmla="*/ 168820 w 480183"/>
              <a:gd name="connsiteY48" fmla="*/ 229669 h 364907"/>
              <a:gd name="connsiteX49" fmla="*/ 175462 w 480183"/>
              <a:gd name="connsiteY49" fmla="*/ 226488 h 364907"/>
              <a:gd name="connsiteX50" fmla="*/ 181629 w 480183"/>
              <a:gd name="connsiteY50" fmla="*/ 222804 h 364907"/>
              <a:gd name="connsiteX51" fmla="*/ 186652 w 480183"/>
              <a:gd name="connsiteY51" fmla="*/ 219037 h 364907"/>
              <a:gd name="connsiteX52" fmla="*/ 378482 w 480183"/>
              <a:gd name="connsiteY52" fmla="*/ 141882 h 364907"/>
              <a:gd name="connsiteX53" fmla="*/ 367488 w 480183"/>
              <a:gd name="connsiteY53" fmla="*/ 146514 h 364907"/>
              <a:gd name="connsiteX54" fmla="*/ 361906 w 480183"/>
              <a:gd name="connsiteY54" fmla="*/ 158625 h 364907"/>
              <a:gd name="connsiteX55" fmla="*/ 392770 w 480183"/>
              <a:gd name="connsiteY55" fmla="*/ 158625 h 364907"/>
              <a:gd name="connsiteX56" fmla="*/ 388947 w 480183"/>
              <a:gd name="connsiteY56" fmla="*/ 146291 h 364907"/>
              <a:gd name="connsiteX57" fmla="*/ 378482 w 480183"/>
              <a:gd name="connsiteY57" fmla="*/ 141882 h 364907"/>
              <a:gd name="connsiteX58" fmla="*/ 178457 w 480183"/>
              <a:gd name="connsiteY58" fmla="*/ 141882 h 364907"/>
              <a:gd name="connsiteX59" fmla="*/ 167463 w 480183"/>
              <a:gd name="connsiteY59" fmla="*/ 146514 h 364907"/>
              <a:gd name="connsiteX60" fmla="*/ 161881 w 480183"/>
              <a:gd name="connsiteY60" fmla="*/ 158625 h 364907"/>
              <a:gd name="connsiteX61" fmla="*/ 192745 w 480183"/>
              <a:gd name="connsiteY61" fmla="*/ 158625 h 364907"/>
              <a:gd name="connsiteX62" fmla="*/ 188922 w 480183"/>
              <a:gd name="connsiteY62" fmla="*/ 146291 h 364907"/>
              <a:gd name="connsiteX63" fmla="*/ 178457 w 480183"/>
              <a:gd name="connsiteY63" fmla="*/ 141882 h 364907"/>
              <a:gd name="connsiteX64" fmla="*/ 270489 w 480183"/>
              <a:gd name="connsiteY64" fmla="*/ 135519 h 364907"/>
              <a:gd name="connsiteX65" fmla="*/ 279642 w 480183"/>
              <a:gd name="connsiteY65" fmla="*/ 135519 h 364907"/>
              <a:gd name="connsiteX66" fmla="*/ 279642 w 480183"/>
              <a:gd name="connsiteY66" fmla="*/ 192669 h 364907"/>
              <a:gd name="connsiteX67" fmla="*/ 270489 w 480183"/>
              <a:gd name="connsiteY67" fmla="*/ 192669 h 364907"/>
              <a:gd name="connsiteX68" fmla="*/ 204855 w 480183"/>
              <a:gd name="connsiteY68" fmla="*/ 135519 h 364907"/>
              <a:gd name="connsiteX69" fmla="*/ 214900 w 480183"/>
              <a:gd name="connsiteY69" fmla="*/ 135519 h 364907"/>
              <a:gd name="connsiteX70" fmla="*/ 229411 w 480183"/>
              <a:gd name="connsiteY70" fmla="*/ 177042 h 364907"/>
              <a:gd name="connsiteX71" fmla="*/ 231420 w 480183"/>
              <a:gd name="connsiteY71" fmla="*/ 185023 h 364907"/>
              <a:gd name="connsiteX72" fmla="*/ 231644 w 480183"/>
              <a:gd name="connsiteY72" fmla="*/ 185023 h 364907"/>
              <a:gd name="connsiteX73" fmla="*/ 233430 w 480183"/>
              <a:gd name="connsiteY73" fmla="*/ 177265 h 364907"/>
              <a:gd name="connsiteX74" fmla="*/ 248610 w 480183"/>
              <a:gd name="connsiteY74" fmla="*/ 135519 h 364907"/>
              <a:gd name="connsiteX75" fmla="*/ 258265 w 480183"/>
              <a:gd name="connsiteY75" fmla="*/ 135519 h 364907"/>
              <a:gd name="connsiteX76" fmla="*/ 235495 w 480183"/>
              <a:gd name="connsiteY76" fmla="*/ 192669 h 364907"/>
              <a:gd name="connsiteX77" fmla="*/ 226509 w 480183"/>
              <a:gd name="connsiteY77" fmla="*/ 192669 h 364907"/>
              <a:gd name="connsiteX78" fmla="*/ 378650 w 480183"/>
              <a:gd name="connsiteY78" fmla="*/ 134180 h 364907"/>
              <a:gd name="connsiteX79" fmla="*/ 396007 w 480183"/>
              <a:gd name="connsiteY79" fmla="*/ 141435 h 364907"/>
              <a:gd name="connsiteX80" fmla="*/ 402146 w 480183"/>
              <a:gd name="connsiteY80" fmla="*/ 161583 h 364907"/>
              <a:gd name="connsiteX81" fmla="*/ 402146 w 480183"/>
              <a:gd name="connsiteY81" fmla="*/ 166382 h 364907"/>
              <a:gd name="connsiteX82" fmla="*/ 361795 w 480183"/>
              <a:gd name="connsiteY82" fmla="*/ 166382 h 364907"/>
              <a:gd name="connsiteX83" fmla="*/ 366929 w 480183"/>
              <a:gd name="connsiteY83" fmla="*/ 181116 h 364907"/>
              <a:gd name="connsiteX84" fmla="*/ 380436 w 480183"/>
              <a:gd name="connsiteY84" fmla="*/ 186307 h 364907"/>
              <a:gd name="connsiteX85" fmla="*/ 398183 w 480183"/>
              <a:gd name="connsiteY85" fmla="*/ 179944 h 364907"/>
              <a:gd name="connsiteX86" fmla="*/ 398183 w 480183"/>
              <a:gd name="connsiteY86" fmla="*/ 188539 h 364907"/>
              <a:gd name="connsiteX87" fmla="*/ 378259 w 480183"/>
              <a:gd name="connsiteY87" fmla="*/ 194009 h 364907"/>
              <a:gd name="connsiteX88" fmla="*/ 359228 w 480183"/>
              <a:gd name="connsiteY88" fmla="*/ 186223 h 364907"/>
              <a:gd name="connsiteX89" fmla="*/ 352307 w 480183"/>
              <a:gd name="connsiteY89" fmla="*/ 164317 h 364907"/>
              <a:gd name="connsiteX90" fmla="*/ 359869 w 480183"/>
              <a:gd name="connsiteY90" fmla="*/ 142579 h 364907"/>
              <a:gd name="connsiteX91" fmla="*/ 378650 w 480183"/>
              <a:gd name="connsiteY91" fmla="*/ 134180 h 364907"/>
              <a:gd name="connsiteX92" fmla="*/ 324847 w 480183"/>
              <a:gd name="connsiteY92" fmla="*/ 134180 h 364907"/>
              <a:gd name="connsiteX93" fmla="*/ 338130 w 480183"/>
              <a:gd name="connsiteY93" fmla="*/ 136970 h 364907"/>
              <a:gd name="connsiteX94" fmla="*/ 338130 w 480183"/>
              <a:gd name="connsiteY94" fmla="*/ 146346 h 364907"/>
              <a:gd name="connsiteX95" fmla="*/ 324512 w 480183"/>
              <a:gd name="connsiteY95" fmla="*/ 141882 h 364907"/>
              <a:gd name="connsiteX96" fmla="*/ 310141 w 480183"/>
              <a:gd name="connsiteY96" fmla="*/ 148160 h 364907"/>
              <a:gd name="connsiteX97" fmla="*/ 304532 w 480183"/>
              <a:gd name="connsiteY97" fmla="*/ 164652 h 364907"/>
              <a:gd name="connsiteX98" fmla="*/ 309806 w 480183"/>
              <a:gd name="connsiteY98" fmla="*/ 180502 h 364907"/>
              <a:gd name="connsiteX99" fmla="*/ 323954 w 480183"/>
              <a:gd name="connsiteY99" fmla="*/ 186307 h 364907"/>
              <a:gd name="connsiteX100" fmla="*/ 338019 w 480183"/>
              <a:gd name="connsiteY100" fmla="*/ 181340 h 364907"/>
              <a:gd name="connsiteX101" fmla="*/ 338019 w 480183"/>
              <a:gd name="connsiteY101" fmla="*/ 190046 h 364907"/>
              <a:gd name="connsiteX102" fmla="*/ 322392 w 480183"/>
              <a:gd name="connsiteY102" fmla="*/ 194009 h 364907"/>
              <a:gd name="connsiteX103" fmla="*/ 302663 w 480183"/>
              <a:gd name="connsiteY103" fmla="*/ 186056 h 364907"/>
              <a:gd name="connsiteX104" fmla="*/ 295156 w 480183"/>
              <a:gd name="connsiteY104" fmla="*/ 165434 h 364907"/>
              <a:gd name="connsiteX105" fmla="*/ 303249 w 480183"/>
              <a:gd name="connsiteY105" fmla="*/ 142747 h 364907"/>
              <a:gd name="connsiteX106" fmla="*/ 324847 w 480183"/>
              <a:gd name="connsiteY106" fmla="*/ 134180 h 364907"/>
              <a:gd name="connsiteX107" fmla="*/ 178625 w 480183"/>
              <a:gd name="connsiteY107" fmla="*/ 134180 h 364907"/>
              <a:gd name="connsiteX108" fmla="*/ 195982 w 480183"/>
              <a:gd name="connsiteY108" fmla="*/ 141435 h 364907"/>
              <a:gd name="connsiteX109" fmla="*/ 202121 w 480183"/>
              <a:gd name="connsiteY109" fmla="*/ 161583 h 364907"/>
              <a:gd name="connsiteX110" fmla="*/ 202121 w 480183"/>
              <a:gd name="connsiteY110" fmla="*/ 166382 h 364907"/>
              <a:gd name="connsiteX111" fmla="*/ 161770 w 480183"/>
              <a:gd name="connsiteY111" fmla="*/ 166382 h 364907"/>
              <a:gd name="connsiteX112" fmla="*/ 166904 w 480183"/>
              <a:gd name="connsiteY112" fmla="*/ 181116 h 364907"/>
              <a:gd name="connsiteX113" fmla="*/ 180411 w 480183"/>
              <a:gd name="connsiteY113" fmla="*/ 186307 h 364907"/>
              <a:gd name="connsiteX114" fmla="*/ 198158 w 480183"/>
              <a:gd name="connsiteY114" fmla="*/ 179944 h 364907"/>
              <a:gd name="connsiteX115" fmla="*/ 198158 w 480183"/>
              <a:gd name="connsiteY115" fmla="*/ 188539 h 364907"/>
              <a:gd name="connsiteX116" fmla="*/ 178234 w 480183"/>
              <a:gd name="connsiteY116" fmla="*/ 194009 h 364907"/>
              <a:gd name="connsiteX117" fmla="*/ 159203 w 480183"/>
              <a:gd name="connsiteY117" fmla="*/ 186223 h 364907"/>
              <a:gd name="connsiteX118" fmla="*/ 152282 w 480183"/>
              <a:gd name="connsiteY118" fmla="*/ 164317 h 364907"/>
              <a:gd name="connsiteX119" fmla="*/ 159844 w 480183"/>
              <a:gd name="connsiteY119" fmla="*/ 142579 h 364907"/>
              <a:gd name="connsiteX120" fmla="*/ 178625 w 480183"/>
              <a:gd name="connsiteY120" fmla="*/ 134180 h 364907"/>
              <a:gd name="connsiteX121" fmla="*/ 90593 w 480183"/>
              <a:gd name="connsiteY121" fmla="*/ 121120 h 364907"/>
              <a:gd name="connsiteX122" fmla="*/ 90593 w 480183"/>
              <a:gd name="connsiteY122" fmla="*/ 184186 h 364907"/>
              <a:gd name="connsiteX123" fmla="*/ 102536 w 480183"/>
              <a:gd name="connsiteY123" fmla="*/ 184186 h 364907"/>
              <a:gd name="connsiteX124" fmla="*/ 127037 w 480183"/>
              <a:gd name="connsiteY124" fmla="*/ 175759 h 364907"/>
              <a:gd name="connsiteX125" fmla="*/ 135799 w 480183"/>
              <a:gd name="connsiteY125" fmla="*/ 151872 h 364907"/>
              <a:gd name="connsiteX126" fmla="*/ 103094 w 480183"/>
              <a:gd name="connsiteY126" fmla="*/ 121120 h 364907"/>
              <a:gd name="connsiteX127" fmla="*/ 81217 w 480183"/>
              <a:gd name="connsiteY127" fmla="*/ 112637 h 364907"/>
              <a:gd name="connsiteX128" fmla="*/ 103318 w 480183"/>
              <a:gd name="connsiteY128" fmla="*/ 112637 h 364907"/>
              <a:gd name="connsiteX129" fmla="*/ 145622 w 480183"/>
              <a:gd name="connsiteY129" fmla="*/ 151648 h 364907"/>
              <a:gd name="connsiteX130" fmla="*/ 133874 w 480183"/>
              <a:gd name="connsiteY130" fmla="*/ 181423 h 364907"/>
              <a:gd name="connsiteX131" fmla="*/ 102425 w 480183"/>
              <a:gd name="connsiteY131" fmla="*/ 192669 h 364907"/>
              <a:gd name="connsiteX132" fmla="*/ 81217 w 480183"/>
              <a:gd name="connsiteY132" fmla="*/ 192669 h 364907"/>
              <a:gd name="connsiteX133" fmla="*/ 275177 w 480183"/>
              <a:gd name="connsiteY133" fmla="*/ 109121 h 364907"/>
              <a:gd name="connsiteX134" fmla="*/ 279446 w 480183"/>
              <a:gd name="connsiteY134" fmla="*/ 110823 h 364907"/>
              <a:gd name="connsiteX135" fmla="*/ 281204 w 480183"/>
              <a:gd name="connsiteY135" fmla="*/ 115092 h 364907"/>
              <a:gd name="connsiteX136" fmla="*/ 279446 w 480183"/>
              <a:gd name="connsiteY136" fmla="*/ 119278 h 364907"/>
              <a:gd name="connsiteX137" fmla="*/ 275177 w 480183"/>
              <a:gd name="connsiteY137" fmla="*/ 121008 h 364907"/>
              <a:gd name="connsiteX138" fmla="*/ 270991 w 480183"/>
              <a:gd name="connsiteY138" fmla="*/ 119334 h 364907"/>
              <a:gd name="connsiteX139" fmla="*/ 269261 w 480183"/>
              <a:gd name="connsiteY139" fmla="*/ 115092 h 364907"/>
              <a:gd name="connsiteX140" fmla="*/ 270991 w 480183"/>
              <a:gd name="connsiteY140" fmla="*/ 110823 h 364907"/>
              <a:gd name="connsiteX141" fmla="*/ 275177 w 480183"/>
              <a:gd name="connsiteY141" fmla="*/ 109121 h 364907"/>
              <a:gd name="connsiteX142" fmla="*/ 20670 w 480183"/>
              <a:gd name="connsiteY142" fmla="*/ 67576 h 364907"/>
              <a:gd name="connsiteX143" fmla="*/ 20670 w 480183"/>
              <a:gd name="connsiteY143" fmla="*/ 337877 h 364907"/>
              <a:gd name="connsiteX144" fmla="*/ 19875 w 480183"/>
              <a:gd name="connsiteY144" fmla="*/ 337877 h 364907"/>
              <a:gd name="connsiteX145" fmla="*/ 27030 w 480183"/>
              <a:gd name="connsiteY145" fmla="*/ 345032 h 364907"/>
              <a:gd name="connsiteX146" fmla="*/ 453153 w 480183"/>
              <a:gd name="connsiteY146" fmla="*/ 345032 h 364907"/>
              <a:gd name="connsiteX147" fmla="*/ 460308 w 480183"/>
              <a:gd name="connsiteY147" fmla="*/ 337877 h 364907"/>
              <a:gd name="connsiteX148" fmla="*/ 460308 w 480183"/>
              <a:gd name="connsiteY148" fmla="*/ 67576 h 364907"/>
              <a:gd name="connsiteX149" fmla="*/ 100966 w 480183"/>
              <a:gd name="connsiteY149" fmla="*/ 19875 h 364907"/>
              <a:gd name="connsiteX150" fmla="*/ 100966 w 480183"/>
              <a:gd name="connsiteY150" fmla="*/ 40546 h 364907"/>
              <a:gd name="connsiteX151" fmla="*/ 121636 w 480183"/>
              <a:gd name="connsiteY151" fmla="*/ 40546 h 364907"/>
              <a:gd name="connsiteX152" fmla="*/ 121636 w 480183"/>
              <a:gd name="connsiteY152" fmla="*/ 19875 h 364907"/>
              <a:gd name="connsiteX153" fmla="*/ 60420 w 480183"/>
              <a:gd name="connsiteY153" fmla="*/ 19875 h 364907"/>
              <a:gd name="connsiteX154" fmla="*/ 60420 w 480183"/>
              <a:gd name="connsiteY154" fmla="*/ 40546 h 364907"/>
              <a:gd name="connsiteX155" fmla="*/ 81090 w 480183"/>
              <a:gd name="connsiteY155" fmla="*/ 40546 h 364907"/>
              <a:gd name="connsiteX156" fmla="*/ 81090 w 480183"/>
              <a:gd name="connsiteY156" fmla="*/ 19875 h 364907"/>
              <a:gd name="connsiteX157" fmla="*/ 19875 w 480183"/>
              <a:gd name="connsiteY157" fmla="*/ 19875 h 364907"/>
              <a:gd name="connsiteX158" fmla="*/ 19875 w 480183"/>
              <a:gd name="connsiteY158" fmla="*/ 40546 h 364907"/>
              <a:gd name="connsiteX159" fmla="*/ 40545 w 480183"/>
              <a:gd name="connsiteY159" fmla="*/ 40546 h 364907"/>
              <a:gd name="connsiteX160" fmla="*/ 40545 w 480183"/>
              <a:gd name="connsiteY160" fmla="*/ 19875 h 364907"/>
              <a:gd name="connsiteX161" fmla="*/ 27030 w 480183"/>
              <a:gd name="connsiteY161" fmla="*/ 0 h 364907"/>
              <a:gd name="connsiteX162" fmla="*/ 453153 w 480183"/>
              <a:gd name="connsiteY162" fmla="*/ 0 h 364907"/>
              <a:gd name="connsiteX163" fmla="*/ 480183 w 480183"/>
              <a:gd name="connsiteY163" fmla="*/ 27030 h 364907"/>
              <a:gd name="connsiteX164" fmla="*/ 480183 w 480183"/>
              <a:gd name="connsiteY164" fmla="*/ 337877 h 364907"/>
              <a:gd name="connsiteX165" fmla="*/ 453153 w 480183"/>
              <a:gd name="connsiteY165" fmla="*/ 364907 h 364907"/>
              <a:gd name="connsiteX166" fmla="*/ 27030 w 480183"/>
              <a:gd name="connsiteY166" fmla="*/ 364907 h 364907"/>
              <a:gd name="connsiteX167" fmla="*/ 0 w 480183"/>
              <a:gd name="connsiteY167" fmla="*/ 337877 h 364907"/>
              <a:gd name="connsiteX168" fmla="*/ 0 w 480183"/>
              <a:gd name="connsiteY168" fmla="*/ 27030 h 364907"/>
              <a:gd name="connsiteX169" fmla="*/ 27030 w 480183"/>
              <a:gd name="connsiteY169" fmla="*/ 0 h 364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Lst>
            <a:rect l="l" t="t" r="r" b="b"/>
            <a:pathLst>
              <a:path w="480183" h="364907">
                <a:moveTo>
                  <a:pt x="295316" y="227241"/>
                </a:moveTo>
                <a:cubicBezTo>
                  <a:pt x="283893" y="227241"/>
                  <a:pt x="278182" y="238831"/>
                  <a:pt x="278182" y="262011"/>
                </a:cubicBezTo>
                <a:cubicBezTo>
                  <a:pt x="278182" y="283628"/>
                  <a:pt x="283782" y="294437"/>
                  <a:pt x="294981" y="294437"/>
                </a:cubicBezTo>
                <a:cubicBezTo>
                  <a:pt x="306032" y="294437"/>
                  <a:pt x="311557" y="283424"/>
                  <a:pt x="311557" y="261397"/>
                </a:cubicBezTo>
                <a:cubicBezTo>
                  <a:pt x="311557" y="238626"/>
                  <a:pt x="306143" y="227241"/>
                  <a:pt x="295316" y="227241"/>
                </a:cubicBezTo>
                <a:close/>
                <a:moveTo>
                  <a:pt x="238166" y="227241"/>
                </a:moveTo>
                <a:cubicBezTo>
                  <a:pt x="226743" y="227241"/>
                  <a:pt x="221032" y="238831"/>
                  <a:pt x="221032" y="262011"/>
                </a:cubicBezTo>
                <a:cubicBezTo>
                  <a:pt x="221032" y="283628"/>
                  <a:pt x="226632" y="294437"/>
                  <a:pt x="237831" y="294437"/>
                </a:cubicBezTo>
                <a:cubicBezTo>
                  <a:pt x="248882" y="294437"/>
                  <a:pt x="254407" y="283424"/>
                  <a:pt x="254407" y="261397"/>
                </a:cubicBezTo>
                <a:cubicBezTo>
                  <a:pt x="254407" y="238626"/>
                  <a:pt x="248993" y="227241"/>
                  <a:pt x="238166" y="227241"/>
                </a:cubicBezTo>
                <a:close/>
                <a:moveTo>
                  <a:pt x="295762" y="219483"/>
                </a:moveTo>
                <a:cubicBezTo>
                  <a:pt x="312543" y="219483"/>
                  <a:pt x="320933" y="233157"/>
                  <a:pt x="320933" y="260504"/>
                </a:cubicBezTo>
                <a:cubicBezTo>
                  <a:pt x="320933" y="267201"/>
                  <a:pt x="320328" y="273136"/>
                  <a:pt x="319119" y="278308"/>
                </a:cubicBezTo>
                <a:cubicBezTo>
                  <a:pt x="317910" y="283479"/>
                  <a:pt x="316161" y="287842"/>
                  <a:pt x="313873" y="291395"/>
                </a:cubicBezTo>
                <a:cubicBezTo>
                  <a:pt x="311585" y="294949"/>
                  <a:pt x="308776" y="297646"/>
                  <a:pt x="305446" y="299488"/>
                </a:cubicBezTo>
                <a:cubicBezTo>
                  <a:pt x="302116" y="301330"/>
                  <a:pt x="298330" y="302250"/>
                  <a:pt x="294088" y="302250"/>
                </a:cubicBezTo>
                <a:cubicBezTo>
                  <a:pt x="290070" y="302250"/>
                  <a:pt x="286489" y="301367"/>
                  <a:pt x="283345" y="299599"/>
                </a:cubicBezTo>
                <a:cubicBezTo>
                  <a:pt x="280201" y="297832"/>
                  <a:pt x="277550" y="295255"/>
                  <a:pt x="275392" y="291870"/>
                </a:cubicBezTo>
                <a:cubicBezTo>
                  <a:pt x="273234" y="288484"/>
                  <a:pt x="271596" y="284326"/>
                  <a:pt x="270480" y="279396"/>
                </a:cubicBezTo>
                <a:cubicBezTo>
                  <a:pt x="269364" y="274466"/>
                  <a:pt x="268806" y="268820"/>
                  <a:pt x="268806" y="262457"/>
                </a:cubicBezTo>
                <a:cubicBezTo>
                  <a:pt x="268806" y="255463"/>
                  <a:pt x="269392" y="249286"/>
                  <a:pt x="270564" y="243928"/>
                </a:cubicBezTo>
                <a:cubicBezTo>
                  <a:pt x="271736" y="238571"/>
                  <a:pt x="273457" y="234078"/>
                  <a:pt x="275726" y="230450"/>
                </a:cubicBezTo>
                <a:cubicBezTo>
                  <a:pt x="277996" y="226822"/>
                  <a:pt x="280815" y="224088"/>
                  <a:pt x="284182" y="222246"/>
                </a:cubicBezTo>
                <a:cubicBezTo>
                  <a:pt x="287549" y="220404"/>
                  <a:pt x="291409" y="219483"/>
                  <a:pt x="295762" y="219483"/>
                </a:cubicBezTo>
                <a:close/>
                <a:moveTo>
                  <a:pt x="238612" y="219483"/>
                </a:moveTo>
                <a:cubicBezTo>
                  <a:pt x="255393" y="219483"/>
                  <a:pt x="263783" y="233157"/>
                  <a:pt x="263783" y="260504"/>
                </a:cubicBezTo>
                <a:cubicBezTo>
                  <a:pt x="263783" y="267201"/>
                  <a:pt x="263178" y="273136"/>
                  <a:pt x="261969" y="278308"/>
                </a:cubicBezTo>
                <a:cubicBezTo>
                  <a:pt x="260760" y="283479"/>
                  <a:pt x="259011" y="287842"/>
                  <a:pt x="256723" y="291395"/>
                </a:cubicBezTo>
                <a:cubicBezTo>
                  <a:pt x="254435" y="294949"/>
                  <a:pt x="251626" y="297646"/>
                  <a:pt x="248296" y="299488"/>
                </a:cubicBezTo>
                <a:cubicBezTo>
                  <a:pt x="244966" y="301330"/>
                  <a:pt x="241180" y="302250"/>
                  <a:pt x="236938" y="302250"/>
                </a:cubicBezTo>
                <a:cubicBezTo>
                  <a:pt x="232920" y="302250"/>
                  <a:pt x="229339" y="301367"/>
                  <a:pt x="226195" y="299599"/>
                </a:cubicBezTo>
                <a:cubicBezTo>
                  <a:pt x="223051" y="297832"/>
                  <a:pt x="220400" y="295255"/>
                  <a:pt x="218242" y="291870"/>
                </a:cubicBezTo>
                <a:cubicBezTo>
                  <a:pt x="216084" y="288484"/>
                  <a:pt x="214446" y="284326"/>
                  <a:pt x="213330" y="279396"/>
                </a:cubicBezTo>
                <a:cubicBezTo>
                  <a:pt x="212214" y="274466"/>
                  <a:pt x="211656" y="268820"/>
                  <a:pt x="211656" y="262457"/>
                </a:cubicBezTo>
                <a:cubicBezTo>
                  <a:pt x="211656" y="255463"/>
                  <a:pt x="212242" y="249286"/>
                  <a:pt x="213414" y="243928"/>
                </a:cubicBezTo>
                <a:cubicBezTo>
                  <a:pt x="214586" y="238571"/>
                  <a:pt x="216307" y="234078"/>
                  <a:pt x="218576" y="230450"/>
                </a:cubicBezTo>
                <a:cubicBezTo>
                  <a:pt x="220846" y="226822"/>
                  <a:pt x="223665" y="224088"/>
                  <a:pt x="227032" y="222246"/>
                </a:cubicBezTo>
                <a:cubicBezTo>
                  <a:pt x="230399" y="220404"/>
                  <a:pt x="234259" y="219483"/>
                  <a:pt x="238612" y="219483"/>
                </a:cubicBezTo>
                <a:close/>
                <a:moveTo>
                  <a:pt x="186652" y="219037"/>
                </a:moveTo>
                <a:lnTo>
                  <a:pt x="190112" y="219037"/>
                </a:lnTo>
                <a:lnTo>
                  <a:pt x="190112" y="300855"/>
                </a:lnTo>
                <a:lnTo>
                  <a:pt x="180959" y="300855"/>
                </a:lnTo>
                <a:lnTo>
                  <a:pt x="180959" y="231706"/>
                </a:lnTo>
                <a:cubicBezTo>
                  <a:pt x="180252" y="232413"/>
                  <a:pt x="179220" y="233222"/>
                  <a:pt x="177862" y="234134"/>
                </a:cubicBezTo>
                <a:cubicBezTo>
                  <a:pt x="176504" y="235045"/>
                  <a:pt x="174978" y="235947"/>
                  <a:pt x="173285" y="236840"/>
                </a:cubicBezTo>
                <a:cubicBezTo>
                  <a:pt x="171592" y="237733"/>
                  <a:pt x="169806" y="238571"/>
                  <a:pt x="167927" y="239352"/>
                </a:cubicBezTo>
                <a:cubicBezTo>
                  <a:pt x="166048" y="240133"/>
                  <a:pt x="164216" y="240747"/>
                  <a:pt x="162430" y="241194"/>
                </a:cubicBezTo>
                <a:lnTo>
                  <a:pt x="162430" y="231929"/>
                </a:lnTo>
                <a:cubicBezTo>
                  <a:pt x="164439" y="231371"/>
                  <a:pt x="166569" y="230618"/>
                  <a:pt x="168820" y="229669"/>
                </a:cubicBezTo>
                <a:cubicBezTo>
                  <a:pt x="171071" y="228720"/>
                  <a:pt x="173285" y="227660"/>
                  <a:pt x="175462" y="226488"/>
                </a:cubicBezTo>
                <a:cubicBezTo>
                  <a:pt x="177638" y="225316"/>
                  <a:pt x="179694" y="224088"/>
                  <a:pt x="181629" y="222804"/>
                </a:cubicBezTo>
                <a:cubicBezTo>
                  <a:pt x="183564" y="221520"/>
                  <a:pt x="185238" y="220265"/>
                  <a:pt x="186652" y="219037"/>
                </a:cubicBezTo>
                <a:close/>
                <a:moveTo>
                  <a:pt x="378482" y="141882"/>
                </a:moveTo>
                <a:cubicBezTo>
                  <a:pt x="374166" y="141882"/>
                  <a:pt x="370501" y="143426"/>
                  <a:pt x="367488" y="146514"/>
                </a:cubicBezTo>
                <a:cubicBezTo>
                  <a:pt x="364474" y="149602"/>
                  <a:pt x="362613" y="153639"/>
                  <a:pt x="361906" y="158625"/>
                </a:cubicBezTo>
                <a:lnTo>
                  <a:pt x="392770" y="158625"/>
                </a:lnTo>
                <a:cubicBezTo>
                  <a:pt x="392732" y="153341"/>
                  <a:pt x="391458" y="149230"/>
                  <a:pt x="388947" y="146291"/>
                </a:cubicBezTo>
                <a:cubicBezTo>
                  <a:pt x="386435" y="143351"/>
                  <a:pt x="382947" y="141882"/>
                  <a:pt x="378482" y="141882"/>
                </a:cubicBezTo>
                <a:close/>
                <a:moveTo>
                  <a:pt x="178457" y="141882"/>
                </a:moveTo>
                <a:cubicBezTo>
                  <a:pt x="174141" y="141882"/>
                  <a:pt x="170476" y="143426"/>
                  <a:pt x="167463" y="146514"/>
                </a:cubicBezTo>
                <a:cubicBezTo>
                  <a:pt x="164449" y="149602"/>
                  <a:pt x="162588" y="153639"/>
                  <a:pt x="161881" y="158625"/>
                </a:cubicBezTo>
                <a:lnTo>
                  <a:pt x="192745" y="158625"/>
                </a:lnTo>
                <a:cubicBezTo>
                  <a:pt x="192707" y="153341"/>
                  <a:pt x="191433" y="149230"/>
                  <a:pt x="188922" y="146291"/>
                </a:cubicBezTo>
                <a:cubicBezTo>
                  <a:pt x="186410" y="143351"/>
                  <a:pt x="182922" y="141882"/>
                  <a:pt x="178457" y="141882"/>
                </a:cubicBezTo>
                <a:close/>
                <a:moveTo>
                  <a:pt x="270489" y="135519"/>
                </a:moveTo>
                <a:lnTo>
                  <a:pt x="279642" y="135519"/>
                </a:lnTo>
                <a:lnTo>
                  <a:pt x="279642" y="192669"/>
                </a:lnTo>
                <a:lnTo>
                  <a:pt x="270489" y="192669"/>
                </a:lnTo>
                <a:close/>
                <a:moveTo>
                  <a:pt x="204855" y="135519"/>
                </a:moveTo>
                <a:lnTo>
                  <a:pt x="214900" y="135519"/>
                </a:lnTo>
                <a:lnTo>
                  <a:pt x="229411" y="177042"/>
                </a:lnTo>
                <a:cubicBezTo>
                  <a:pt x="230490" y="180093"/>
                  <a:pt x="231160" y="182753"/>
                  <a:pt x="231420" y="185023"/>
                </a:cubicBezTo>
                <a:lnTo>
                  <a:pt x="231644" y="185023"/>
                </a:lnTo>
                <a:cubicBezTo>
                  <a:pt x="232016" y="182158"/>
                  <a:pt x="232611" y="179572"/>
                  <a:pt x="233430" y="177265"/>
                </a:cubicBezTo>
                <a:lnTo>
                  <a:pt x="248610" y="135519"/>
                </a:lnTo>
                <a:lnTo>
                  <a:pt x="258265" y="135519"/>
                </a:lnTo>
                <a:lnTo>
                  <a:pt x="235495" y="192669"/>
                </a:lnTo>
                <a:lnTo>
                  <a:pt x="226509" y="192669"/>
                </a:lnTo>
                <a:close/>
                <a:moveTo>
                  <a:pt x="378650" y="134180"/>
                </a:moveTo>
                <a:cubicBezTo>
                  <a:pt x="386128" y="134180"/>
                  <a:pt x="391914" y="136598"/>
                  <a:pt x="396007" y="141435"/>
                </a:cubicBezTo>
                <a:cubicBezTo>
                  <a:pt x="400099" y="146272"/>
                  <a:pt x="402146" y="152988"/>
                  <a:pt x="402146" y="161583"/>
                </a:cubicBezTo>
                <a:lnTo>
                  <a:pt x="402146" y="166382"/>
                </a:lnTo>
                <a:lnTo>
                  <a:pt x="361795" y="166382"/>
                </a:lnTo>
                <a:cubicBezTo>
                  <a:pt x="361944" y="172745"/>
                  <a:pt x="363655" y="177656"/>
                  <a:pt x="366929" y="181116"/>
                </a:cubicBezTo>
                <a:cubicBezTo>
                  <a:pt x="370204" y="184577"/>
                  <a:pt x="374706" y="186307"/>
                  <a:pt x="380436" y="186307"/>
                </a:cubicBezTo>
                <a:cubicBezTo>
                  <a:pt x="386872" y="186307"/>
                  <a:pt x="392788" y="184186"/>
                  <a:pt x="398183" y="179944"/>
                </a:cubicBezTo>
                <a:lnTo>
                  <a:pt x="398183" y="188539"/>
                </a:lnTo>
                <a:cubicBezTo>
                  <a:pt x="393160" y="192185"/>
                  <a:pt x="386519" y="194009"/>
                  <a:pt x="378259" y="194009"/>
                </a:cubicBezTo>
                <a:cubicBezTo>
                  <a:pt x="370185" y="194009"/>
                  <a:pt x="363841" y="191413"/>
                  <a:pt x="359228" y="186223"/>
                </a:cubicBezTo>
                <a:cubicBezTo>
                  <a:pt x="354614" y="181033"/>
                  <a:pt x="352307" y="173731"/>
                  <a:pt x="352307" y="164317"/>
                </a:cubicBezTo>
                <a:cubicBezTo>
                  <a:pt x="352307" y="155425"/>
                  <a:pt x="354828" y="148179"/>
                  <a:pt x="359869" y="142579"/>
                </a:cubicBezTo>
                <a:cubicBezTo>
                  <a:pt x="364911" y="136980"/>
                  <a:pt x="371171" y="134180"/>
                  <a:pt x="378650" y="134180"/>
                </a:cubicBezTo>
                <a:close/>
                <a:moveTo>
                  <a:pt x="324847" y="134180"/>
                </a:moveTo>
                <a:cubicBezTo>
                  <a:pt x="329870" y="134180"/>
                  <a:pt x="334298" y="135110"/>
                  <a:pt x="338130" y="136970"/>
                </a:cubicBezTo>
                <a:lnTo>
                  <a:pt x="338130" y="146346"/>
                </a:lnTo>
                <a:cubicBezTo>
                  <a:pt x="333889" y="143370"/>
                  <a:pt x="329349" y="141882"/>
                  <a:pt x="324512" y="141882"/>
                </a:cubicBezTo>
                <a:cubicBezTo>
                  <a:pt x="318671" y="141882"/>
                  <a:pt x="313880" y="143974"/>
                  <a:pt x="310141" y="148160"/>
                </a:cubicBezTo>
                <a:cubicBezTo>
                  <a:pt x="306402" y="152346"/>
                  <a:pt x="304532" y="157843"/>
                  <a:pt x="304532" y="164652"/>
                </a:cubicBezTo>
                <a:cubicBezTo>
                  <a:pt x="304532" y="171350"/>
                  <a:pt x="306290" y="176633"/>
                  <a:pt x="309806" y="180502"/>
                </a:cubicBezTo>
                <a:cubicBezTo>
                  <a:pt x="313322" y="184372"/>
                  <a:pt x="318038" y="186307"/>
                  <a:pt x="323954" y="186307"/>
                </a:cubicBezTo>
                <a:cubicBezTo>
                  <a:pt x="328940" y="186307"/>
                  <a:pt x="333628" y="184651"/>
                  <a:pt x="338019" y="181340"/>
                </a:cubicBezTo>
                <a:lnTo>
                  <a:pt x="338019" y="190046"/>
                </a:lnTo>
                <a:cubicBezTo>
                  <a:pt x="333628" y="192688"/>
                  <a:pt x="328419" y="194009"/>
                  <a:pt x="322392" y="194009"/>
                </a:cubicBezTo>
                <a:cubicBezTo>
                  <a:pt x="314243" y="194009"/>
                  <a:pt x="307667" y="191358"/>
                  <a:pt x="302663" y="186056"/>
                </a:cubicBezTo>
                <a:cubicBezTo>
                  <a:pt x="297658" y="180754"/>
                  <a:pt x="295156" y="173880"/>
                  <a:pt x="295156" y="165434"/>
                </a:cubicBezTo>
                <a:cubicBezTo>
                  <a:pt x="295156" y="156020"/>
                  <a:pt x="297854" y="148458"/>
                  <a:pt x="303249" y="142747"/>
                </a:cubicBezTo>
                <a:cubicBezTo>
                  <a:pt x="308644" y="137035"/>
                  <a:pt x="315843" y="134180"/>
                  <a:pt x="324847" y="134180"/>
                </a:cubicBezTo>
                <a:close/>
                <a:moveTo>
                  <a:pt x="178625" y="134180"/>
                </a:moveTo>
                <a:cubicBezTo>
                  <a:pt x="186103" y="134180"/>
                  <a:pt x="191889" y="136598"/>
                  <a:pt x="195982" y="141435"/>
                </a:cubicBezTo>
                <a:cubicBezTo>
                  <a:pt x="200074" y="146272"/>
                  <a:pt x="202121" y="152988"/>
                  <a:pt x="202121" y="161583"/>
                </a:cubicBezTo>
                <a:lnTo>
                  <a:pt x="202121" y="166382"/>
                </a:lnTo>
                <a:lnTo>
                  <a:pt x="161770" y="166382"/>
                </a:lnTo>
                <a:cubicBezTo>
                  <a:pt x="161919" y="172745"/>
                  <a:pt x="163630" y="177656"/>
                  <a:pt x="166904" y="181116"/>
                </a:cubicBezTo>
                <a:cubicBezTo>
                  <a:pt x="170179" y="184577"/>
                  <a:pt x="174681" y="186307"/>
                  <a:pt x="180411" y="186307"/>
                </a:cubicBezTo>
                <a:cubicBezTo>
                  <a:pt x="186847" y="186307"/>
                  <a:pt x="192763" y="184186"/>
                  <a:pt x="198158" y="179944"/>
                </a:cubicBezTo>
                <a:lnTo>
                  <a:pt x="198158" y="188539"/>
                </a:lnTo>
                <a:cubicBezTo>
                  <a:pt x="193135" y="192185"/>
                  <a:pt x="186494" y="194009"/>
                  <a:pt x="178234" y="194009"/>
                </a:cubicBezTo>
                <a:cubicBezTo>
                  <a:pt x="170160" y="194009"/>
                  <a:pt x="163816" y="191413"/>
                  <a:pt x="159203" y="186223"/>
                </a:cubicBezTo>
                <a:cubicBezTo>
                  <a:pt x="154589" y="181033"/>
                  <a:pt x="152282" y="173731"/>
                  <a:pt x="152282" y="164317"/>
                </a:cubicBezTo>
                <a:cubicBezTo>
                  <a:pt x="152282" y="155425"/>
                  <a:pt x="154803" y="148179"/>
                  <a:pt x="159844" y="142579"/>
                </a:cubicBezTo>
                <a:cubicBezTo>
                  <a:pt x="164886" y="136980"/>
                  <a:pt x="171146" y="134180"/>
                  <a:pt x="178625" y="134180"/>
                </a:cubicBezTo>
                <a:close/>
                <a:moveTo>
                  <a:pt x="90593" y="121120"/>
                </a:moveTo>
                <a:lnTo>
                  <a:pt x="90593" y="184186"/>
                </a:lnTo>
                <a:lnTo>
                  <a:pt x="102536" y="184186"/>
                </a:lnTo>
                <a:cubicBezTo>
                  <a:pt x="113029" y="184186"/>
                  <a:pt x="121196" y="181377"/>
                  <a:pt x="127037" y="175759"/>
                </a:cubicBezTo>
                <a:cubicBezTo>
                  <a:pt x="132879" y="170140"/>
                  <a:pt x="135799" y="162178"/>
                  <a:pt x="135799" y="151872"/>
                </a:cubicBezTo>
                <a:cubicBezTo>
                  <a:pt x="135799" y="131371"/>
                  <a:pt x="124898" y="121120"/>
                  <a:pt x="103094" y="121120"/>
                </a:cubicBezTo>
                <a:close/>
                <a:moveTo>
                  <a:pt x="81217" y="112637"/>
                </a:moveTo>
                <a:lnTo>
                  <a:pt x="103318" y="112637"/>
                </a:lnTo>
                <a:cubicBezTo>
                  <a:pt x="131521" y="112637"/>
                  <a:pt x="145622" y="125641"/>
                  <a:pt x="145622" y="151648"/>
                </a:cubicBezTo>
                <a:cubicBezTo>
                  <a:pt x="145622" y="164001"/>
                  <a:pt x="141706" y="173926"/>
                  <a:pt x="133874" y="181423"/>
                </a:cubicBezTo>
                <a:cubicBezTo>
                  <a:pt x="126042" y="188921"/>
                  <a:pt x="115559" y="192669"/>
                  <a:pt x="102425" y="192669"/>
                </a:cubicBezTo>
                <a:lnTo>
                  <a:pt x="81217" y="192669"/>
                </a:lnTo>
                <a:close/>
                <a:moveTo>
                  <a:pt x="275177" y="109121"/>
                </a:moveTo>
                <a:cubicBezTo>
                  <a:pt x="276851" y="109121"/>
                  <a:pt x="278274" y="109688"/>
                  <a:pt x="279446" y="110823"/>
                </a:cubicBezTo>
                <a:cubicBezTo>
                  <a:pt x="280618" y="111958"/>
                  <a:pt x="281204" y="113381"/>
                  <a:pt x="281204" y="115092"/>
                </a:cubicBezTo>
                <a:cubicBezTo>
                  <a:pt x="281204" y="116730"/>
                  <a:pt x="280618" y="118125"/>
                  <a:pt x="279446" y="119278"/>
                </a:cubicBezTo>
                <a:cubicBezTo>
                  <a:pt x="278274" y="120432"/>
                  <a:pt x="276851" y="121008"/>
                  <a:pt x="275177" y="121008"/>
                </a:cubicBezTo>
                <a:cubicBezTo>
                  <a:pt x="273540" y="121008"/>
                  <a:pt x="272144" y="120450"/>
                  <a:pt x="270991" y="119334"/>
                </a:cubicBezTo>
                <a:cubicBezTo>
                  <a:pt x="269838" y="118218"/>
                  <a:pt x="269261" y="116804"/>
                  <a:pt x="269261" y="115092"/>
                </a:cubicBezTo>
                <a:cubicBezTo>
                  <a:pt x="269261" y="113381"/>
                  <a:pt x="269838" y="111958"/>
                  <a:pt x="270991" y="110823"/>
                </a:cubicBezTo>
                <a:cubicBezTo>
                  <a:pt x="272144" y="109688"/>
                  <a:pt x="273540" y="109121"/>
                  <a:pt x="275177" y="109121"/>
                </a:cubicBezTo>
                <a:close/>
                <a:moveTo>
                  <a:pt x="20670" y="67576"/>
                </a:moveTo>
                <a:lnTo>
                  <a:pt x="20670" y="337877"/>
                </a:lnTo>
                <a:lnTo>
                  <a:pt x="19875" y="337877"/>
                </a:lnTo>
                <a:cubicBezTo>
                  <a:pt x="19875" y="341852"/>
                  <a:pt x="22260" y="345032"/>
                  <a:pt x="27030" y="345032"/>
                </a:cubicBezTo>
                <a:lnTo>
                  <a:pt x="453153" y="345032"/>
                </a:lnTo>
                <a:cubicBezTo>
                  <a:pt x="457129" y="345032"/>
                  <a:pt x="460308" y="342647"/>
                  <a:pt x="460308" y="337877"/>
                </a:cubicBezTo>
                <a:lnTo>
                  <a:pt x="460308" y="67576"/>
                </a:lnTo>
                <a:close/>
                <a:moveTo>
                  <a:pt x="100966" y="19875"/>
                </a:moveTo>
                <a:lnTo>
                  <a:pt x="100966" y="40546"/>
                </a:lnTo>
                <a:lnTo>
                  <a:pt x="121636" y="40546"/>
                </a:lnTo>
                <a:lnTo>
                  <a:pt x="121636" y="19875"/>
                </a:lnTo>
                <a:close/>
                <a:moveTo>
                  <a:pt x="60420" y="19875"/>
                </a:moveTo>
                <a:lnTo>
                  <a:pt x="60420" y="40546"/>
                </a:lnTo>
                <a:lnTo>
                  <a:pt x="81090" y="40546"/>
                </a:lnTo>
                <a:lnTo>
                  <a:pt x="81090" y="19875"/>
                </a:lnTo>
                <a:close/>
                <a:moveTo>
                  <a:pt x="19875" y="19875"/>
                </a:moveTo>
                <a:lnTo>
                  <a:pt x="19875" y="40546"/>
                </a:lnTo>
                <a:lnTo>
                  <a:pt x="40545" y="40546"/>
                </a:lnTo>
                <a:lnTo>
                  <a:pt x="40545" y="19875"/>
                </a:lnTo>
                <a:close/>
                <a:moveTo>
                  <a:pt x="27030" y="0"/>
                </a:moveTo>
                <a:lnTo>
                  <a:pt x="453153" y="0"/>
                </a:lnTo>
                <a:cubicBezTo>
                  <a:pt x="468258" y="0"/>
                  <a:pt x="480183" y="11925"/>
                  <a:pt x="480183" y="27030"/>
                </a:cubicBezTo>
                <a:lnTo>
                  <a:pt x="480183" y="337877"/>
                </a:lnTo>
                <a:cubicBezTo>
                  <a:pt x="480183" y="352982"/>
                  <a:pt x="468258" y="364907"/>
                  <a:pt x="453153" y="364907"/>
                </a:cubicBezTo>
                <a:lnTo>
                  <a:pt x="27030" y="364907"/>
                </a:lnTo>
                <a:cubicBezTo>
                  <a:pt x="11925" y="364907"/>
                  <a:pt x="0" y="352982"/>
                  <a:pt x="0" y="337877"/>
                </a:cubicBezTo>
                <a:lnTo>
                  <a:pt x="0" y="27030"/>
                </a:lnTo>
                <a:cubicBezTo>
                  <a:pt x="0" y="11925"/>
                  <a:pt x="11925" y="0"/>
                  <a:pt x="27030" y="0"/>
                </a:cubicBezTo>
                <a:close/>
              </a:path>
            </a:pathLst>
          </a:custGeom>
          <a:solidFill>
            <a:srgbClr val="5C005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20" name="DEVICE 1 LINE">
            <a:extLst>
              <a:ext uri="{FF2B5EF4-FFF2-40B4-BE49-F238E27FC236}">
                <a16:creationId xmlns:a16="http://schemas.microsoft.com/office/drawing/2014/main" id="{B4B9338E-365B-448B-949C-15735F7C366D}"/>
              </a:ext>
            </a:extLst>
          </p:cNvPr>
          <p:cNvSpPr/>
          <p:nvPr/>
        </p:nvSpPr>
        <p:spPr bwMode="auto">
          <a:xfrm>
            <a:off x="8112146" y="1950963"/>
            <a:ext cx="2180892" cy="1332665"/>
          </a:xfrm>
          <a:custGeom>
            <a:avLst/>
            <a:gdLst>
              <a:gd name="connsiteX0" fmla="*/ 0 w 2007031"/>
              <a:gd name="connsiteY0" fmla="*/ 480447 h 1332854"/>
              <a:gd name="connsiteX1" fmla="*/ 1344478 w 2007031"/>
              <a:gd name="connsiteY1" fmla="*/ 0 h 1332854"/>
              <a:gd name="connsiteX2" fmla="*/ 2007031 w 2007031"/>
              <a:gd name="connsiteY2" fmla="*/ 1332854 h 1332854"/>
              <a:gd name="connsiteX0" fmla="*/ 0 w 2181202"/>
              <a:gd name="connsiteY0" fmla="*/ 273619 h 1332854"/>
              <a:gd name="connsiteX1" fmla="*/ 1518649 w 2181202"/>
              <a:gd name="connsiteY1" fmla="*/ 0 h 1332854"/>
              <a:gd name="connsiteX2" fmla="*/ 2181202 w 2181202"/>
              <a:gd name="connsiteY2" fmla="*/ 1332854 h 1332854"/>
            </a:gdLst>
            <a:ahLst/>
            <a:cxnLst>
              <a:cxn ang="0">
                <a:pos x="connsiteX0" y="connsiteY0"/>
              </a:cxn>
              <a:cxn ang="0">
                <a:pos x="connsiteX1" y="connsiteY1"/>
              </a:cxn>
              <a:cxn ang="0">
                <a:pos x="connsiteX2" y="connsiteY2"/>
              </a:cxn>
            </a:cxnLst>
            <a:rect l="l" t="t" r="r" b="b"/>
            <a:pathLst>
              <a:path w="2181202" h="1332854">
                <a:moveTo>
                  <a:pt x="0" y="273619"/>
                </a:moveTo>
                <a:lnTo>
                  <a:pt x="1518649" y="0"/>
                </a:lnTo>
                <a:lnTo>
                  <a:pt x="2181202" y="1332854"/>
                </a:lnTo>
              </a:path>
            </a:pathLst>
          </a:custGeom>
          <a:ln w="19050" cap="rnd">
            <a:solidFill>
              <a:schemeClr val="tx2"/>
            </a:solidFill>
            <a:prstDash val="sysDot"/>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defTabSz="932563"/>
            <a:endParaRPr lang="en-US">
              <a:solidFill>
                <a:srgbClr val="353535"/>
              </a:solidFill>
              <a:latin typeface="+mj-lt"/>
            </a:endParaRPr>
          </a:p>
        </p:txBody>
      </p:sp>
      <p:sp>
        <p:nvSpPr>
          <p:cNvPr id="59" name="DEVICE 100 LINE">
            <a:extLst>
              <a:ext uri="{FF2B5EF4-FFF2-40B4-BE49-F238E27FC236}">
                <a16:creationId xmlns:a16="http://schemas.microsoft.com/office/drawing/2014/main" id="{4141E8E1-B141-4CC6-A782-5D24B2930262}"/>
              </a:ext>
            </a:extLst>
          </p:cNvPr>
          <p:cNvSpPr/>
          <p:nvPr/>
        </p:nvSpPr>
        <p:spPr bwMode="auto">
          <a:xfrm>
            <a:off x="7477317" y="1433302"/>
            <a:ext cx="2728342" cy="1634792"/>
          </a:xfrm>
          <a:custGeom>
            <a:avLst/>
            <a:gdLst>
              <a:gd name="connsiteX0" fmla="*/ 0 w 2007031"/>
              <a:gd name="connsiteY0" fmla="*/ 480447 h 1332854"/>
              <a:gd name="connsiteX1" fmla="*/ 1344478 w 2007031"/>
              <a:gd name="connsiteY1" fmla="*/ 0 h 1332854"/>
              <a:gd name="connsiteX2" fmla="*/ 2007031 w 2007031"/>
              <a:gd name="connsiteY2" fmla="*/ 1332854 h 1332854"/>
              <a:gd name="connsiteX0" fmla="*/ 0 w 2630838"/>
              <a:gd name="connsiteY0" fmla="*/ 480447 h 480447"/>
              <a:gd name="connsiteX1" fmla="*/ 1344478 w 2630838"/>
              <a:gd name="connsiteY1" fmla="*/ 0 h 480447"/>
              <a:gd name="connsiteX2" fmla="*/ 2630838 w 2630838"/>
              <a:gd name="connsiteY2" fmla="*/ 391332 h 480447"/>
              <a:gd name="connsiteX0" fmla="*/ 0 w 2630838"/>
              <a:gd name="connsiteY0" fmla="*/ 104613 h 104613"/>
              <a:gd name="connsiteX1" fmla="*/ 1321231 w 2630838"/>
              <a:gd name="connsiteY1" fmla="*/ 0 h 104613"/>
              <a:gd name="connsiteX2" fmla="*/ 2630838 w 2630838"/>
              <a:gd name="connsiteY2" fmla="*/ 15498 h 104613"/>
              <a:gd name="connsiteX0" fmla="*/ 1673816 w 1673816"/>
              <a:gd name="connsiteY0" fmla="*/ 1166247 h 1166247"/>
              <a:gd name="connsiteX1" fmla="*/ 0 w 1673816"/>
              <a:gd name="connsiteY1" fmla="*/ 0 h 1166247"/>
              <a:gd name="connsiteX2" fmla="*/ 1309607 w 1673816"/>
              <a:gd name="connsiteY2" fmla="*/ 15498 h 1166247"/>
              <a:gd name="connsiteX0" fmla="*/ 0 w 3439929"/>
              <a:gd name="connsiteY0" fmla="*/ 1113493 h 1113493"/>
              <a:gd name="connsiteX1" fmla="*/ 2130322 w 3439929"/>
              <a:gd name="connsiteY1" fmla="*/ 0 h 1113493"/>
              <a:gd name="connsiteX2" fmla="*/ 3439929 w 3439929"/>
              <a:gd name="connsiteY2" fmla="*/ 15498 h 1113493"/>
              <a:gd name="connsiteX0" fmla="*/ 0 w 2728729"/>
              <a:gd name="connsiteY0" fmla="*/ 1635024 h 1635024"/>
              <a:gd name="connsiteX1" fmla="*/ 2130322 w 2728729"/>
              <a:gd name="connsiteY1" fmla="*/ 521531 h 1635024"/>
              <a:gd name="connsiteX2" fmla="*/ 2728729 w 2728729"/>
              <a:gd name="connsiteY2" fmla="*/ 0 h 1635024"/>
            </a:gdLst>
            <a:ahLst/>
            <a:cxnLst>
              <a:cxn ang="0">
                <a:pos x="connsiteX0" y="connsiteY0"/>
              </a:cxn>
              <a:cxn ang="0">
                <a:pos x="connsiteX1" y="connsiteY1"/>
              </a:cxn>
              <a:cxn ang="0">
                <a:pos x="connsiteX2" y="connsiteY2"/>
              </a:cxn>
            </a:cxnLst>
            <a:rect l="l" t="t" r="r" b="b"/>
            <a:pathLst>
              <a:path w="2728729" h="1635024">
                <a:moveTo>
                  <a:pt x="0" y="1635024"/>
                </a:moveTo>
                <a:lnTo>
                  <a:pt x="2130322" y="521531"/>
                </a:lnTo>
                <a:lnTo>
                  <a:pt x="2728729" y="0"/>
                </a:lnTo>
              </a:path>
            </a:pathLst>
          </a:custGeom>
          <a:ln w="19050" cap="rnd">
            <a:solidFill>
              <a:srgbClr val="5C005C"/>
            </a:solidFill>
            <a:prstDash val="sysDot"/>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defTabSz="932563"/>
            <a:endParaRPr lang="en-US">
              <a:solidFill>
                <a:srgbClr val="353535"/>
              </a:solidFill>
              <a:latin typeface="+mj-lt"/>
            </a:endParaRPr>
          </a:p>
        </p:txBody>
      </p:sp>
      <p:sp>
        <p:nvSpPr>
          <p:cNvPr id="60" name="DEVICE 3 LINE">
            <a:extLst>
              <a:ext uri="{FF2B5EF4-FFF2-40B4-BE49-F238E27FC236}">
                <a16:creationId xmlns:a16="http://schemas.microsoft.com/office/drawing/2014/main" id="{399B5B6A-A49E-4FE5-B584-54D45C5253CC}"/>
              </a:ext>
            </a:extLst>
          </p:cNvPr>
          <p:cNvSpPr/>
          <p:nvPr/>
        </p:nvSpPr>
        <p:spPr bwMode="auto">
          <a:xfrm>
            <a:off x="8639857" y="1960302"/>
            <a:ext cx="1833092" cy="1350559"/>
          </a:xfrm>
          <a:custGeom>
            <a:avLst/>
            <a:gdLst>
              <a:gd name="connsiteX0" fmla="*/ 0 w 2007031"/>
              <a:gd name="connsiteY0" fmla="*/ 480447 h 1332854"/>
              <a:gd name="connsiteX1" fmla="*/ 1344478 w 2007031"/>
              <a:gd name="connsiteY1" fmla="*/ 0 h 1332854"/>
              <a:gd name="connsiteX2" fmla="*/ 2007031 w 2007031"/>
              <a:gd name="connsiteY2" fmla="*/ 1332854 h 1332854"/>
              <a:gd name="connsiteX0" fmla="*/ 0 w 2630838"/>
              <a:gd name="connsiteY0" fmla="*/ 480447 h 480447"/>
              <a:gd name="connsiteX1" fmla="*/ 1344478 w 2630838"/>
              <a:gd name="connsiteY1" fmla="*/ 0 h 480447"/>
              <a:gd name="connsiteX2" fmla="*/ 2630838 w 2630838"/>
              <a:gd name="connsiteY2" fmla="*/ 391332 h 480447"/>
              <a:gd name="connsiteX0" fmla="*/ 0 w 2630838"/>
              <a:gd name="connsiteY0" fmla="*/ 104613 h 104613"/>
              <a:gd name="connsiteX1" fmla="*/ 1321231 w 2630838"/>
              <a:gd name="connsiteY1" fmla="*/ 0 h 104613"/>
              <a:gd name="connsiteX2" fmla="*/ 2630838 w 2630838"/>
              <a:gd name="connsiteY2" fmla="*/ 15498 h 104613"/>
              <a:gd name="connsiteX0" fmla="*/ 1673816 w 1673816"/>
              <a:gd name="connsiteY0" fmla="*/ 1166247 h 1166247"/>
              <a:gd name="connsiteX1" fmla="*/ 0 w 1673816"/>
              <a:gd name="connsiteY1" fmla="*/ 0 h 1166247"/>
              <a:gd name="connsiteX2" fmla="*/ 1309607 w 1673816"/>
              <a:gd name="connsiteY2" fmla="*/ 15498 h 1166247"/>
              <a:gd name="connsiteX0" fmla="*/ 0 w 2929181"/>
              <a:gd name="connsiteY0" fmla="*/ 1654443 h 1654443"/>
              <a:gd name="connsiteX1" fmla="*/ 1619574 w 2929181"/>
              <a:gd name="connsiteY1" fmla="*/ 0 h 1654443"/>
              <a:gd name="connsiteX2" fmla="*/ 2929181 w 2929181"/>
              <a:gd name="connsiteY2" fmla="*/ 15498 h 1654443"/>
              <a:gd name="connsiteX0" fmla="*/ 0 w 2929181"/>
              <a:gd name="connsiteY0" fmla="*/ 1638945 h 1638945"/>
              <a:gd name="connsiteX1" fmla="*/ 1976035 w 2929181"/>
              <a:gd name="connsiteY1" fmla="*/ 499821 h 1638945"/>
              <a:gd name="connsiteX2" fmla="*/ 2929181 w 2929181"/>
              <a:gd name="connsiteY2" fmla="*/ 0 h 1638945"/>
              <a:gd name="connsiteX0" fmla="*/ 0 w 1934952"/>
              <a:gd name="connsiteY0" fmla="*/ 1377688 h 1377688"/>
              <a:gd name="connsiteX1" fmla="*/ 981806 w 1934952"/>
              <a:gd name="connsiteY1" fmla="*/ 499821 h 1377688"/>
              <a:gd name="connsiteX2" fmla="*/ 1934952 w 1934952"/>
              <a:gd name="connsiteY2" fmla="*/ 0 h 1377688"/>
              <a:gd name="connsiteX0" fmla="*/ 0 w 3023524"/>
              <a:gd name="connsiteY0" fmla="*/ 877867 h 1140293"/>
              <a:gd name="connsiteX1" fmla="*/ 981806 w 3023524"/>
              <a:gd name="connsiteY1" fmla="*/ 0 h 1140293"/>
              <a:gd name="connsiteX2" fmla="*/ 3023524 w 3023524"/>
              <a:gd name="connsiteY2" fmla="*/ 1140293 h 1140293"/>
              <a:gd name="connsiteX0" fmla="*/ 0 w 1833352"/>
              <a:gd name="connsiteY0" fmla="*/ 877867 h 1350751"/>
              <a:gd name="connsiteX1" fmla="*/ 981806 w 1833352"/>
              <a:gd name="connsiteY1" fmla="*/ 0 h 1350751"/>
              <a:gd name="connsiteX2" fmla="*/ 1833352 w 1833352"/>
              <a:gd name="connsiteY2" fmla="*/ 1350751 h 1350751"/>
            </a:gdLst>
            <a:ahLst/>
            <a:cxnLst>
              <a:cxn ang="0">
                <a:pos x="connsiteX0" y="connsiteY0"/>
              </a:cxn>
              <a:cxn ang="0">
                <a:pos x="connsiteX1" y="connsiteY1"/>
              </a:cxn>
              <a:cxn ang="0">
                <a:pos x="connsiteX2" y="connsiteY2"/>
              </a:cxn>
            </a:cxnLst>
            <a:rect l="l" t="t" r="r" b="b"/>
            <a:pathLst>
              <a:path w="1833352" h="1350751">
                <a:moveTo>
                  <a:pt x="0" y="877867"/>
                </a:moveTo>
                <a:lnTo>
                  <a:pt x="981806" y="0"/>
                </a:lnTo>
                <a:lnTo>
                  <a:pt x="1833352" y="1350751"/>
                </a:lnTo>
              </a:path>
            </a:pathLst>
          </a:custGeom>
          <a:ln w="19050" cap="rnd">
            <a:solidFill>
              <a:schemeClr val="accent4"/>
            </a:solidFill>
            <a:prstDash val="sysDot"/>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defTabSz="932563"/>
            <a:endParaRPr lang="en-US">
              <a:solidFill>
                <a:srgbClr val="353535"/>
              </a:solidFill>
              <a:latin typeface="+mj-lt"/>
            </a:endParaRPr>
          </a:p>
        </p:txBody>
      </p:sp>
      <p:sp>
        <p:nvSpPr>
          <p:cNvPr id="72" name="DEVICE 1000 LINE">
            <a:extLst>
              <a:ext uri="{FF2B5EF4-FFF2-40B4-BE49-F238E27FC236}">
                <a16:creationId xmlns:a16="http://schemas.microsoft.com/office/drawing/2014/main" id="{07F7843B-AD2B-46F7-A1A8-1BCA4CFC0106}"/>
              </a:ext>
            </a:extLst>
          </p:cNvPr>
          <p:cNvSpPr/>
          <p:nvPr/>
        </p:nvSpPr>
        <p:spPr bwMode="auto">
          <a:xfrm>
            <a:off x="8387018" y="1801629"/>
            <a:ext cx="2710635" cy="1341946"/>
          </a:xfrm>
          <a:custGeom>
            <a:avLst/>
            <a:gdLst>
              <a:gd name="connsiteX0" fmla="*/ 0 w 2007031"/>
              <a:gd name="connsiteY0" fmla="*/ 480447 h 1332854"/>
              <a:gd name="connsiteX1" fmla="*/ 1344478 w 2007031"/>
              <a:gd name="connsiteY1" fmla="*/ 0 h 1332854"/>
              <a:gd name="connsiteX2" fmla="*/ 2007031 w 2007031"/>
              <a:gd name="connsiteY2" fmla="*/ 1332854 h 1332854"/>
              <a:gd name="connsiteX0" fmla="*/ 0 w 1906292"/>
              <a:gd name="connsiteY0" fmla="*/ 488196 h 1332854"/>
              <a:gd name="connsiteX1" fmla="*/ 1243739 w 1906292"/>
              <a:gd name="connsiteY1" fmla="*/ 0 h 1332854"/>
              <a:gd name="connsiteX2" fmla="*/ 1906292 w 1906292"/>
              <a:gd name="connsiteY2" fmla="*/ 1332854 h 1332854"/>
              <a:gd name="connsiteX0" fmla="*/ 0 w 1906292"/>
              <a:gd name="connsiteY0" fmla="*/ 0 h 844658"/>
              <a:gd name="connsiteX1" fmla="*/ 1220492 w 1906292"/>
              <a:gd name="connsiteY1" fmla="*/ 170482 h 844658"/>
              <a:gd name="connsiteX2" fmla="*/ 1906292 w 1906292"/>
              <a:gd name="connsiteY2" fmla="*/ 844658 h 844658"/>
              <a:gd name="connsiteX0" fmla="*/ 0 w 2107770"/>
              <a:gd name="connsiteY0" fmla="*/ 0 h 1476213"/>
              <a:gd name="connsiteX1" fmla="*/ 1220492 w 2107770"/>
              <a:gd name="connsiteY1" fmla="*/ 170482 h 1476213"/>
              <a:gd name="connsiteX2" fmla="*/ 2107770 w 2107770"/>
              <a:gd name="connsiteY2" fmla="*/ 1476213 h 1476213"/>
              <a:gd name="connsiteX0" fmla="*/ 0 w 2965020"/>
              <a:gd name="connsiteY0" fmla="*/ 0 h 1327623"/>
              <a:gd name="connsiteX1" fmla="*/ 1220492 w 2965020"/>
              <a:gd name="connsiteY1" fmla="*/ 170482 h 1327623"/>
              <a:gd name="connsiteX2" fmla="*/ 2965020 w 2965020"/>
              <a:gd name="connsiteY2" fmla="*/ 1327623 h 1327623"/>
              <a:gd name="connsiteX0" fmla="*/ 0 w 2711020"/>
              <a:gd name="connsiteY0" fmla="*/ 0 h 1342137"/>
              <a:gd name="connsiteX1" fmla="*/ 1220492 w 2711020"/>
              <a:gd name="connsiteY1" fmla="*/ 170482 h 1342137"/>
              <a:gd name="connsiteX2" fmla="*/ 2711020 w 2711020"/>
              <a:gd name="connsiteY2" fmla="*/ 1342137 h 1342137"/>
            </a:gdLst>
            <a:ahLst/>
            <a:cxnLst>
              <a:cxn ang="0">
                <a:pos x="connsiteX0" y="connsiteY0"/>
              </a:cxn>
              <a:cxn ang="0">
                <a:pos x="connsiteX1" y="connsiteY1"/>
              </a:cxn>
              <a:cxn ang="0">
                <a:pos x="connsiteX2" y="connsiteY2"/>
              </a:cxn>
            </a:cxnLst>
            <a:rect l="l" t="t" r="r" b="b"/>
            <a:pathLst>
              <a:path w="2711020" h="1342137">
                <a:moveTo>
                  <a:pt x="0" y="0"/>
                </a:moveTo>
                <a:lnTo>
                  <a:pt x="1220492" y="170482"/>
                </a:lnTo>
                <a:lnTo>
                  <a:pt x="2711020" y="1342137"/>
                </a:lnTo>
              </a:path>
            </a:pathLst>
          </a:custGeom>
          <a:ln w="19050" cap="rnd">
            <a:solidFill>
              <a:schemeClr val="accent5"/>
            </a:solidFill>
            <a:prstDash val="sysDot"/>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defTabSz="932563"/>
            <a:endParaRPr lang="en-US">
              <a:solidFill>
                <a:srgbClr val="353535"/>
              </a:solidFill>
              <a:latin typeface="+mj-lt"/>
            </a:endParaRPr>
          </a:p>
        </p:txBody>
      </p:sp>
      <p:grpSp>
        <p:nvGrpSpPr>
          <p:cNvPr id="3" name="Group 2">
            <a:extLst>
              <a:ext uri="{FF2B5EF4-FFF2-40B4-BE49-F238E27FC236}">
                <a16:creationId xmlns:a16="http://schemas.microsoft.com/office/drawing/2014/main" id="{477BD51B-892A-4492-8E91-2536B6DEC791}"/>
              </a:ext>
            </a:extLst>
          </p:cNvPr>
          <p:cNvGrpSpPr/>
          <p:nvPr/>
        </p:nvGrpSpPr>
        <p:grpSpPr>
          <a:xfrm>
            <a:off x="8940784" y="1455380"/>
            <a:ext cx="1227001" cy="1539852"/>
            <a:chOff x="8941170" y="1174864"/>
            <a:chExt cx="1227175" cy="1540070"/>
          </a:xfrm>
        </p:grpSpPr>
        <p:sp>
          <p:nvSpPr>
            <p:cNvPr id="49" name="TextBox 48">
              <a:extLst>
                <a:ext uri="{FF2B5EF4-FFF2-40B4-BE49-F238E27FC236}">
                  <a16:creationId xmlns:a16="http://schemas.microsoft.com/office/drawing/2014/main" id="{D17BCB6E-0F37-414B-94F5-1254B4D29533}"/>
                </a:ext>
              </a:extLst>
            </p:cNvPr>
            <p:cNvSpPr txBox="1"/>
            <p:nvPr/>
          </p:nvSpPr>
          <p:spPr>
            <a:xfrm>
              <a:off x="9308501" y="2407242"/>
              <a:ext cx="492513" cy="307692"/>
            </a:xfrm>
            <a:prstGeom prst="rect">
              <a:avLst/>
            </a:prstGeom>
          </p:spPr>
          <p:txBody>
            <a:bodyPr wrap="none">
              <a:spAutoFit/>
            </a:bodyPr>
            <a:lstStyle>
              <a:defPPr>
                <a:defRPr lang="en-US"/>
              </a:defPPr>
              <a:lvl1pPr algn="ctr">
                <a:defRPr sz="1400">
                  <a:latin typeface="Segoe UI" panose="020B0502040204020203" pitchFamily="34" charset="0"/>
                  <a:cs typeface="Segoe UI" panose="020B0502040204020203" pitchFamily="34" charset="0"/>
                </a:defRPr>
              </a:lvl1pPr>
            </a:lstStyle>
            <a:p>
              <a:pPr defTabSz="932563"/>
              <a:r>
                <a:rPr lang="en-US" sz="1399" b="1" dirty="0">
                  <a:solidFill>
                    <a:srgbClr val="353535"/>
                  </a:solidFill>
                  <a:latin typeface="+mj-lt"/>
                </a:rPr>
                <a:t>DPS</a:t>
              </a:r>
            </a:p>
          </p:txBody>
        </p:sp>
        <p:pic>
          <p:nvPicPr>
            <p:cNvPr id="45" name="Picture 44">
              <a:extLst>
                <a:ext uri="{FF2B5EF4-FFF2-40B4-BE49-F238E27FC236}">
                  <a16:creationId xmlns:a16="http://schemas.microsoft.com/office/drawing/2014/main" id="{67D8A6D5-69A3-463B-B114-C2B038B81065}"/>
                </a:ext>
              </a:extLst>
            </p:cNvPr>
            <p:cNvPicPr>
              <a:picLocks noChangeAspect="1"/>
            </p:cNvPicPr>
            <p:nvPr/>
          </p:nvPicPr>
          <p:blipFill rotWithShape="1">
            <a:blip r:embed="rId4">
              <a:extLst>
                <a:ext uri="{28A0092B-C50C-407E-A947-70E740481C1C}">
                  <a14:useLocalDpi xmlns:a14="http://schemas.microsoft.com/office/drawing/2010/main" val="0"/>
                </a:ext>
              </a:extLst>
            </a:blip>
            <a:srcRect l="25154" r="24205"/>
            <a:stretch/>
          </p:blipFill>
          <p:spPr>
            <a:xfrm>
              <a:off x="8941170" y="1174864"/>
              <a:ext cx="1227175" cy="1216673"/>
            </a:xfrm>
            <a:prstGeom prst="rect">
              <a:avLst/>
            </a:prstGeom>
          </p:spPr>
        </p:pic>
      </p:grpSp>
      <p:sp>
        <p:nvSpPr>
          <p:cNvPr id="6" name="Isosceles Triangle 5">
            <a:extLst>
              <a:ext uri="{FF2B5EF4-FFF2-40B4-BE49-F238E27FC236}">
                <a16:creationId xmlns:a16="http://schemas.microsoft.com/office/drawing/2014/main" id="{558DF654-D1E6-4269-A35E-E9DC275EA363}"/>
              </a:ext>
            </a:extLst>
          </p:cNvPr>
          <p:cNvSpPr/>
          <p:nvPr/>
        </p:nvSpPr>
        <p:spPr bwMode="auto">
          <a:xfrm rot="19800000">
            <a:off x="10265367" y="3240103"/>
            <a:ext cx="75200" cy="94989"/>
          </a:xfrm>
          <a:prstGeom prst="triangl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dirty="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31" name="Isosceles Triangle 30">
            <a:extLst>
              <a:ext uri="{FF2B5EF4-FFF2-40B4-BE49-F238E27FC236}">
                <a16:creationId xmlns:a16="http://schemas.microsoft.com/office/drawing/2014/main" id="{1038CC93-D922-4D24-9B97-BFB02FF0F818}"/>
              </a:ext>
            </a:extLst>
          </p:cNvPr>
          <p:cNvSpPr/>
          <p:nvPr/>
        </p:nvSpPr>
        <p:spPr bwMode="auto">
          <a:xfrm rot="19800000">
            <a:off x="10455796" y="3291955"/>
            <a:ext cx="75200" cy="94989"/>
          </a:xfrm>
          <a:prstGeom prst="triangle">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dirty="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33" name="Isosceles Triangle 32">
            <a:extLst>
              <a:ext uri="{FF2B5EF4-FFF2-40B4-BE49-F238E27FC236}">
                <a16:creationId xmlns:a16="http://schemas.microsoft.com/office/drawing/2014/main" id="{74138B70-92AB-43E0-A0CD-2A2AE9AB987C}"/>
              </a:ext>
            </a:extLst>
          </p:cNvPr>
          <p:cNvSpPr/>
          <p:nvPr/>
        </p:nvSpPr>
        <p:spPr bwMode="auto">
          <a:xfrm rot="18724555">
            <a:off x="11060053" y="3096080"/>
            <a:ext cx="75200" cy="94989"/>
          </a:xfrm>
          <a:prstGeom prst="triangl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dirty="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34" name="Isosceles Triangle 33">
            <a:extLst>
              <a:ext uri="{FF2B5EF4-FFF2-40B4-BE49-F238E27FC236}">
                <a16:creationId xmlns:a16="http://schemas.microsoft.com/office/drawing/2014/main" id="{2B3A7FBB-EAB6-4E29-92A3-487F1703A168}"/>
              </a:ext>
            </a:extLst>
          </p:cNvPr>
          <p:cNvSpPr/>
          <p:nvPr/>
        </p:nvSpPr>
        <p:spPr bwMode="auto">
          <a:xfrm rot="3675451">
            <a:off x="7444845" y="3026169"/>
            <a:ext cx="75200" cy="94989"/>
          </a:xfrm>
          <a:prstGeom prst="triangle">
            <a:avLst/>
          </a:prstGeom>
          <a:solidFill>
            <a:srgbClr val="5C005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dirty="0" err="1">
              <a:gradFill>
                <a:gsLst>
                  <a:gs pos="0">
                    <a:srgbClr val="FFFFFF"/>
                  </a:gs>
                  <a:gs pos="100000">
                    <a:srgbClr val="FFFFFF"/>
                  </a:gs>
                </a:gsLst>
                <a:lin ang="5400000" scaled="0"/>
              </a:gradFill>
              <a:latin typeface="+mj-lt"/>
              <a:ea typeface="Segoe UI" pitchFamily="34" charset="0"/>
              <a:cs typeface="Segoe UI" pitchFamily="34" charset="0"/>
            </a:endParaRPr>
          </a:p>
        </p:txBody>
      </p:sp>
    </p:spTree>
    <p:extLst>
      <p:ext uri="{BB962C8B-B14F-4D97-AF65-F5344CB8AC3E}">
        <p14:creationId xmlns:p14="http://schemas.microsoft.com/office/powerpoint/2010/main" val="4287747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p:stCondLst>
                              <p:cond delay="500"/>
                            </p:stCondLst>
                            <p:childTnLst>
                              <p:par>
                                <p:cTn id="11" presetID="53" presetClass="entr" presetSubtype="16" fill="hold" grpId="1" nodeType="afterEffect">
                                  <p:stCondLst>
                                    <p:cond delay="0"/>
                                  </p:stCondLst>
                                  <p:childTnLst>
                                    <p:set>
                                      <p:cBhvr>
                                        <p:cTn id="12" dur="1" fill="hold">
                                          <p:stCondLst>
                                            <p:cond delay="0"/>
                                          </p:stCondLst>
                                        </p:cTn>
                                        <p:tgtEl>
                                          <p:spTgt spid="222"/>
                                        </p:tgtEl>
                                        <p:attrNameLst>
                                          <p:attrName>style.visibility</p:attrName>
                                        </p:attrNameLst>
                                      </p:cBhvr>
                                      <p:to>
                                        <p:strVal val="visible"/>
                                      </p:to>
                                    </p:set>
                                    <p:anim calcmode="lin" valueType="num">
                                      <p:cBhvr>
                                        <p:cTn id="13" dur="500" fill="hold"/>
                                        <p:tgtEl>
                                          <p:spTgt spid="222"/>
                                        </p:tgtEl>
                                        <p:attrNameLst>
                                          <p:attrName>ppt_w</p:attrName>
                                        </p:attrNameLst>
                                      </p:cBhvr>
                                      <p:tavLst>
                                        <p:tav tm="0">
                                          <p:val>
                                            <p:fltVal val="0"/>
                                          </p:val>
                                        </p:tav>
                                        <p:tav tm="100000">
                                          <p:val>
                                            <p:strVal val="#ppt_w"/>
                                          </p:val>
                                        </p:tav>
                                      </p:tavLst>
                                    </p:anim>
                                    <p:anim calcmode="lin" valueType="num">
                                      <p:cBhvr>
                                        <p:cTn id="14" dur="500" fill="hold"/>
                                        <p:tgtEl>
                                          <p:spTgt spid="222"/>
                                        </p:tgtEl>
                                        <p:attrNameLst>
                                          <p:attrName>ppt_h</p:attrName>
                                        </p:attrNameLst>
                                      </p:cBhvr>
                                      <p:tavLst>
                                        <p:tav tm="0">
                                          <p:val>
                                            <p:fltVal val="0"/>
                                          </p:val>
                                        </p:tav>
                                        <p:tav tm="100000">
                                          <p:val>
                                            <p:strVal val="#ppt_h"/>
                                          </p:val>
                                        </p:tav>
                                      </p:tavLst>
                                    </p:anim>
                                    <p:animEffect transition="in" filter="fade">
                                      <p:cBhvr>
                                        <p:cTn id="15" dur="500"/>
                                        <p:tgtEl>
                                          <p:spTgt spid="22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26" presetClass="emph" presetSubtype="0" repeatCount="indefinite" fill="hold" grpId="0" nodeType="withEffect">
                                  <p:stCondLst>
                                    <p:cond delay="0"/>
                                  </p:stCondLst>
                                  <p:endCondLst>
                                    <p:cond evt="onNext" delay="0">
                                      <p:tgtEl>
                                        <p:sldTgt/>
                                      </p:tgtEl>
                                    </p:cond>
                                  </p:endCondLst>
                                  <p:childTnLst>
                                    <p:animEffect transition="out" filter="fade">
                                      <p:cBhvr>
                                        <p:cTn id="20" dur="1000" tmFilter="0, 0; .2, .5; .8, .5; 1, 0"/>
                                        <p:tgtEl>
                                          <p:spTgt spid="222"/>
                                        </p:tgtEl>
                                      </p:cBhvr>
                                    </p:animEffect>
                                    <p:animScale>
                                      <p:cBhvr>
                                        <p:cTn id="21" dur="500" autoRev="1" fill="hold"/>
                                        <p:tgtEl>
                                          <p:spTgt spid="222"/>
                                        </p:tgtEl>
                                      </p:cBhvr>
                                      <p:by x="105000" y="105000"/>
                                    </p:animScale>
                                  </p:childTnLst>
                                </p:cTn>
                              </p:par>
                              <p:par>
                                <p:cTn id="22" presetID="16" presetClass="entr" presetSubtype="21" repeatCount="indefinite" fill="hold" grpId="0" nodeType="withEffect">
                                  <p:stCondLst>
                                    <p:cond delay="0"/>
                                  </p:stCondLst>
                                  <p:endCondLst>
                                    <p:cond evt="onNext" delay="0">
                                      <p:tgtEl>
                                        <p:sldTgt/>
                                      </p:tgtEl>
                                    </p:cond>
                                  </p:endCondLst>
                                  <p:childTnLst>
                                    <p:set>
                                      <p:cBhvr>
                                        <p:cTn id="23" dur="1" fill="hold">
                                          <p:stCondLst>
                                            <p:cond delay="0"/>
                                          </p:stCondLst>
                                        </p:cTn>
                                        <p:tgtEl>
                                          <p:spTgt spid="20"/>
                                        </p:tgtEl>
                                        <p:attrNameLst>
                                          <p:attrName>style.visibility</p:attrName>
                                        </p:attrNameLst>
                                      </p:cBhvr>
                                      <p:to>
                                        <p:strVal val="visible"/>
                                      </p:to>
                                    </p:set>
                                    <p:animEffect transition="in" filter="barn(inVertical)">
                                      <p:cBhvr>
                                        <p:cTn id="24" dur="1000"/>
                                        <p:tgtEl>
                                          <p:spTgt spid="20"/>
                                        </p:tgtEl>
                                      </p:cBhvr>
                                    </p:animEffect>
                                  </p:childTnLst>
                                </p:cTn>
                              </p:par>
                              <p:par>
                                <p:cTn id="25" presetID="53" presetClass="entr" presetSubtype="16" fill="hold" grpId="1" nodeType="withEffect">
                                  <p:stCondLst>
                                    <p:cond delay="3600"/>
                                  </p:stCondLst>
                                  <p:childTnLst>
                                    <p:set>
                                      <p:cBhvr>
                                        <p:cTn id="26" dur="1" fill="hold">
                                          <p:stCondLst>
                                            <p:cond delay="0"/>
                                          </p:stCondLst>
                                        </p:cTn>
                                        <p:tgtEl>
                                          <p:spTgt spid="220"/>
                                        </p:tgtEl>
                                        <p:attrNameLst>
                                          <p:attrName>style.visibility</p:attrName>
                                        </p:attrNameLst>
                                      </p:cBhvr>
                                      <p:to>
                                        <p:strVal val="visible"/>
                                      </p:to>
                                    </p:set>
                                    <p:anim calcmode="lin" valueType="num">
                                      <p:cBhvr>
                                        <p:cTn id="27" dur="500" fill="hold"/>
                                        <p:tgtEl>
                                          <p:spTgt spid="220"/>
                                        </p:tgtEl>
                                        <p:attrNameLst>
                                          <p:attrName>ppt_w</p:attrName>
                                        </p:attrNameLst>
                                      </p:cBhvr>
                                      <p:tavLst>
                                        <p:tav tm="0">
                                          <p:val>
                                            <p:fltVal val="0"/>
                                          </p:val>
                                        </p:tav>
                                        <p:tav tm="100000">
                                          <p:val>
                                            <p:strVal val="#ppt_w"/>
                                          </p:val>
                                        </p:tav>
                                      </p:tavLst>
                                    </p:anim>
                                    <p:anim calcmode="lin" valueType="num">
                                      <p:cBhvr>
                                        <p:cTn id="28" dur="500" fill="hold"/>
                                        <p:tgtEl>
                                          <p:spTgt spid="220"/>
                                        </p:tgtEl>
                                        <p:attrNameLst>
                                          <p:attrName>ppt_h</p:attrName>
                                        </p:attrNameLst>
                                      </p:cBhvr>
                                      <p:tavLst>
                                        <p:tav tm="0">
                                          <p:val>
                                            <p:fltVal val="0"/>
                                          </p:val>
                                        </p:tav>
                                        <p:tav tm="100000">
                                          <p:val>
                                            <p:strVal val="#ppt_h"/>
                                          </p:val>
                                        </p:tav>
                                      </p:tavLst>
                                    </p:anim>
                                    <p:animEffect transition="in" filter="fade">
                                      <p:cBhvr>
                                        <p:cTn id="29" dur="500"/>
                                        <p:tgtEl>
                                          <p:spTgt spid="220"/>
                                        </p:tgtEl>
                                      </p:cBhvr>
                                    </p:animEffect>
                                  </p:childTnLst>
                                </p:cTn>
                              </p:par>
                              <p:par>
                                <p:cTn id="30" presetID="10" presetClass="entr" presetSubtype="0" fill="hold" grpId="0" nodeType="withEffect">
                                  <p:stCondLst>
                                    <p:cond delay="360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par>
                                <p:cTn id="33" presetID="26" presetClass="emph" presetSubtype="0" repeatCount="indefinite" fill="hold" grpId="0" nodeType="withEffect">
                                  <p:stCondLst>
                                    <p:cond delay="4000"/>
                                  </p:stCondLst>
                                  <p:endCondLst>
                                    <p:cond evt="onNext" delay="0">
                                      <p:tgtEl>
                                        <p:sldTgt/>
                                      </p:tgtEl>
                                    </p:cond>
                                  </p:endCondLst>
                                  <p:childTnLst>
                                    <p:animEffect transition="out" filter="fade">
                                      <p:cBhvr>
                                        <p:cTn id="34" dur="1000" tmFilter="0, 0; .2, .5; .8, .5; 1, 0"/>
                                        <p:tgtEl>
                                          <p:spTgt spid="220"/>
                                        </p:tgtEl>
                                      </p:cBhvr>
                                    </p:animEffect>
                                    <p:animScale>
                                      <p:cBhvr>
                                        <p:cTn id="35" dur="500" autoRev="1" fill="hold"/>
                                        <p:tgtEl>
                                          <p:spTgt spid="220"/>
                                        </p:tgtEl>
                                      </p:cBhvr>
                                      <p:by x="105000" y="105000"/>
                                    </p:animScale>
                                  </p:childTnLst>
                                </p:cTn>
                              </p:par>
                              <p:par>
                                <p:cTn id="36" presetID="16" presetClass="entr" presetSubtype="21" repeatCount="indefinite" fill="hold" grpId="0" nodeType="withEffect">
                                  <p:stCondLst>
                                    <p:cond delay="4000"/>
                                  </p:stCondLst>
                                  <p:endCondLst>
                                    <p:cond evt="onNext" delay="0">
                                      <p:tgtEl>
                                        <p:sldTgt/>
                                      </p:tgtEl>
                                    </p:cond>
                                  </p:endCondLst>
                                  <p:childTnLst>
                                    <p:set>
                                      <p:cBhvr>
                                        <p:cTn id="37" dur="1" fill="hold">
                                          <p:stCondLst>
                                            <p:cond delay="0"/>
                                          </p:stCondLst>
                                        </p:cTn>
                                        <p:tgtEl>
                                          <p:spTgt spid="60"/>
                                        </p:tgtEl>
                                        <p:attrNameLst>
                                          <p:attrName>style.visibility</p:attrName>
                                        </p:attrNameLst>
                                      </p:cBhvr>
                                      <p:to>
                                        <p:strVal val="visible"/>
                                      </p:to>
                                    </p:set>
                                    <p:animEffect transition="in" filter="barn(inVertical)">
                                      <p:cBhvr>
                                        <p:cTn id="38" dur="1000"/>
                                        <p:tgtEl>
                                          <p:spTgt spid="60"/>
                                        </p:tgtEl>
                                      </p:cBhvr>
                                    </p:animEffect>
                                  </p:childTnLst>
                                </p:cTn>
                              </p:par>
                              <p:par>
                                <p:cTn id="39" presetID="53" presetClass="entr" presetSubtype="16" fill="hold" grpId="1" nodeType="withEffect">
                                  <p:stCondLst>
                                    <p:cond delay="7250"/>
                                  </p:stCondLst>
                                  <p:childTnLst>
                                    <p:set>
                                      <p:cBhvr>
                                        <p:cTn id="40" dur="1" fill="hold">
                                          <p:stCondLst>
                                            <p:cond delay="0"/>
                                          </p:stCondLst>
                                        </p:cTn>
                                        <p:tgtEl>
                                          <p:spTgt spid="223"/>
                                        </p:tgtEl>
                                        <p:attrNameLst>
                                          <p:attrName>style.visibility</p:attrName>
                                        </p:attrNameLst>
                                      </p:cBhvr>
                                      <p:to>
                                        <p:strVal val="visible"/>
                                      </p:to>
                                    </p:set>
                                    <p:anim calcmode="lin" valueType="num">
                                      <p:cBhvr>
                                        <p:cTn id="41" dur="500" fill="hold"/>
                                        <p:tgtEl>
                                          <p:spTgt spid="223"/>
                                        </p:tgtEl>
                                        <p:attrNameLst>
                                          <p:attrName>ppt_w</p:attrName>
                                        </p:attrNameLst>
                                      </p:cBhvr>
                                      <p:tavLst>
                                        <p:tav tm="0">
                                          <p:val>
                                            <p:fltVal val="0"/>
                                          </p:val>
                                        </p:tav>
                                        <p:tav tm="100000">
                                          <p:val>
                                            <p:strVal val="#ppt_w"/>
                                          </p:val>
                                        </p:tav>
                                      </p:tavLst>
                                    </p:anim>
                                    <p:anim calcmode="lin" valueType="num">
                                      <p:cBhvr>
                                        <p:cTn id="42" dur="500" fill="hold"/>
                                        <p:tgtEl>
                                          <p:spTgt spid="223"/>
                                        </p:tgtEl>
                                        <p:attrNameLst>
                                          <p:attrName>ppt_h</p:attrName>
                                        </p:attrNameLst>
                                      </p:cBhvr>
                                      <p:tavLst>
                                        <p:tav tm="0">
                                          <p:val>
                                            <p:fltVal val="0"/>
                                          </p:val>
                                        </p:tav>
                                        <p:tav tm="100000">
                                          <p:val>
                                            <p:strVal val="#ppt_h"/>
                                          </p:val>
                                        </p:tav>
                                      </p:tavLst>
                                    </p:anim>
                                    <p:animEffect transition="in" filter="fade">
                                      <p:cBhvr>
                                        <p:cTn id="43" dur="500"/>
                                        <p:tgtEl>
                                          <p:spTgt spid="223"/>
                                        </p:tgtEl>
                                      </p:cBhvr>
                                    </p:animEffect>
                                  </p:childTnLst>
                                </p:cTn>
                              </p:par>
                              <p:par>
                                <p:cTn id="44" presetID="10" presetClass="entr" presetSubtype="0" fill="hold" grpId="0" nodeType="withEffect">
                                  <p:stCondLst>
                                    <p:cond delay="725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500"/>
                                        <p:tgtEl>
                                          <p:spTgt spid="34"/>
                                        </p:tgtEl>
                                      </p:cBhvr>
                                    </p:animEffect>
                                  </p:childTnLst>
                                </p:cTn>
                              </p:par>
                              <p:par>
                                <p:cTn id="47" presetID="26" presetClass="emph" presetSubtype="0" repeatCount="indefinite" fill="hold" grpId="0" nodeType="withEffect">
                                  <p:stCondLst>
                                    <p:cond delay="7250"/>
                                  </p:stCondLst>
                                  <p:childTnLst>
                                    <p:animEffect transition="out" filter="fade">
                                      <p:cBhvr>
                                        <p:cTn id="48" dur="1000" tmFilter="0, 0; .2, .5; .8, .5; 1, 0"/>
                                        <p:tgtEl>
                                          <p:spTgt spid="223"/>
                                        </p:tgtEl>
                                      </p:cBhvr>
                                    </p:animEffect>
                                    <p:animScale>
                                      <p:cBhvr>
                                        <p:cTn id="49" dur="500" autoRev="1" fill="hold"/>
                                        <p:tgtEl>
                                          <p:spTgt spid="223"/>
                                        </p:tgtEl>
                                      </p:cBhvr>
                                      <p:by x="105000" y="105000"/>
                                    </p:animScale>
                                  </p:childTnLst>
                                </p:cTn>
                              </p:par>
                              <p:par>
                                <p:cTn id="50" presetID="16" presetClass="entr" presetSubtype="21" repeatCount="indefinite" fill="hold" grpId="0" nodeType="withEffect">
                                  <p:stCondLst>
                                    <p:cond delay="7250"/>
                                  </p:stCondLst>
                                  <p:childTnLst>
                                    <p:set>
                                      <p:cBhvr>
                                        <p:cTn id="51" dur="1" fill="hold">
                                          <p:stCondLst>
                                            <p:cond delay="0"/>
                                          </p:stCondLst>
                                        </p:cTn>
                                        <p:tgtEl>
                                          <p:spTgt spid="59"/>
                                        </p:tgtEl>
                                        <p:attrNameLst>
                                          <p:attrName>style.visibility</p:attrName>
                                        </p:attrNameLst>
                                      </p:cBhvr>
                                      <p:to>
                                        <p:strVal val="visible"/>
                                      </p:to>
                                    </p:set>
                                    <p:animEffect transition="in" filter="barn(inVertical)">
                                      <p:cBhvr>
                                        <p:cTn id="52" dur="1000"/>
                                        <p:tgtEl>
                                          <p:spTgt spid="59"/>
                                        </p:tgtEl>
                                      </p:cBhvr>
                                    </p:animEffect>
                                  </p:childTnLst>
                                </p:cTn>
                              </p:par>
                              <p:par>
                                <p:cTn id="53" presetID="53" presetClass="entr" presetSubtype="16" fill="hold" grpId="1" nodeType="withEffect">
                                  <p:stCondLst>
                                    <p:cond delay="10000"/>
                                  </p:stCondLst>
                                  <p:childTnLst>
                                    <p:set>
                                      <p:cBhvr>
                                        <p:cTn id="54" dur="1" fill="hold">
                                          <p:stCondLst>
                                            <p:cond delay="0"/>
                                          </p:stCondLst>
                                        </p:cTn>
                                        <p:tgtEl>
                                          <p:spTgt spid="221"/>
                                        </p:tgtEl>
                                        <p:attrNameLst>
                                          <p:attrName>style.visibility</p:attrName>
                                        </p:attrNameLst>
                                      </p:cBhvr>
                                      <p:to>
                                        <p:strVal val="visible"/>
                                      </p:to>
                                    </p:set>
                                    <p:anim calcmode="lin" valueType="num">
                                      <p:cBhvr>
                                        <p:cTn id="55" dur="500" fill="hold"/>
                                        <p:tgtEl>
                                          <p:spTgt spid="221"/>
                                        </p:tgtEl>
                                        <p:attrNameLst>
                                          <p:attrName>ppt_w</p:attrName>
                                        </p:attrNameLst>
                                      </p:cBhvr>
                                      <p:tavLst>
                                        <p:tav tm="0">
                                          <p:val>
                                            <p:fltVal val="0"/>
                                          </p:val>
                                        </p:tav>
                                        <p:tav tm="100000">
                                          <p:val>
                                            <p:strVal val="#ppt_w"/>
                                          </p:val>
                                        </p:tav>
                                      </p:tavLst>
                                    </p:anim>
                                    <p:anim calcmode="lin" valueType="num">
                                      <p:cBhvr>
                                        <p:cTn id="56" dur="500" fill="hold"/>
                                        <p:tgtEl>
                                          <p:spTgt spid="221"/>
                                        </p:tgtEl>
                                        <p:attrNameLst>
                                          <p:attrName>ppt_h</p:attrName>
                                        </p:attrNameLst>
                                      </p:cBhvr>
                                      <p:tavLst>
                                        <p:tav tm="0">
                                          <p:val>
                                            <p:fltVal val="0"/>
                                          </p:val>
                                        </p:tav>
                                        <p:tav tm="100000">
                                          <p:val>
                                            <p:strVal val="#ppt_h"/>
                                          </p:val>
                                        </p:tav>
                                      </p:tavLst>
                                    </p:anim>
                                    <p:animEffect transition="in" filter="fade">
                                      <p:cBhvr>
                                        <p:cTn id="57" dur="500"/>
                                        <p:tgtEl>
                                          <p:spTgt spid="221"/>
                                        </p:tgtEl>
                                      </p:cBhvr>
                                    </p:animEffect>
                                  </p:childTnLst>
                                </p:cTn>
                              </p:par>
                              <p:par>
                                <p:cTn id="58" presetID="10" presetClass="entr" presetSubtype="0" fill="hold" grpId="0" nodeType="withEffect">
                                  <p:stCondLst>
                                    <p:cond delay="10000"/>
                                  </p:stCondLst>
                                  <p:childTnLst>
                                    <p:set>
                                      <p:cBhvr>
                                        <p:cTn id="59" dur="1" fill="hold">
                                          <p:stCondLst>
                                            <p:cond delay="0"/>
                                          </p:stCondLst>
                                        </p:cTn>
                                        <p:tgtEl>
                                          <p:spTgt spid="33"/>
                                        </p:tgtEl>
                                        <p:attrNameLst>
                                          <p:attrName>style.visibility</p:attrName>
                                        </p:attrNameLst>
                                      </p:cBhvr>
                                      <p:to>
                                        <p:strVal val="visible"/>
                                      </p:to>
                                    </p:set>
                                    <p:animEffect transition="in" filter="fade">
                                      <p:cBhvr>
                                        <p:cTn id="60" dur="500"/>
                                        <p:tgtEl>
                                          <p:spTgt spid="33"/>
                                        </p:tgtEl>
                                      </p:cBhvr>
                                    </p:animEffect>
                                  </p:childTnLst>
                                </p:cTn>
                              </p:par>
                              <p:par>
                                <p:cTn id="61" presetID="26" presetClass="emph" presetSubtype="0" repeatCount="indefinite" fill="hold" grpId="0" nodeType="withEffect">
                                  <p:stCondLst>
                                    <p:cond delay="10000"/>
                                  </p:stCondLst>
                                  <p:childTnLst>
                                    <p:animEffect transition="out" filter="fade">
                                      <p:cBhvr>
                                        <p:cTn id="62" dur="1000" tmFilter="0, 0; .2, .5; .8, .5; 1, 0"/>
                                        <p:tgtEl>
                                          <p:spTgt spid="221"/>
                                        </p:tgtEl>
                                      </p:cBhvr>
                                    </p:animEffect>
                                    <p:animScale>
                                      <p:cBhvr>
                                        <p:cTn id="63" dur="500" autoRev="1" fill="hold"/>
                                        <p:tgtEl>
                                          <p:spTgt spid="221"/>
                                        </p:tgtEl>
                                      </p:cBhvr>
                                      <p:by x="105000" y="105000"/>
                                    </p:animScale>
                                  </p:childTnLst>
                                </p:cTn>
                              </p:par>
                              <p:par>
                                <p:cTn id="64" presetID="16" presetClass="entr" presetSubtype="21" repeatCount="indefinite" fill="hold" grpId="0" nodeType="withEffect">
                                  <p:stCondLst>
                                    <p:cond delay="10000"/>
                                  </p:stCondLst>
                                  <p:childTnLst>
                                    <p:set>
                                      <p:cBhvr>
                                        <p:cTn id="65" dur="1" fill="hold">
                                          <p:stCondLst>
                                            <p:cond delay="0"/>
                                          </p:stCondLst>
                                        </p:cTn>
                                        <p:tgtEl>
                                          <p:spTgt spid="72"/>
                                        </p:tgtEl>
                                        <p:attrNameLst>
                                          <p:attrName>style.visibility</p:attrName>
                                        </p:attrNameLst>
                                      </p:cBhvr>
                                      <p:to>
                                        <p:strVal val="visible"/>
                                      </p:to>
                                    </p:set>
                                    <p:animEffect transition="in" filter="barn(inVertical)">
                                      <p:cBhvr>
                                        <p:cTn id="66" dur="10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 grpId="0" animBg="1"/>
      <p:bldP spid="221" grpId="1" animBg="1"/>
      <p:bldP spid="222" grpId="0" animBg="1"/>
      <p:bldP spid="222" grpId="1" animBg="1"/>
      <p:bldP spid="220" grpId="0" animBg="1"/>
      <p:bldP spid="220" grpId="1" animBg="1"/>
      <p:bldP spid="223" grpId="0" animBg="1"/>
      <p:bldP spid="223" grpId="1" animBg="1"/>
      <p:bldP spid="20" grpId="0" animBg="1"/>
      <p:bldP spid="59" grpId="0" animBg="1"/>
      <p:bldP spid="60" grpId="0" animBg="1"/>
      <p:bldP spid="72" grpId="0" animBg="1"/>
      <p:bldP spid="6" grpId="0" animBg="1"/>
      <p:bldP spid="31" grpId="0" animBg="1"/>
      <p:bldP spid="33" grpId="0" animBg="1"/>
      <p:bldP spid="3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Goals for device provisioning with Azure IoT</a:t>
            </a:r>
          </a:p>
        </p:txBody>
      </p:sp>
      <p:sp>
        <p:nvSpPr>
          <p:cNvPr id="3" name="Text Placeholder 4"/>
          <p:cNvSpPr txBox="1">
            <a:spLocks/>
          </p:cNvSpPr>
          <p:nvPr/>
        </p:nvSpPr>
        <p:spPr>
          <a:xfrm>
            <a:off x="274639" y="1204784"/>
            <a:ext cx="8229599" cy="1783080"/>
          </a:xfrm>
          <a:prstGeom prst="rect">
            <a:avLst/>
          </a:prstGeom>
          <a:solidFill>
            <a:schemeClr val="tx1">
              <a:alpha val="13000"/>
            </a:schemeClr>
          </a:solidFill>
        </p:spPr>
        <p:txBody>
          <a:bodyPr wrap="square" lIns="182880" tIns="146304" rIns="182880" bIns="146304" anchor="t"/>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200" spc="-70" dirty="0">
                <a:gradFill>
                  <a:gsLst>
                    <a:gs pos="5417">
                      <a:schemeClr val="tx1"/>
                    </a:gs>
                    <a:gs pos="28000">
                      <a:schemeClr val="tx1"/>
                    </a:gs>
                  </a:gsLst>
                  <a:lin ang="5400000" scaled="0"/>
                </a:gradFill>
                <a:latin typeface="Segoe UI Light"/>
              </a:rPr>
              <a:t>Securely automate the provisioning process</a:t>
            </a:r>
          </a:p>
          <a:p>
            <a:r>
              <a:rPr lang="en-US" sz="2000" spc="-70" dirty="0">
                <a:gradFill>
                  <a:gsLst>
                    <a:gs pos="5417">
                      <a:schemeClr val="tx1"/>
                    </a:gs>
                    <a:gs pos="28000">
                      <a:schemeClr val="tx1"/>
                    </a:gs>
                  </a:gsLst>
                  <a:lin ang="5400000" scaled="0"/>
                </a:gradFill>
                <a:latin typeface="Segoe UI" panose="020B0502040204020203" pitchFamily="34" charset="0"/>
                <a:cs typeface="Segoe UI" panose="020B0502040204020203" pitchFamily="34" charset="0"/>
              </a:rPr>
              <a:t>Devices are automatically and securely connected to the IoT Hub service and provisioned with an initial configuration</a:t>
            </a:r>
          </a:p>
        </p:txBody>
      </p:sp>
      <p:sp>
        <p:nvSpPr>
          <p:cNvPr id="4" name="Text Placeholder 4"/>
          <p:cNvSpPr txBox="1">
            <a:spLocks/>
          </p:cNvSpPr>
          <p:nvPr/>
        </p:nvSpPr>
        <p:spPr>
          <a:xfrm>
            <a:off x="274639" y="3035742"/>
            <a:ext cx="8229599" cy="1783080"/>
          </a:xfrm>
          <a:prstGeom prst="rect">
            <a:avLst/>
          </a:prstGeom>
          <a:solidFill>
            <a:schemeClr val="tx1">
              <a:alpha val="13000"/>
            </a:schemeClr>
          </a:solidFill>
        </p:spPr>
        <p:txBody>
          <a:bodyPr wrap="square" lIns="182880" tIns="146304" rIns="182880" bIns="146304" anchor="t"/>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r>
              <a:rPr lang="en-US" sz="3200" dirty="0">
                <a:latin typeface="Segoe UI Light" panose="020B0502040204020203" pitchFamily="34" charset="0"/>
                <a:cs typeface="Segoe UI Light" panose="020B0502040204020203" pitchFamily="34" charset="0"/>
              </a:rPr>
              <a:t>Multitenancy support</a:t>
            </a:r>
          </a:p>
          <a:p>
            <a:pPr lvl="0"/>
            <a:r>
              <a:rPr lang="en-US" sz="2000" dirty="0">
                <a:latin typeface="Segoe UI" panose="020B0502040204020203" pitchFamily="34" charset="0"/>
                <a:cs typeface="Segoe UI" panose="020B0502040204020203" pitchFamily="34" charset="0"/>
              </a:rPr>
              <a:t>A single DPS can provide service for multiple IoT hubs (in multiple regions)</a:t>
            </a:r>
          </a:p>
        </p:txBody>
      </p:sp>
      <p:sp>
        <p:nvSpPr>
          <p:cNvPr id="5" name="Text Placeholder 4"/>
          <p:cNvSpPr txBox="1">
            <a:spLocks/>
          </p:cNvSpPr>
          <p:nvPr/>
        </p:nvSpPr>
        <p:spPr>
          <a:xfrm>
            <a:off x="274639" y="4866703"/>
            <a:ext cx="8229599" cy="1828800"/>
          </a:xfrm>
          <a:prstGeom prst="rect">
            <a:avLst/>
          </a:prstGeom>
          <a:solidFill>
            <a:schemeClr val="tx1">
              <a:alpha val="13000"/>
            </a:schemeClr>
          </a:solidFill>
        </p:spPr>
        <p:txBody>
          <a:bodyPr wrap="square" lIns="182880" tIns="146304" rIns="182880" bIns="146304" anchor="t"/>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200" spc="-70" dirty="0">
                <a:gradFill>
                  <a:gsLst>
                    <a:gs pos="5417">
                      <a:schemeClr val="tx1"/>
                    </a:gs>
                    <a:gs pos="28000">
                      <a:schemeClr val="tx1"/>
                    </a:gs>
                  </a:gsLst>
                  <a:lin ang="5400000" scaled="0"/>
                </a:gradFill>
                <a:latin typeface="Segoe UI Light"/>
              </a:rPr>
              <a:t>Flexible device assignment</a:t>
            </a:r>
          </a:p>
          <a:p>
            <a:r>
              <a:rPr lang="en-US" sz="2000" spc="-70" dirty="0">
                <a:gradFill>
                  <a:gsLst>
                    <a:gs pos="5417">
                      <a:schemeClr val="tx1"/>
                    </a:gs>
                    <a:gs pos="28000">
                      <a:schemeClr val="tx1"/>
                    </a:gs>
                  </a:gsLst>
                  <a:lin ang="5400000" scaled="0"/>
                </a:gradFill>
                <a:latin typeface="Segoe UI" panose="020B0502040204020203" pitchFamily="34" charset="0"/>
                <a:cs typeface="Segoe UI" panose="020B0502040204020203" pitchFamily="34" charset="0"/>
              </a:rPr>
              <a:t>Customers provide rules and logic to assure the right device is attached to the right IoT solution (and associated IoT Hub)</a:t>
            </a:r>
            <a:endParaRPr lang="en-US" sz="3200" spc="-70" dirty="0">
              <a:gradFill>
                <a:gsLst>
                  <a:gs pos="5417">
                    <a:schemeClr val="tx1"/>
                  </a:gs>
                  <a:gs pos="28000">
                    <a:schemeClr val="tx1"/>
                  </a:gs>
                </a:gsLst>
                <a:lin ang="5400000" scaled="0"/>
              </a:gradFill>
              <a:latin typeface="Segoe UI" panose="020B0502040204020203" pitchFamily="34" charset="0"/>
              <a:cs typeface="Segoe UI" panose="020B0502040204020203" pitchFamily="34" charset="0"/>
            </a:endParaRPr>
          </a:p>
        </p:txBody>
      </p:sp>
      <p:sp>
        <p:nvSpPr>
          <p:cNvPr id="6" name="Rectangle 5">
            <a:extLst>
              <a:ext uri="{FF2B5EF4-FFF2-40B4-BE49-F238E27FC236}">
                <a16:creationId xmlns:a16="http://schemas.microsoft.com/office/drawing/2014/main" id="{DF4947B2-0196-4211-A4E1-E3267DB1FBAB}"/>
              </a:ext>
            </a:extLst>
          </p:cNvPr>
          <p:cNvSpPr/>
          <p:nvPr/>
        </p:nvSpPr>
        <p:spPr bwMode="auto">
          <a:xfrm>
            <a:off x="8580437" y="1212849"/>
            <a:ext cx="3657600" cy="54864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7" name="Picture 6">
            <a:extLst>
              <a:ext uri="{FF2B5EF4-FFF2-40B4-BE49-F238E27FC236}">
                <a16:creationId xmlns:a16="http://schemas.microsoft.com/office/drawing/2014/main" id="{379A5BDA-0F14-497B-8790-F12B36009E21}"/>
              </a:ext>
            </a:extLst>
          </p:cNvPr>
          <p:cNvPicPr>
            <a:picLocks noChangeAspect="1"/>
          </p:cNvPicPr>
          <p:nvPr/>
        </p:nvPicPr>
        <p:blipFill rotWithShape="1">
          <a:blip r:embed="rId3">
            <a:biLevel thresh="25000"/>
            <a:extLst>
              <a:ext uri="{28A0092B-C50C-407E-A947-70E740481C1C}">
                <a14:useLocalDpi xmlns:a14="http://schemas.microsoft.com/office/drawing/2010/main" val="0"/>
              </a:ext>
            </a:extLst>
          </a:blip>
          <a:srcRect l="25154" r="24205"/>
          <a:stretch/>
        </p:blipFill>
        <p:spPr>
          <a:xfrm>
            <a:off x="9380601" y="2936216"/>
            <a:ext cx="2057271" cy="2039665"/>
          </a:xfrm>
          <a:prstGeom prst="rect">
            <a:avLst/>
          </a:prstGeom>
        </p:spPr>
      </p:pic>
    </p:spTree>
    <p:extLst>
      <p:ext uri="{BB962C8B-B14F-4D97-AF65-F5344CB8AC3E}">
        <p14:creationId xmlns:p14="http://schemas.microsoft.com/office/powerpoint/2010/main" val="32616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selection of scenarios</a:t>
            </a:r>
          </a:p>
        </p:txBody>
      </p:sp>
      <p:sp>
        <p:nvSpPr>
          <p:cNvPr id="17" name="Rectangle 16"/>
          <p:cNvSpPr/>
          <p:nvPr/>
        </p:nvSpPr>
        <p:spPr bwMode="auto">
          <a:xfrm>
            <a:off x="274638" y="1851354"/>
            <a:ext cx="2331720" cy="54862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lang="en-US" sz="2000" dirty="0">
                <a:gradFill>
                  <a:gsLst>
                    <a:gs pos="0">
                      <a:srgbClr val="FFFFFF"/>
                    </a:gs>
                    <a:gs pos="100000">
                      <a:srgbClr val="FFFFFF"/>
                    </a:gs>
                  </a:gsLst>
                  <a:lin ang="5400000" scaled="0"/>
                </a:gradFill>
                <a:ea typeface="Segoe UI" pitchFamily="34" charset="0"/>
                <a:cs typeface="Segoe UI" pitchFamily="34" charset="0"/>
              </a:rPr>
              <a:t>Initial connection</a:t>
            </a:r>
          </a:p>
        </p:txBody>
      </p:sp>
      <p:sp>
        <p:nvSpPr>
          <p:cNvPr id="19" name="Rectangle 18"/>
          <p:cNvSpPr/>
          <p:nvPr/>
        </p:nvSpPr>
        <p:spPr bwMode="auto">
          <a:xfrm>
            <a:off x="2652026" y="1851354"/>
            <a:ext cx="2331720" cy="54862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lang="en-US" sz="2000" dirty="0">
                <a:gradFill>
                  <a:gsLst>
                    <a:gs pos="0">
                      <a:srgbClr val="FFFFFF"/>
                    </a:gs>
                    <a:gs pos="100000">
                      <a:srgbClr val="FFFFFF"/>
                    </a:gs>
                  </a:gsLst>
                  <a:lin ang="5400000" scaled="0"/>
                </a:gradFill>
                <a:cs typeface="Segoe UI" pitchFamily="34" charset="0"/>
              </a:rPr>
              <a:t>Load balancing</a:t>
            </a:r>
          </a:p>
        </p:txBody>
      </p:sp>
      <p:sp>
        <p:nvSpPr>
          <p:cNvPr id="21" name="Rectangle 20"/>
          <p:cNvSpPr/>
          <p:nvPr/>
        </p:nvSpPr>
        <p:spPr bwMode="auto">
          <a:xfrm>
            <a:off x="5029415" y="1851354"/>
            <a:ext cx="2331720" cy="54862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lang="en-US" sz="2000" dirty="0">
                <a:gradFill>
                  <a:gsLst>
                    <a:gs pos="0">
                      <a:srgbClr val="FFFFFF"/>
                    </a:gs>
                    <a:gs pos="100000">
                      <a:srgbClr val="FFFFFF"/>
                    </a:gs>
                  </a:gsLst>
                  <a:lin ang="5400000" scaled="0"/>
                </a:gradFill>
                <a:cs typeface="Segoe UI" pitchFamily="34" charset="0"/>
              </a:rPr>
              <a:t>Ownership based</a:t>
            </a:r>
          </a:p>
        </p:txBody>
      </p:sp>
      <p:sp>
        <p:nvSpPr>
          <p:cNvPr id="23" name="Rectangle 22"/>
          <p:cNvSpPr/>
          <p:nvPr/>
        </p:nvSpPr>
        <p:spPr bwMode="auto">
          <a:xfrm>
            <a:off x="7407061" y="1851354"/>
            <a:ext cx="2331720" cy="54862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lang="en-US" sz="2000" dirty="0">
                <a:gradFill>
                  <a:gsLst>
                    <a:gs pos="0">
                      <a:srgbClr val="FFFFFF"/>
                    </a:gs>
                    <a:gs pos="100000">
                      <a:srgbClr val="FFFFFF"/>
                    </a:gs>
                  </a:gsLst>
                  <a:lin ang="5400000" scaled="0"/>
                </a:gradFill>
                <a:cs typeface="Segoe UI" pitchFamily="34" charset="0"/>
              </a:rPr>
              <a:t>Location based</a:t>
            </a:r>
          </a:p>
        </p:txBody>
      </p:sp>
      <p:sp>
        <p:nvSpPr>
          <p:cNvPr id="25" name="Rectangle 24"/>
          <p:cNvSpPr/>
          <p:nvPr/>
        </p:nvSpPr>
        <p:spPr bwMode="auto">
          <a:xfrm>
            <a:off x="9784450" y="1851353"/>
            <a:ext cx="2377388" cy="54862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lang="en-US" sz="2000" dirty="0">
                <a:gradFill>
                  <a:gsLst>
                    <a:gs pos="0">
                      <a:srgbClr val="FFFFFF"/>
                    </a:gs>
                    <a:gs pos="100000">
                      <a:srgbClr val="FFFFFF"/>
                    </a:gs>
                  </a:gsLst>
                  <a:lin ang="5400000" scaled="0"/>
                </a:gradFill>
                <a:cs typeface="Segoe UI" pitchFamily="34" charset="0"/>
              </a:rPr>
              <a:t>Re-provisioning</a:t>
            </a:r>
          </a:p>
        </p:txBody>
      </p:sp>
      <p:sp>
        <p:nvSpPr>
          <p:cNvPr id="32" name="TextBox 31"/>
          <p:cNvSpPr txBox="1"/>
          <p:nvPr/>
        </p:nvSpPr>
        <p:spPr>
          <a:xfrm>
            <a:off x="274638" y="2399973"/>
            <a:ext cx="2331720" cy="3657600"/>
          </a:xfrm>
          <a:prstGeom prst="rect">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46304" rIns="182880" bIns="146304" rtlCol="0" anchor="t"/>
          <a:lstStyle>
            <a:defPPr>
              <a:defRPr lang="en-US"/>
            </a:defPPr>
            <a:lvl1pPr algn="ctr">
              <a:defRPr>
                <a:gradFill>
                  <a:gsLst>
                    <a:gs pos="0">
                      <a:srgbClr val="000000"/>
                    </a:gs>
                    <a:gs pos="100000">
                      <a:srgbClr val="000000"/>
                    </a:gs>
                  </a:gsLst>
                  <a:lin ang="5400000" scaled="0"/>
                </a:gra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932472" fontAlgn="base">
              <a:spcBef>
                <a:spcPct val="0"/>
              </a:spcBef>
              <a:spcAft>
                <a:spcPct val="0"/>
              </a:spcAft>
            </a:pPr>
            <a:r>
              <a:rPr lang="en-US" dirty="0">
                <a:gradFill>
                  <a:gsLst>
                    <a:gs pos="14159">
                      <a:srgbClr val="505050"/>
                    </a:gs>
                    <a:gs pos="38000">
                      <a:srgbClr val="505050"/>
                    </a:gs>
                  </a:gsLst>
                  <a:lin ang="5400000" scaled="0"/>
                </a:gradFill>
                <a:ea typeface="Segoe UI" pitchFamily="34" charset="0"/>
                <a:cs typeface="Segoe UI" pitchFamily="34" charset="0"/>
              </a:rPr>
              <a:t>Zero-touch provisioning to a single IoT solution</a:t>
            </a:r>
          </a:p>
        </p:txBody>
      </p:sp>
      <p:sp>
        <p:nvSpPr>
          <p:cNvPr id="33" name="TextBox 32"/>
          <p:cNvSpPr txBox="1"/>
          <p:nvPr/>
        </p:nvSpPr>
        <p:spPr>
          <a:xfrm>
            <a:off x="2652091" y="2399972"/>
            <a:ext cx="2331720" cy="3657600"/>
          </a:xfrm>
          <a:prstGeom prst="rect">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46304" rIns="182880" bIns="146304" rtlCol="0" anchor="t"/>
          <a:lstStyle>
            <a:defPPr>
              <a:defRPr lang="en-US"/>
            </a:defPPr>
            <a:lvl1pPr defTabSz="932472" fontAlgn="base">
              <a:spcBef>
                <a:spcPct val="0"/>
              </a:spcBef>
              <a:spcAft>
                <a:spcPct val="0"/>
              </a:spcAft>
              <a:defRPr>
                <a:gradFill>
                  <a:gsLst>
                    <a:gs pos="0">
                      <a:srgbClr val="FFFFFF"/>
                    </a:gs>
                    <a:gs pos="100000">
                      <a:srgbClr val="FFFFFF"/>
                    </a:gs>
                  </a:gsLst>
                  <a:lin ang="5400000" scaled="0"/>
                </a:gradFill>
                <a:ea typeface="Segoe UI" pitchFamily="34" charset="0"/>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gradFill>
                  <a:gsLst>
                    <a:gs pos="14159">
                      <a:srgbClr val="505050"/>
                    </a:gs>
                    <a:gs pos="38000">
                      <a:srgbClr val="505050"/>
                    </a:gs>
                  </a:gsLst>
                  <a:lin ang="5400000" scaled="0"/>
                </a:gradFill>
              </a:rPr>
              <a:t>Across multiple hubs</a:t>
            </a:r>
          </a:p>
        </p:txBody>
      </p:sp>
      <p:sp>
        <p:nvSpPr>
          <p:cNvPr id="34" name="TextBox 33"/>
          <p:cNvSpPr txBox="1"/>
          <p:nvPr/>
        </p:nvSpPr>
        <p:spPr>
          <a:xfrm>
            <a:off x="5029544" y="2399972"/>
            <a:ext cx="2331720" cy="3657600"/>
          </a:xfrm>
          <a:prstGeom prst="rect">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46304" rIns="182880" bIns="146304" rtlCol="0" anchor="t"/>
          <a:lstStyle>
            <a:defPPr>
              <a:defRPr lang="en-US"/>
            </a:defPPr>
            <a:lvl1pPr defTabSz="932472" fontAlgn="base">
              <a:spcBef>
                <a:spcPct val="0"/>
              </a:spcBef>
              <a:spcAft>
                <a:spcPct val="0"/>
              </a:spcAft>
              <a:defRPr>
                <a:gradFill>
                  <a:gsLst>
                    <a:gs pos="0">
                      <a:srgbClr val="FFFFFF"/>
                    </a:gs>
                    <a:gs pos="100000">
                      <a:srgbClr val="FFFFFF"/>
                    </a:gs>
                  </a:gsLst>
                  <a:lin ang="5400000" scaled="0"/>
                </a:gradFill>
                <a:ea typeface="Segoe UI" pitchFamily="34" charset="0"/>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gradFill>
                  <a:gsLst>
                    <a:gs pos="14159">
                      <a:srgbClr val="505050"/>
                    </a:gs>
                    <a:gs pos="38000">
                      <a:srgbClr val="505050"/>
                    </a:gs>
                  </a:gsLst>
                  <a:lin ang="5400000" scaled="0"/>
                </a:gradFill>
              </a:rPr>
              <a:t>Connecting devices to their owner’s IoT solution based on sales transaction data</a:t>
            </a:r>
          </a:p>
        </p:txBody>
      </p:sp>
      <p:sp>
        <p:nvSpPr>
          <p:cNvPr id="35" name="TextBox 34"/>
          <p:cNvSpPr txBox="1"/>
          <p:nvPr/>
        </p:nvSpPr>
        <p:spPr>
          <a:xfrm>
            <a:off x="7406997" y="2399972"/>
            <a:ext cx="2331720" cy="3657600"/>
          </a:xfrm>
          <a:prstGeom prst="rect">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46304" rIns="182880" bIns="146304" rtlCol="0" anchor="t"/>
          <a:lstStyle>
            <a:defPPr>
              <a:defRPr lang="en-US"/>
            </a:defPPr>
            <a:lvl1pPr defTabSz="932472" fontAlgn="base">
              <a:spcBef>
                <a:spcPct val="0"/>
              </a:spcBef>
              <a:spcAft>
                <a:spcPct val="0"/>
              </a:spcAft>
              <a:defRPr>
                <a:gradFill>
                  <a:gsLst>
                    <a:gs pos="0">
                      <a:srgbClr val="FFFFFF"/>
                    </a:gs>
                    <a:gs pos="100000">
                      <a:srgbClr val="FFFFFF"/>
                    </a:gs>
                  </a:gsLst>
                  <a:lin ang="5400000" scaled="0"/>
                </a:gradFill>
                <a:ea typeface="Segoe UI" pitchFamily="34" charset="0"/>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gradFill>
                  <a:gsLst>
                    <a:gs pos="14159">
                      <a:srgbClr val="505050"/>
                    </a:gs>
                    <a:gs pos="38000">
                      <a:srgbClr val="505050"/>
                    </a:gs>
                  </a:gsLst>
                  <a:lin ang="5400000" scaled="0"/>
                </a:gradFill>
              </a:rPr>
              <a:t>Connecting a device to the IoT hub with the lowest latency</a:t>
            </a:r>
          </a:p>
        </p:txBody>
      </p:sp>
      <p:sp>
        <p:nvSpPr>
          <p:cNvPr id="36" name="TextBox 35"/>
          <p:cNvSpPr txBox="1"/>
          <p:nvPr/>
        </p:nvSpPr>
        <p:spPr>
          <a:xfrm>
            <a:off x="9784450" y="2399972"/>
            <a:ext cx="2377388" cy="3657600"/>
          </a:xfrm>
          <a:prstGeom prst="rect">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46304" rIns="182880" bIns="146304" rtlCol="0" anchor="t"/>
          <a:lstStyle>
            <a:defPPr>
              <a:defRPr lang="en-US"/>
            </a:defPPr>
            <a:lvl1pPr defTabSz="932472" fontAlgn="base">
              <a:spcBef>
                <a:spcPct val="0"/>
              </a:spcBef>
              <a:spcAft>
                <a:spcPct val="0"/>
              </a:spcAft>
              <a:defRPr>
                <a:gradFill>
                  <a:gsLst>
                    <a:gs pos="0">
                      <a:srgbClr val="FFFFFF"/>
                    </a:gs>
                    <a:gs pos="100000">
                      <a:srgbClr val="FFFFFF"/>
                    </a:gs>
                  </a:gsLst>
                  <a:lin ang="5400000" scaled="0"/>
                </a:gradFill>
                <a:ea typeface="Segoe UI" pitchFamily="34" charset="0"/>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gradFill>
                  <a:gsLst>
                    <a:gs pos="14159">
                      <a:srgbClr val="505050"/>
                    </a:gs>
                    <a:gs pos="38000">
                      <a:srgbClr val="505050"/>
                    </a:gs>
                  </a:gsLst>
                  <a:lin ang="5400000" scaled="0"/>
                </a:gradFill>
              </a:rPr>
              <a:t>Based on a change in the device, e.g. change of ownership</a:t>
            </a:r>
          </a:p>
        </p:txBody>
      </p:sp>
      <p:sp>
        <p:nvSpPr>
          <p:cNvPr id="53" name="people_12" descr="Group, partners, collaboration&#10;">
            <a:extLst>
              <a:ext uri="{FF2B5EF4-FFF2-40B4-BE49-F238E27FC236}">
                <a16:creationId xmlns:a16="http://schemas.microsoft.com/office/drawing/2014/main" id="{2561194F-82E9-4F20-8E98-10965929AA22}"/>
              </a:ext>
            </a:extLst>
          </p:cNvPr>
          <p:cNvSpPr>
            <a:spLocks noChangeAspect="1" noEditPoints="1"/>
          </p:cNvSpPr>
          <p:nvPr/>
        </p:nvSpPr>
        <p:spPr bwMode="auto">
          <a:xfrm>
            <a:off x="5659395" y="4682132"/>
            <a:ext cx="1071760" cy="914400"/>
          </a:xfrm>
          <a:custGeom>
            <a:avLst/>
            <a:gdLst>
              <a:gd name="T0" fmla="*/ 110 w 349"/>
              <a:gd name="T1" fmla="*/ 142 h 296"/>
              <a:gd name="T2" fmla="*/ 174 w 349"/>
              <a:gd name="T3" fmla="*/ 78 h 296"/>
              <a:gd name="T4" fmla="*/ 238 w 349"/>
              <a:gd name="T5" fmla="*/ 142 h 296"/>
              <a:gd name="T6" fmla="*/ 174 w 349"/>
              <a:gd name="T7" fmla="*/ 206 h 296"/>
              <a:gd name="T8" fmla="*/ 110 w 349"/>
              <a:gd name="T9" fmla="*/ 142 h 296"/>
              <a:gd name="T10" fmla="*/ 264 w 349"/>
              <a:gd name="T11" fmla="*/ 296 h 296"/>
              <a:gd name="T12" fmla="*/ 174 w 349"/>
              <a:gd name="T13" fmla="*/ 207 h 296"/>
              <a:gd name="T14" fmla="*/ 85 w 349"/>
              <a:gd name="T15" fmla="*/ 296 h 296"/>
              <a:gd name="T16" fmla="*/ 56 w 349"/>
              <a:gd name="T17" fmla="*/ 80 h 296"/>
              <a:gd name="T18" fmla="*/ 96 w 349"/>
              <a:gd name="T19" fmla="*/ 40 h 296"/>
              <a:gd name="T20" fmla="*/ 56 w 349"/>
              <a:gd name="T21" fmla="*/ 0 h 296"/>
              <a:gd name="T22" fmla="*/ 16 w 349"/>
              <a:gd name="T23" fmla="*/ 40 h 296"/>
              <a:gd name="T24" fmla="*/ 56 w 349"/>
              <a:gd name="T25" fmla="*/ 80 h 296"/>
              <a:gd name="T26" fmla="*/ 111 w 349"/>
              <a:gd name="T27" fmla="*/ 136 h 296"/>
              <a:gd name="T28" fmla="*/ 56 w 349"/>
              <a:gd name="T29" fmla="*/ 81 h 296"/>
              <a:gd name="T30" fmla="*/ 0 w 349"/>
              <a:gd name="T31" fmla="*/ 136 h 296"/>
              <a:gd name="T32" fmla="*/ 293 w 349"/>
              <a:gd name="T33" fmla="*/ 80 h 296"/>
              <a:gd name="T34" fmla="*/ 333 w 349"/>
              <a:gd name="T35" fmla="*/ 40 h 296"/>
              <a:gd name="T36" fmla="*/ 293 w 349"/>
              <a:gd name="T37" fmla="*/ 0 h 296"/>
              <a:gd name="T38" fmla="*/ 253 w 349"/>
              <a:gd name="T39" fmla="*/ 40 h 296"/>
              <a:gd name="T40" fmla="*/ 293 w 349"/>
              <a:gd name="T41" fmla="*/ 80 h 296"/>
              <a:gd name="T42" fmla="*/ 349 w 349"/>
              <a:gd name="T43" fmla="*/ 136 h 296"/>
              <a:gd name="T44" fmla="*/ 293 w 349"/>
              <a:gd name="T45" fmla="*/ 81 h 296"/>
              <a:gd name="T46" fmla="*/ 237 w 349"/>
              <a:gd name="T47" fmla="*/ 13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9" h="296">
                <a:moveTo>
                  <a:pt x="110" y="142"/>
                </a:moveTo>
                <a:cubicBezTo>
                  <a:pt x="110" y="107"/>
                  <a:pt x="139" y="78"/>
                  <a:pt x="174" y="78"/>
                </a:cubicBezTo>
                <a:cubicBezTo>
                  <a:pt x="210" y="78"/>
                  <a:pt x="238" y="107"/>
                  <a:pt x="238" y="142"/>
                </a:cubicBezTo>
                <a:cubicBezTo>
                  <a:pt x="238" y="177"/>
                  <a:pt x="210" y="206"/>
                  <a:pt x="174" y="206"/>
                </a:cubicBezTo>
                <a:cubicBezTo>
                  <a:pt x="139" y="206"/>
                  <a:pt x="110" y="177"/>
                  <a:pt x="110" y="142"/>
                </a:cubicBezTo>
                <a:close/>
                <a:moveTo>
                  <a:pt x="264" y="296"/>
                </a:moveTo>
                <a:cubicBezTo>
                  <a:pt x="264" y="247"/>
                  <a:pt x="224" y="207"/>
                  <a:pt x="174" y="207"/>
                </a:cubicBezTo>
                <a:cubicBezTo>
                  <a:pt x="125" y="207"/>
                  <a:pt x="85" y="247"/>
                  <a:pt x="85" y="296"/>
                </a:cubicBezTo>
                <a:moveTo>
                  <a:pt x="56" y="80"/>
                </a:moveTo>
                <a:cubicBezTo>
                  <a:pt x="78" y="80"/>
                  <a:pt x="96" y="62"/>
                  <a:pt x="96" y="40"/>
                </a:cubicBezTo>
                <a:cubicBezTo>
                  <a:pt x="96" y="18"/>
                  <a:pt x="78" y="0"/>
                  <a:pt x="56" y="0"/>
                </a:cubicBezTo>
                <a:cubicBezTo>
                  <a:pt x="34" y="0"/>
                  <a:pt x="16" y="18"/>
                  <a:pt x="16" y="40"/>
                </a:cubicBezTo>
                <a:cubicBezTo>
                  <a:pt x="16" y="62"/>
                  <a:pt x="34" y="80"/>
                  <a:pt x="56" y="80"/>
                </a:cubicBezTo>
                <a:close/>
                <a:moveTo>
                  <a:pt x="111" y="136"/>
                </a:moveTo>
                <a:cubicBezTo>
                  <a:pt x="111" y="106"/>
                  <a:pt x="86" y="81"/>
                  <a:pt x="56" y="81"/>
                </a:cubicBezTo>
                <a:cubicBezTo>
                  <a:pt x="25" y="81"/>
                  <a:pt x="0" y="106"/>
                  <a:pt x="0" y="136"/>
                </a:cubicBezTo>
                <a:moveTo>
                  <a:pt x="293" y="80"/>
                </a:moveTo>
                <a:cubicBezTo>
                  <a:pt x="315" y="80"/>
                  <a:pt x="333" y="62"/>
                  <a:pt x="333" y="40"/>
                </a:cubicBezTo>
                <a:cubicBezTo>
                  <a:pt x="333" y="18"/>
                  <a:pt x="315" y="0"/>
                  <a:pt x="293" y="0"/>
                </a:cubicBezTo>
                <a:cubicBezTo>
                  <a:pt x="271" y="0"/>
                  <a:pt x="253" y="18"/>
                  <a:pt x="253" y="40"/>
                </a:cubicBezTo>
                <a:cubicBezTo>
                  <a:pt x="253" y="62"/>
                  <a:pt x="271" y="80"/>
                  <a:pt x="293" y="80"/>
                </a:cubicBezTo>
                <a:close/>
                <a:moveTo>
                  <a:pt x="349" y="136"/>
                </a:moveTo>
                <a:cubicBezTo>
                  <a:pt x="349" y="106"/>
                  <a:pt x="324" y="81"/>
                  <a:pt x="293" y="81"/>
                </a:cubicBezTo>
                <a:cubicBezTo>
                  <a:pt x="262" y="81"/>
                  <a:pt x="237" y="106"/>
                  <a:pt x="237" y="136"/>
                </a:cubicBezTo>
              </a:path>
            </a:pathLst>
          </a:custGeom>
          <a:noFill/>
          <a:ln w="2540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4" name="globe_4" descr="Earth, planet, globe, global&#10;">
            <a:extLst>
              <a:ext uri="{FF2B5EF4-FFF2-40B4-BE49-F238E27FC236}">
                <a16:creationId xmlns:a16="http://schemas.microsoft.com/office/drawing/2014/main" id="{A174E960-3E4F-448E-B873-8CF27F83501A}"/>
              </a:ext>
            </a:extLst>
          </p:cNvPr>
          <p:cNvSpPr>
            <a:spLocks noChangeAspect="1" noEditPoints="1"/>
          </p:cNvSpPr>
          <p:nvPr/>
        </p:nvSpPr>
        <p:spPr bwMode="auto">
          <a:xfrm>
            <a:off x="8117207" y="4681782"/>
            <a:ext cx="911300" cy="914400"/>
          </a:xfrm>
          <a:custGeom>
            <a:avLst/>
            <a:gdLst>
              <a:gd name="T0" fmla="*/ 0 w 332"/>
              <a:gd name="T1" fmla="*/ 167 h 333"/>
              <a:gd name="T2" fmla="*/ 36 w 332"/>
              <a:gd name="T3" fmla="*/ 63 h 333"/>
              <a:gd name="T4" fmla="*/ 166 w 332"/>
              <a:gd name="T5" fmla="*/ 0 h 333"/>
              <a:gd name="T6" fmla="*/ 332 w 332"/>
              <a:gd name="T7" fmla="*/ 167 h 333"/>
              <a:gd name="T8" fmla="*/ 166 w 332"/>
              <a:gd name="T9" fmla="*/ 333 h 333"/>
              <a:gd name="T10" fmla="*/ 0 w 332"/>
              <a:gd name="T11" fmla="*/ 167 h 333"/>
              <a:gd name="T12" fmla="*/ 89 w 332"/>
              <a:gd name="T13" fmla="*/ 314 h 333"/>
              <a:gd name="T14" fmla="*/ 102 w 332"/>
              <a:gd name="T15" fmla="*/ 299 h 333"/>
              <a:gd name="T16" fmla="*/ 98 w 332"/>
              <a:gd name="T17" fmla="*/ 272 h 333"/>
              <a:gd name="T18" fmla="*/ 72 w 332"/>
              <a:gd name="T19" fmla="*/ 255 h 333"/>
              <a:gd name="T20" fmla="*/ 42 w 332"/>
              <a:gd name="T21" fmla="*/ 246 h 333"/>
              <a:gd name="T22" fmla="*/ 21 w 332"/>
              <a:gd name="T23" fmla="*/ 217 h 333"/>
              <a:gd name="T24" fmla="*/ 38 w 332"/>
              <a:gd name="T25" fmla="*/ 168 h 333"/>
              <a:gd name="T26" fmla="*/ 58 w 332"/>
              <a:gd name="T27" fmla="*/ 167 h 333"/>
              <a:gd name="T28" fmla="*/ 80 w 332"/>
              <a:gd name="T29" fmla="*/ 193 h 333"/>
              <a:gd name="T30" fmla="*/ 102 w 332"/>
              <a:gd name="T31" fmla="*/ 182 h 333"/>
              <a:gd name="T32" fmla="*/ 93 w 332"/>
              <a:gd name="T33" fmla="*/ 156 h 333"/>
              <a:gd name="T34" fmla="*/ 101 w 332"/>
              <a:gd name="T35" fmla="*/ 124 h 333"/>
              <a:gd name="T36" fmla="*/ 145 w 332"/>
              <a:gd name="T37" fmla="*/ 80 h 333"/>
              <a:gd name="T38" fmla="*/ 119 w 332"/>
              <a:gd name="T39" fmla="*/ 47 h 333"/>
              <a:gd name="T40" fmla="*/ 101 w 332"/>
              <a:gd name="T41" fmla="*/ 68 h 333"/>
              <a:gd name="T42" fmla="*/ 32 w 332"/>
              <a:gd name="T43" fmla="*/ 68 h 333"/>
              <a:gd name="T44" fmla="*/ 251 w 332"/>
              <a:gd name="T45" fmla="*/ 24 h 333"/>
              <a:gd name="T46" fmla="*/ 187 w 332"/>
              <a:gd name="T47" fmla="*/ 56 h 333"/>
              <a:gd name="T48" fmla="*/ 201 w 332"/>
              <a:gd name="T49" fmla="*/ 92 h 333"/>
              <a:gd name="T50" fmla="*/ 235 w 332"/>
              <a:gd name="T51" fmla="*/ 92 h 333"/>
              <a:gd name="T52" fmla="*/ 219 w 332"/>
              <a:gd name="T53" fmla="*/ 115 h 333"/>
              <a:gd name="T54" fmla="*/ 187 w 332"/>
              <a:gd name="T55" fmla="*/ 130 h 333"/>
              <a:gd name="T56" fmla="*/ 161 w 332"/>
              <a:gd name="T57" fmla="*/ 168 h 333"/>
              <a:gd name="T58" fmla="*/ 169 w 332"/>
              <a:gd name="T59" fmla="*/ 204 h 333"/>
              <a:gd name="T60" fmla="*/ 206 w 332"/>
              <a:gd name="T61" fmla="*/ 225 h 333"/>
              <a:gd name="T62" fmla="*/ 218 w 332"/>
              <a:gd name="T63" fmla="*/ 212 h 333"/>
              <a:gd name="T64" fmla="*/ 229 w 332"/>
              <a:gd name="T65" fmla="*/ 244 h 333"/>
              <a:gd name="T66" fmla="*/ 217 w 332"/>
              <a:gd name="T67" fmla="*/ 289 h 333"/>
              <a:gd name="T68" fmla="*/ 245 w 332"/>
              <a:gd name="T69" fmla="*/ 276 h 333"/>
              <a:gd name="T70" fmla="*/ 259 w 332"/>
              <a:gd name="T71" fmla="*/ 256 h 333"/>
              <a:gd name="T72" fmla="*/ 259 w 332"/>
              <a:gd name="T73" fmla="*/ 168 h 333"/>
              <a:gd name="T74" fmla="*/ 239 w 332"/>
              <a:gd name="T75" fmla="*/ 137 h 333"/>
              <a:gd name="T76" fmla="*/ 259 w 332"/>
              <a:gd name="T77" fmla="*/ 124 h 333"/>
              <a:gd name="T78" fmla="*/ 284 w 332"/>
              <a:gd name="T79" fmla="*/ 137 h 333"/>
              <a:gd name="T80" fmla="*/ 306 w 332"/>
              <a:gd name="T81" fmla="*/ 170 h 333"/>
              <a:gd name="T82" fmla="*/ 306 w 332"/>
              <a:gd name="T83" fmla="*/ 186 h 333"/>
              <a:gd name="T84" fmla="*/ 332 w 332"/>
              <a:gd name="T85" fmla="*/ 181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32" h="333">
                <a:moveTo>
                  <a:pt x="0" y="167"/>
                </a:moveTo>
                <a:cubicBezTo>
                  <a:pt x="0" y="128"/>
                  <a:pt x="13" y="92"/>
                  <a:pt x="36" y="63"/>
                </a:cubicBezTo>
                <a:cubicBezTo>
                  <a:pt x="66" y="25"/>
                  <a:pt x="113" y="0"/>
                  <a:pt x="166" y="0"/>
                </a:cubicBezTo>
                <a:cubicBezTo>
                  <a:pt x="258" y="0"/>
                  <a:pt x="332" y="75"/>
                  <a:pt x="332" y="167"/>
                </a:cubicBezTo>
                <a:cubicBezTo>
                  <a:pt x="332" y="258"/>
                  <a:pt x="258" y="333"/>
                  <a:pt x="166" y="333"/>
                </a:cubicBezTo>
                <a:cubicBezTo>
                  <a:pt x="74" y="333"/>
                  <a:pt x="0" y="258"/>
                  <a:pt x="0" y="167"/>
                </a:cubicBezTo>
                <a:close/>
                <a:moveTo>
                  <a:pt x="89" y="314"/>
                </a:moveTo>
                <a:cubicBezTo>
                  <a:pt x="102" y="299"/>
                  <a:pt x="102" y="299"/>
                  <a:pt x="102" y="299"/>
                </a:cubicBezTo>
                <a:cubicBezTo>
                  <a:pt x="98" y="272"/>
                  <a:pt x="98" y="272"/>
                  <a:pt x="98" y="272"/>
                </a:cubicBezTo>
                <a:cubicBezTo>
                  <a:pt x="72" y="255"/>
                  <a:pt x="72" y="255"/>
                  <a:pt x="72" y="255"/>
                </a:cubicBezTo>
                <a:cubicBezTo>
                  <a:pt x="42" y="246"/>
                  <a:pt x="42" y="246"/>
                  <a:pt x="42" y="246"/>
                </a:cubicBezTo>
                <a:cubicBezTo>
                  <a:pt x="21" y="217"/>
                  <a:pt x="21" y="217"/>
                  <a:pt x="21" y="217"/>
                </a:cubicBezTo>
                <a:cubicBezTo>
                  <a:pt x="38" y="168"/>
                  <a:pt x="38" y="168"/>
                  <a:pt x="38" y="168"/>
                </a:cubicBezTo>
                <a:cubicBezTo>
                  <a:pt x="58" y="167"/>
                  <a:pt x="58" y="167"/>
                  <a:pt x="58" y="167"/>
                </a:cubicBezTo>
                <a:cubicBezTo>
                  <a:pt x="80" y="193"/>
                  <a:pt x="80" y="193"/>
                  <a:pt x="80" y="193"/>
                </a:cubicBezTo>
                <a:cubicBezTo>
                  <a:pt x="102" y="182"/>
                  <a:pt x="102" y="182"/>
                  <a:pt x="102" y="182"/>
                </a:cubicBezTo>
                <a:cubicBezTo>
                  <a:pt x="93" y="156"/>
                  <a:pt x="93" y="156"/>
                  <a:pt x="93" y="156"/>
                </a:cubicBezTo>
                <a:cubicBezTo>
                  <a:pt x="101" y="124"/>
                  <a:pt x="101" y="124"/>
                  <a:pt x="101" y="124"/>
                </a:cubicBezTo>
                <a:cubicBezTo>
                  <a:pt x="145" y="80"/>
                  <a:pt x="145" y="80"/>
                  <a:pt x="145" y="80"/>
                </a:cubicBezTo>
                <a:cubicBezTo>
                  <a:pt x="119" y="47"/>
                  <a:pt x="119" y="47"/>
                  <a:pt x="119" y="47"/>
                </a:cubicBezTo>
                <a:cubicBezTo>
                  <a:pt x="101" y="68"/>
                  <a:pt x="101" y="68"/>
                  <a:pt x="101" y="68"/>
                </a:cubicBezTo>
                <a:cubicBezTo>
                  <a:pt x="32" y="68"/>
                  <a:pt x="32" y="68"/>
                  <a:pt x="32" y="68"/>
                </a:cubicBezTo>
                <a:moveTo>
                  <a:pt x="251" y="24"/>
                </a:moveTo>
                <a:cubicBezTo>
                  <a:pt x="187" y="56"/>
                  <a:pt x="187" y="56"/>
                  <a:pt x="187" y="56"/>
                </a:cubicBezTo>
                <a:cubicBezTo>
                  <a:pt x="201" y="92"/>
                  <a:pt x="201" y="92"/>
                  <a:pt x="201" y="92"/>
                </a:cubicBezTo>
                <a:cubicBezTo>
                  <a:pt x="235" y="92"/>
                  <a:pt x="235" y="92"/>
                  <a:pt x="235" y="92"/>
                </a:cubicBezTo>
                <a:cubicBezTo>
                  <a:pt x="219" y="115"/>
                  <a:pt x="219" y="115"/>
                  <a:pt x="219" y="115"/>
                </a:cubicBezTo>
                <a:cubicBezTo>
                  <a:pt x="187" y="130"/>
                  <a:pt x="187" y="130"/>
                  <a:pt x="187" y="130"/>
                </a:cubicBezTo>
                <a:cubicBezTo>
                  <a:pt x="161" y="168"/>
                  <a:pt x="161" y="168"/>
                  <a:pt x="161" y="168"/>
                </a:cubicBezTo>
                <a:cubicBezTo>
                  <a:pt x="169" y="204"/>
                  <a:pt x="169" y="204"/>
                  <a:pt x="169" y="204"/>
                </a:cubicBezTo>
                <a:cubicBezTo>
                  <a:pt x="206" y="225"/>
                  <a:pt x="206" y="225"/>
                  <a:pt x="206" y="225"/>
                </a:cubicBezTo>
                <a:cubicBezTo>
                  <a:pt x="218" y="212"/>
                  <a:pt x="218" y="212"/>
                  <a:pt x="218" y="212"/>
                </a:cubicBezTo>
                <a:cubicBezTo>
                  <a:pt x="229" y="244"/>
                  <a:pt x="229" y="244"/>
                  <a:pt x="229" y="244"/>
                </a:cubicBezTo>
                <a:cubicBezTo>
                  <a:pt x="217" y="289"/>
                  <a:pt x="217" y="289"/>
                  <a:pt x="217" y="289"/>
                </a:cubicBezTo>
                <a:cubicBezTo>
                  <a:pt x="245" y="276"/>
                  <a:pt x="245" y="276"/>
                  <a:pt x="245" y="276"/>
                </a:cubicBezTo>
                <a:cubicBezTo>
                  <a:pt x="259" y="256"/>
                  <a:pt x="259" y="256"/>
                  <a:pt x="259" y="256"/>
                </a:cubicBezTo>
                <a:cubicBezTo>
                  <a:pt x="259" y="168"/>
                  <a:pt x="259" y="168"/>
                  <a:pt x="259" y="168"/>
                </a:cubicBezTo>
                <a:cubicBezTo>
                  <a:pt x="239" y="137"/>
                  <a:pt x="239" y="137"/>
                  <a:pt x="239" y="137"/>
                </a:cubicBezTo>
                <a:cubicBezTo>
                  <a:pt x="259" y="124"/>
                  <a:pt x="259" y="124"/>
                  <a:pt x="259" y="124"/>
                </a:cubicBezTo>
                <a:cubicBezTo>
                  <a:pt x="284" y="137"/>
                  <a:pt x="284" y="137"/>
                  <a:pt x="284" y="137"/>
                </a:cubicBezTo>
                <a:cubicBezTo>
                  <a:pt x="306" y="170"/>
                  <a:pt x="306" y="170"/>
                  <a:pt x="306" y="170"/>
                </a:cubicBezTo>
                <a:cubicBezTo>
                  <a:pt x="306" y="186"/>
                  <a:pt x="306" y="186"/>
                  <a:pt x="306" y="186"/>
                </a:cubicBezTo>
                <a:cubicBezTo>
                  <a:pt x="332" y="181"/>
                  <a:pt x="332" y="181"/>
                  <a:pt x="332" y="181"/>
                </a:cubicBezTo>
              </a:path>
            </a:pathLst>
          </a:custGeom>
          <a:noFill/>
          <a:ln w="2540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900">
              <a:gradFill>
                <a:gsLst>
                  <a:gs pos="0">
                    <a:srgbClr val="505050"/>
                  </a:gs>
                  <a:gs pos="100000">
                    <a:srgbClr val="505050"/>
                  </a:gs>
                </a:gsLst>
                <a:lin ang="5400000" scaled="1"/>
              </a:gradFill>
            </a:endParaRPr>
          </a:p>
        </p:txBody>
      </p:sp>
      <p:sp>
        <p:nvSpPr>
          <p:cNvPr id="55" name="IoT_Hub" descr="IoT hub&#10;">
            <a:extLst>
              <a:ext uri="{FF2B5EF4-FFF2-40B4-BE49-F238E27FC236}">
                <a16:creationId xmlns:a16="http://schemas.microsoft.com/office/drawing/2014/main" id="{A863C8E9-E51C-4961-A33C-180A4C4AACB7}"/>
              </a:ext>
            </a:extLst>
          </p:cNvPr>
          <p:cNvSpPr>
            <a:spLocks noChangeAspect="1" noEditPoints="1"/>
          </p:cNvSpPr>
          <p:nvPr/>
        </p:nvSpPr>
        <p:spPr bwMode="auto">
          <a:xfrm>
            <a:off x="983298" y="4685974"/>
            <a:ext cx="914400" cy="914400"/>
          </a:xfrm>
          <a:custGeom>
            <a:avLst/>
            <a:gdLst>
              <a:gd name="T0" fmla="*/ 274 w 360"/>
              <a:gd name="T1" fmla="*/ 0 h 360"/>
              <a:gd name="T2" fmla="*/ 360 w 360"/>
              <a:gd name="T3" fmla="*/ 0 h 360"/>
              <a:gd name="T4" fmla="*/ 360 w 360"/>
              <a:gd name="T5" fmla="*/ 85 h 360"/>
              <a:gd name="T6" fmla="*/ 0 w 360"/>
              <a:gd name="T7" fmla="*/ 275 h 360"/>
              <a:gd name="T8" fmla="*/ 0 w 360"/>
              <a:gd name="T9" fmla="*/ 360 h 360"/>
              <a:gd name="T10" fmla="*/ 85 w 360"/>
              <a:gd name="T11" fmla="*/ 360 h 360"/>
              <a:gd name="T12" fmla="*/ 196 w 360"/>
              <a:gd name="T13" fmla="*/ 176 h 360"/>
              <a:gd name="T14" fmla="*/ 235 w 360"/>
              <a:gd name="T15" fmla="*/ 215 h 360"/>
              <a:gd name="T16" fmla="*/ 274 w 360"/>
              <a:gd name="T17" fmla="*/ 176 h 360"/>
              <a:gd name="T18" fmla="*/ 235 w 360"/>
              <a:gd name="T19" fmla="*/ 137 h 360"/>
              <a:gd name="T20" fmla="*/ 196 w 360"/>
              <a:gd name="T21" fmla="*/ 176 h 360"/>
              <a:gd name="T22" fmla="*/ 263 w 360"/>
              <a:gd name="T23" fmla="*/ 260 h 360"/>
              <a:gd name="T24" fmla="*/ 290 w 360"/>
              <a:gd name="T25" fmla="*/ 286 h 360"/>
              <a:gd name="T26" fmla="*/ 316 w 360"/>
              <a:gd name="T27" fmla="*/ 260 h 360"/>
              <a:gd name="T28" fmla="*/ 290 w 360"/>
              <a:gd name="T29" fmla="*/ 233 h 360"/>
              <a:gd name="T30" fmla="*/ 263 w 360"/>
              <a:gd name="T31" fmla="*/ 260 h 360"/>
              <a:gd name="T32" fmla="*/ 123 w 360"/>
              <a:gd name="T33" fmla="*/ 258 h 360"/>
              <a:gd name="T34" fmla="*/ 144 w 360"/>
              <a:gd name="T35" fmla="*/ 279 h 360"/>
              <a:gd name="T36" fmla="*/ 165 w 360"/>
              <a:gd name="T37" fmla="*/ 258 h 360"/>
              <a:gd name="T38" fmla="*/ 144 w 360"/>
              <a:gd name="T39" fmla="*/ 236 h 360"/>
              <a:gd name="T40" fmla="*/ 123 w 360"/>
              <a:gd name="T41" fmla="*/ 258 h 360"/>
              <a:gd name="T42" fmla="*/ 32 w 360"/>
              <a:gd name="T43" fmla="*/ 170 h 360"/>
              <a:gd name="T44" fmla="*/ 59 w 360"/>
              <a:gd name="T45" fmla="*/ 196 h 360"/>
              <a:gd name="T46" fmla="*/ 85 w 360"/>
              <a:gd name="T47" fmla="*/ 170 h 360"/>
              <a:gd name="T48" fmla="*/ 59 w 360"/>
              <a:gd name="T49" fmla="*/ 143 h 360"/>
              <a:gd name="T50" fmla="*/ 32 w 360"/>
              <a:gd name="T51" fmla="*/ 170 h 360"/>
              <a:gd name="T52" fmla="*/ 133 w 360"/>
              <a:gd name="T53" fmla="*/ 74 h 360"/>
              <a:gd name="T54" fmla="*/ 160 w 360"/>
              <a:gd name="T55" fmla="*/ 100 h 360"/>
              <a:gd name="T56" fmla="*/ 187 w 360"/>
              <a:gd name="T57" fmla="*/ 74 h 360"/>
              <a:gd name="T58" fmla="*/ 160 w 360"/>
              <a:gd name="T59" fmla="*/ 47 h 360"/>
              <a:gd name="T60" fmla="*/ 133 w 360"/>
              <a:gd name="T61" fmla="*/ 74 h 360"/>
              <a:gd name="T62" fmla="*/ 176 w 360"/>
              <a:gd name="T63" fmla="*/ 95 h 360"/>
              <a:gd name="T64" fmla="*/ 214 w 360"/>
              <a:gd name="T65" fmla="*/ 143 h 360"/>
              <a:gd name="T66" fmla="*/ 274 w 360"/>
              <a:gd name="T67" fmla="*/ 238 h 360"/>
              <a:gd name="T68" fmla="*/ 256 w 360"/>
              <a:gd name="T69" fmla="*/ 211 h 360"/>
              <a:gd name="T70" fmla="*/ 161 w 360"/>
              <a:gd name="T71" fmla="*/ 245 h 360"/>
              <a:gd name="T72" fmla="*/ 208 w 360"/>
              <a:gd name="T73" fmla="*/ 204 h 360"/>
              <a:gd name="T74" fmla="*/ 85 w 360"/>
              <a:gd name="T75" fmla="*/ 173 h 360"/>
              <a:gd name="T76" fmla="*/ 196 w 360"/>
              <a:gd name="T77" fmla="*/ 176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60" h="360">
                <a:moveTo>
                  <a:pt x="274" y="0"/>
                </a:moveTo>
                <a:cubicBezTo>
                  <a:pt x="360" y="0"/>
                  <a:pt x="360" y="0"/>
                  <a:pt x="360" y="0"/>
                </a:cubicBezTo>
                <a:cubicBezTo>
                  <a:pt x="360" y="85"/>
                  <a:pt x="360" y="85"/>
                  <a:pt x="360" y="85"/>
                </a:cubicBezTo>
                <a:moveTo>
                  <a:pt x="0" y="275"/>
                </a:moveTo>
                <a:cubicBezTo>
                  <a:pt x="0" y="360"/>
                  <a:pt x="0" y="360"/>
                  <a:pt x="0" y="360"/>
                </a:cubicBezTo>
                <a:cubicBezTo>
                  <a:pt x="85" y="360"/>
                  <a:pt x="85" y="360"/>
                  <a:pt x="85" y="360"/>
                </a:cubicBezTo>
                <a:moveTo>
                  <a:pt x="196" y="176"/>
                </a:moveTo>
                <a:cubicBezTo>
                  <a:pt x="196" y="198"/>
                  <a:pt x="213" y="215"/>
                  <a:pt x="235" y="215"/>
                </a:cubicBezTo>
                <a:cubicBezTo>
                  <a:pt x="256" y="215"/>
                  <a:pt x="274" y="198"/>
                  <a:pt x="274" y="176"/>
                </a:cubicBezTo>
                <a:cubicBezTo>
                  <a:pt x="274" y="155"/>
                  <a:pt x="256" y="137"/>
                  <a:pt x="235" y="137"/>
                </a:cubicBezTo>
                <a:cubicBezTo>
                  <a:pt x="213" y="137"/>
                  <a:pt x="196" y="155"/>
                  <a:pt x="196" y="176"/>
                </a:cubicBezTo>
                <a:close/>
                <a:moveTo>
                  <a:pt x="263" y="260"/>
                </a:moveTo>
                <a:cubicBezTo>
                  <a:pt x="263" y="274"/>
                  <a:pt x="275" y="286"/>
                  <a:pt x="290" y="286"/>
                </a:cubicBezTo>
                <a:cubicBezTo>
                  <a:pt x="304" y="286"/>
                  <a:pt x="316" y="274"/>
                  <a:pt x="316" y="260"/>
                </a:cubicBezTo>
                <a:cubicBezTo>
                  <a:pt x="316" y="245"/>
                  <a:pt x="304" y="233"/>
                  <a:pt x="290" y="233"/>
                </a:cubicBezTo>
                <a:cubicBezTo>
                  <a:pt x="275" y="233"/>
                  <a:pt x="263" y="245"/>
                  <a:pt x="263" y="260"/>
                </a:cubicBezTo>
                <a:close/>
                <a:moveTo>
                  <a:pt x="123" y="258"/>
                </a:moveTo>
                <a:cubicBezTo>
                  <a:pt x="123" y="270"/>
                  <a:pt x="132" y="279"/>
                  <a:pt x="144" y="279"/>
                </a:cubicBezTo>
                <a:cubicBezTo>
                  <a:pt x="156" y="279"/>
                  <a:pt x="165" y="270"/>
                  <a:pt x="165" y="258"/>
                </a:cubicBezTo>
                <a:cubicBezTo>
                  <a:pt x="165" y="246"/>
                  <a:pt x="156" y="236"/>
                  <a:pt x="144" y="236"/>
                </a:cubicBezTo>
                <a:cubicBezTo>
                  <a:pt x="132" y="236"/>
                  <a:pt x="123" y="246"/>
                  <a:pt x="123" y="258"/>
                </a:cubicBezTo>
                <a:close/>
                <a:moveTo>
                  <a:pt x="32" y="170"/>
                </a:moveTo>
                <a:cubicBezTo>
                  <a:pt x="32" y="184"/>
                  <a:pt x="44" y="196"/>
                  <a:pt x="59" y="196"/>
                </a:cubicBezTo>
                <a:cubicBezTo>
                  <a:pt x="73" y="196"/>
                  <a:pt x="85" y="184"/>
                  <a:pt x="85" y="170"/>
                </a:cubicBezTo>
                <a:cubicBezTo>
                  <a:pt x="85" y="155"/>
                  <a:pt x="73" y="143"/>
                  <a:pt x="59" y="143"/>
                </a:cubicBezTo>
                <a:cubicBezTo>
                  <a:pt x="44" y="143"/>
                  <a:pt x="32" y="155"/>
                  <a:pt x="32" y="170"/>
                </a:cubicBezTo>
                <a:close/>
                <a:moveTo>
                  <a:pt x="133" y="74"/>
                </a:moveTo>
                <a:cubicBezTo>
                  <a:pt x="133" y="88"/>
                  <a:pt x="145" y="100"/>
                  <a:pt x="160" y="100"/>
                </a:cubicBezTo>
                <a:cubicBezTo>
                  <a:pt x="175" y="100"/>
                  <a:pt x="187" y="88"/>
                  <a:pt x="187" y="74"/>
                </a:cubicBezTo>
                <a:cubicBezTo>
                  <a:pt x="187" y="59"/>
                  <a:pt x="175" y="47"/>
                  <a:pt x="160" y="47"/>
                </a:cubicBezTo>
                <a:cubicBezTo>
                  <a:pt x="145" y="47"/>
                  <a:pt x="133" y="59"/>
                  <a:pt x="133" y="74"/>
                </a:cubicBezTo>
                <a:close/>
                <a:moveTo>
                  <a:pt x="176" y="95"/>
                </a:moveTo>
                <a:cubicBezTo>
                  <a:pt x="214" y="143"/>
                  <a:pt x="214" y="143"/>
                  <a:pt x="214" y="143"/>
                </a:cubicBezTo>
                <a:moveTo>
                  <a:pt x="274" y="238"/>
                </a:moveTo>
                <a:cubicBezTo>
                  <a:pt x="256" y="211"/>
                  <a:pt x="256" y="211"/>
                  <a:pt x="256" y="211"/>
                </a:cubicBezTo>
                <a:moveTo>
                  <a:pt x="161" y="245"/>
                </a:moveTo>
                <a:cubicBezTo>
                  <a:pt x="208" y="204"/>
                  <a:pt x="208" y="204"/>
                  <a:pt x="208" y="204"/>
                </a:cubicBezTo>
                <a:moveTo>
                  <a:pt x="85" y="173"/>
                </a:moveTo>
                <a:cubicBezTo>
                  <a:pt x="196" y="176"/>
                  <a:pt x="196" y="176"/>
                  <a:pt x="196" y="176"/>
                </a:cubicBezTo>
              </a:path>
            </a:pathLst>
          </a:custGeom>
          <a:noFill/>
          <a:ln w="25400" cap="sq">
            <a:solidFill>
              <a:schemeClr val="tx1"/>
            </a:solidFill>
            <a:prstDash val="soli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gradFill>
                <a:gsLst>
                  <a:gs pos="0">
                    <a:srgbClr val="505050"/>
                  </a:gs>
                  <a:gs pos="100000">
                    <a:srgbClr val="505050"/>
                  </a:gs>
                </a:gsLst>
              </a:gradFill>
            </a:endParaRPr>
          </a:p>
        </p:txBody>
      </p:sp>
      <p:sp>
        <p:nvSpPr>
          <p:cNvPr id="56" name="BarChartVertical_E9EC" descr="Bar chart, bar graph, vertical graph&#10;">
            <a:extLst>
              <a:ext uri="{FF2B5EF4-FFF2-40B4-BE49-F238E27FC236}">
                <a16:creationId xmlns:a16="http://schemas.microsoft.com/office/drawing/2014/main" id="{9048CC1D-DC5D-49D6-B5BF-08F0C8C0031A}"/>
              </a:ext>
            </a:extLst>
          </p:cNvPr>
          <p:cNvSpPr>
            <a:spLocks noChangeAspect="1" noEditPoints="1"/>
          </p:cNvSpPr>
          <p:nvPr/>
        </p:nvSpPr>
        <p:spPr bwMode="auto">
          <a:xfrm>
            <a:off x="3360857" y="4682132"/>
            <a:ext cx="914188" cy="914400"/>
          </a:xfrm>
          <a:custGeom>
            <a:avLst/>
            <a:gdLst>
              <a:gd name="T0" fmla="*/ 630 w 4250"/>
              <a:gd name="T1" fmla="*/ 3622 h 4251"/>
              <a:gd name="T2" fmla="*/ 630 w 4250"/>
              <a:gd name="T3" fmla="*/ 1102 h 4251"/>
              <a:gd name="T4" fmla="*/ 1259 w 4250"/>
              <a:gd name="T5" fmla="*/ 1102 h 4251"/>
              <a:gd name="T6" fmla="*/ 1259 w 4250"/>
              <a:gd name="T7" fmla="*/ 3622 h 4251"/>
              <a:gd name="T8" fmla="*/ 630 w 4250"/>
              <a:gd name="T9" fmla="*/ 3622 h 4251"/>
              <a:gd name="T10" fmla="*/ 2519 w 4250"/>
              <a:gd name="T11" fmla="*/ 3622 h 4251"/>
              <a:gd name="T12" fmla="*/ 2519 w 4250"/>
              <a:gd name="T13" fmla="*/ 1732 h 4251"/>
              <a:gd name="T14" fmla="*/ 1889 w 4250"/>
              <a:gd name="T15" fmla="*/ 1732 h 4251"/>
              <a:gd name="T16" fmla="*/ 1889 w 4250"/>
              <a:gd name="T17" fmla="*/ 3622 h 4251"/>
              <a:gd name="T18" fmla="*/ 2519 w 4250"/>
              <a:gd name="T19" fmla="*/ 3622 h 4251"/>
              <a:gd name="T20" fmla="*/ 3778 w 4250"/>
              <a:gd name="T21" fmla="*/ 3622 h 4251"/>
              <a:gd name="T22" fmla="*/ 3778 w 4250"/>
              <a:gd name="T23" fmla="*/ 472 h 4251"/>
              <a:gd name="T24" fmla="*/ 3149 w 4250"/>
              <a:gd name="T25" fmla="*/ 472 h 4251"/>
              <a:gd name="T26" fmla="*/ 3149 w 4250"/>
              <a:gd name="T27" fmla="*/ 3622 h 4251"/>
              <a:gd name="T28" fmla="*/ 3778 w 4250"/>
              <a:gd name="T29" fmla="*/ 3622 h 4251"/>
              <a:gd name="T30" fmla="*/ 0 w 4250"/>
              <a:gd name="T31" fmla="*/ 0 h 4251"/>
              <a:gd name="T32" fmla="*/ 0 w 4250"/>
              <a:gd name="T33" fmla="*/ 4251 h 4251"/>
              <a:gd name="T34" fmla="*/ 4250 w 4250"/>
              <a:gd name="T35" fmla="*/ 4251 h 4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250" h="4251">
                <a:moveTo>
                  <a:pt x="630" y="3622"/>
                </a:moveTo>
                <a:lnTo>
                  <a:pt x="630" y="1102"/>
                </a:lnTo>
                <a:lnTo>
                  <a:pt x="1259" y="1102"/>
                </a:lnTo>
                <a:lnTo>
                  <a:pt x="1259" y="3622"/>
                </a:lnTo>
                <a:lnTo>
                  <a:pt x="630" y="3622"/>
                </a:lnTo>
                <a:moveTo>
                  <a:pt x="2519" y="3622"/>
                </a:moveTo>
                <a:lnTo>
                  <a:pt x="2519" y="1732"/>
                </a:lnTo>
                <a:lnTo>
                  <a:pt x="1889" y="1732"/>
                </a:lnTo>
                <a:lnTo>
                  <a:pt x="1889" y="3622"/>
                </a:lnTo>
                <a:lnTo>
                  <a:pt x="2519" y="3622"/>
                </a:lnTo>
                <a:moveTo>
                  <a:pt x="3778" y="3622"/>
                </a:moveTo>
                <a:lnTo>
                  <a:pt x="3778" y="472"/>
                </a:lnTo>
                <a:lnTo>
                  <a:pt x="3149" y="472"/>
                </a:lnTo>
                <a:lnTo>
                  <a:pt x="3149" y="3622"/>
                </a:lnTo>
                <a:lnTo>
                  <a:pt x="3778" y="3622"/>
                </a:lnTo>
                <a:moveTo>
                  <a:pt x="0" y="0"/>
                </a:moveTo>
                <a:lnTo>
                  <a:pt x="0" y="4251"/>
                </a:lnTo>
                <a:lnTo>
                  <a:pt x="4250" y="4251"/>
                </a:lnTo>
              </a:path>
            </a:pathLst>
          </a:custGeom>
          <a:noFill/>
          <a:ln w="2540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900" dirty="0">
              <a:gradFill>
                <a:gsLst>
                  <a:gs pos="0">
                    <a:srgbClr val="505050"/>
                  </a:gs>
                  <a:gs pos="100000">
                    <a:srgbClr val="505050"/>
                  </a:gs>
                </a:gsLst>
                <a:lin ang="5400000" scaled="1"/>
              </a:gradFill>
            </a:endParaRPr>
          </a:p>
        </p:txBody>
      </p:sp>
      <p:sp>
        <p:nvSpPr>
          <p:cNvPr id="57" name="arrow_16" descr="Shuffle, cross path, switch&#10;">
            <a:extLst>
              <a:ext uri="{FF2B5EF4-FFF2-40B4-BE49-F238E27FC236}">
                <a16:creationId xmlns:a16="http://schemas.microsoft.com/office/drawing/2014/main" id="{FE04BFAD-E809-4B27-B0E5-EB2B5F7D8A79}"/>
              </a:ext>
            </a:extLst>
          </p:cNvPr>
          <p:cNvSpPr>
            <a:spLocks noChangeAspect="1" noEditPoints="1"/>
          </p:cNvSpPr>
          <p:nvPr/>
        </p:nvSpPr>
        <p:spPr bwMode="auto">
          <a:xfrm>
            <a:off x="10352834" y="4681782"/>
            <a:ext cx="1240619" cy="914400"/>
          </a:xfrm>
          <a:custGeom>
            <a:avLst/>
            <a:gdLst>
              <a:gd name="T0" fmla="*/ 347 w 347"/>
              <a:gd name="T1" fmla="*/ 206 h 254"/>
              <a:gd name="T2" fmla="*/ 182 w 347"/>
              <a:gd name="T3" fmla="*/ 151 h 254"/>
              <a:gd name="T4" fmla="*/ 135 w 347"/>
              <a:gd name="T5" fmla="*/ 101 h 254"/>
              <a:gd name="T6" fmla="*/ 0 w 347"/>
              <a:gd name="T7" fmla="*/ 47 h 254"/>
              <a:gd name="T8" fmla="*/ 347 w 347"/>
              <a:gd name="T9" fmla="*/ 48 h 254"/>
              <a:gd name="T10" fmla="*/ 158 w 347"/>
              <a:gd name="T11" fmla="*/ 130 h 254"/>
              <a:gd name="T12" fmla="*/ 0 w 347"/>
              <a:gd name="T13" fmla="*/ 207 h 254"/>
              <a:gd name="T14" fmla="*/ 299 w 347"/>
              <a:gd name="T15" fmla="*/ 95 h 254"/>
              <a:gd name="T16" fmla="*/ 347 w 347"/>
              <a:gd name="T17" fmla="*/ 48 h 254"/>
              <a:gd name="T18" fmla="*/ 299 w 347"/>
              <a:gd name="T19" fmla="*/ 0 h 254"/>
              <a:gd name="T20" fmla="*/ 299 w 347"/>
              <a:gd name="T21" fmla="*/ 254 h 254"/>
              <a:gd name="T22" fmla="*/ 347 w 347"/>
              <a:gd name="T23" fmla="*/ 206 h 254"/>
              <a:gd name="T24" fmla="*/ 299 w 347"/>
              <a:gd name="T25" fmla="*/ 158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7" h="254">
                <a:moveTo>
                  <a:pt x="347" y="206"/>
                </a:moveTo>
                <a:cubicBezTo>
                  <a:pt x="258" y="212"/>
                  <a:pt x="213" y="183"/>
                  <a:pt x="182" y="151"/>
                </a:cubicBezTo>
                <a:moveTo>
                  <a:pt x="135" y="101"/>
                </a:moveTo>
                <a:cubicBezTo>
                  <a:pt x="74" y="47"/>
                  <a:pt x="0" y="47"/>
                  <a:pt x="0" y="47"/>
                </a:cubicBezTo>
                <a:moveTo>
                  <a:pt x="347" y="48"/>
                </a:moveTo>
                <a:cubicBezTo>
                  <a:pt x="232" y="41"/>
                  <a:pt x="190" y="91"/>
                  <a:pt x="158" y="130"/>
                </a:cubicBezTo>
                <a:cubicBezTo>
                  <a:pt x="94" y="207"/>
                  <a:pt x="0" y="207"/>
                  <a:pt x="0" y="207"/>
                </a:cubicBezTo>
                <a:moveTo>
                  <a:pt x="299" y="95"/>
                </a:moveTo>
                <a:cubicBezTo>
                  <a:pt x="347" y="48"/>
                  <a:pt x="347" y="48"/>
                  <a:pt x="347" y="48"/>
                </a:cubicBezTo>
                <a:cubicBezTo>
                  <a:pt x="299" y="0"/>
                  <a:pt x="299" y="0"/>
                  <a:pt x="299" y="0"/>
                </a:cubicBezTo>
                <a:moveTo>
                  <a:pt x="299" y="254"/>
                </a:moveTo>
                <a:cubicBezTo>
                  <a:pt x="347" y="206"/>
                  <a:pt x="347" y="206"/>
                  <a:pt x="347" y="206"/>
                </a:cubicBezTo>
                <a:cubicBezTo>
                  <a:pt x="299" y="158"/>
                  <a:pt x="299" y="158"/>
                  <a:pt x="299" y="158"/>
                </a:cubicBezTo>
              </a:path>
            </a:pathLst>
          </a:custGeom>
          <a:noFill/>
          <a:ln w="25400" cap="sq">
            <a:solidFill>
              <a:schemeClr val="tx1"/>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en-US" sz="900" dirty="0">
              <a:gradFill>
                <a:gsLst>
                  <a:gs pos="0">
                    <a:srgbClr val="505050"/>
                  </a:gs>
                  <a:gs pos="100000">
                    <a:srgbClr val="505050"/>
                  </a:gs>
                </a:gsLst>
                <a:lin ang="5400000" scaled="1"/>
              </a:gradFill>
            </a:endParaRPr>
          </a:p>
        </p:txBody>
      </p:sp>
    </p:spTree>
    <p:extLst>
      <p:ext uri="{BB962C8B-B14F-4D97-AF65-F5344CB8AC3E}">
        <p14:creationId xmlns:p14="http://schemas.microsoft.com/office/powerpoint/2010/main" val="3730660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IoT device’s relationship to DPS</a:t>
            </a:r>
          </a:p>
        </p:txBody>
      </p:sp>
      <p:sp>
        <p:nvSpPr>
          <p:cNvPr id="11" name="Rectangle 10"/>
          <p:cNvSpPr/>
          <p:nvPr/>
        </p:nvSpPr>
        <p:spPr bwMode="auto">
          <a:xfrm>
            <a:off x="274638" y="1851353"/>
            <a:ext cx="2926080" cy="54862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lang="en-US" sz="2000" dirty="0">
                <a:gradFill>
                  <a:gsLst>
                    <a:gs pos="0">
                      <a:srgbClr val="FFFFFF"/>
                    </a:gs>
                    <a:gs pos="100000">
                      <a:srgbClr val="FFFFFF"/>
                    </a:gs>
                  </a:gsLst>
                  <a:lin ang="5400000" scaled="0"/>
                </a:gradFill>
                <a:cs typeface="Segoe UI" pitchFamily="34" charset="0"/>
              </a:rPr>
              <a:t>Initial setup</a:t>
            </a:r>
          </a:p>
        </p:txBody>
      </p:sp>
      <p:sp>
        <p:nvSpPr>
          <p:cNvPr id="12" name="Rectangle 11"/>
          <p:cNvSpPr/>
          <p:nvPr/>
        </p:nvSpPr>
        <p:spPr bwMode="auto">
          <a:xfrm>
            <a:off x="3242914" y="1851353"/>
            <a:ext cx="2926080" cy="54862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lang="en-US" sz="2000" dirty="0">
                <a:gradFill>
                  <a:gsLst>
                    <a:gs pos="0">
                      <a:srgbClr val="FFFFFF"/>
                    </a:gs>
                    <a:gs pos="100000">
                      <a:srgbClr val="FFFFFF"/>
                    </a:gs>
                  </a:gsLst>
                  <a:lin ang="5400000" scaled="0"/>
                </a:gradFill>
                <a:cs typeface="Segoe UI" pitchFamily="34" charset="0"/>
              </a:rPr>
              <a:t>Retrieving a key</a:t>
            </a:r>
          </a:p>
        </p:txBody>
      </p:sp>
      <p:sp>
        <p:nvSpPr>
          <p:cNvPr id="13" name="Rectangle 12"/>
          <p:cNvSpPr/>
          <p:nvPr/>
        </p:nvSpPr>
        <p:spPr bwMode="auto">
          <a:xfrm>
            <a:off x="6218734" y="1851353"/>
            <a:ext cx="2926080" cy="54862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lang="en-US" sz="2000" dirty="0">
                <a:gradFill>
                  <a:gsLst>
                    <a:gs pos="0">
                      <a:srgbClr val="FFFFFF"/>
                    </a:gs>
                    <a:gs pos="100000">
                      <a:srgbClr val="FFFFFF"/>
                    </a:gs>
                  </a:gsLst>
                  <a:lin ang="5400000" scaled="0"/>
                </a:gradFill>
                <a:cs typeface="Segoe UI" pitchFamily="34" charset="0"/>
              </a:rPr>
              <a:t>Rolling a key</a:t>
            </a:r>
          </a:p>
        </p:txBody>
      </p:sp>
      <p:sp>
        <p:nvSpPr>
          <p:cNvPr id="14" name="Rectangle 13"/>
          <p:cNvSpPr/>
          <p:nvPr/>
        </p:nvSpPr>
        <p:spPr bwMode="auto">
          <a:xfrm>
            <a:off x="9190038" y="1851353"/>
            <a:ext cx="2971800" cy="54862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lang="en-US" sz="2000" dirty="0">
                <a:gradFill>
                  <a:gsLst>
                    <a:gs pos="0">
                      <a:srgbClr val="FFFFFF"/>
                    </a:gs>
                    <a:gs pos="100000">
                      <a:srgbClr val="FFFFFF"/>
                    </a:gs>
                  </a:gsLst>
                  <a:lin ang="5400000" scaled="0"/>
                </a:gradFill>
                <a:cs typeface="Segoe UI" pitchFamily="34" charset="0"/>
              </a:rPr>
              <a:t>Hard reset</a:t>
            </a:r>
          </a:p>
        </p:txBody>
      </p:sp>
      <p:sp>
        <p:nvSpPr>
          <p:cNvPr id="15" name="TextBox 14"/>
          <p:cNvSpPr txBox="1"/>
          <p:nvPr/>
        </p:nvSpPr>
        <p:spPr>
          <a:xfrm>
            <a:off x="274638" y="2399972"/>
            <a:ext cx="2926080" cy="3657600"/>
          </a:xfrm>
          <a:prstGeom prst="rect">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46304" rIns="182880" bIns="146304" rtlCol="0" anchor="t"/>
          <a:lstStyle>
            <a:defPPr>
              <a:defRPr lang="en-US"/>
            </a:defPPr>
            <a:lvl1pPr defTabSz="932472" fontAlgn="base">
              <a:spcBef>
                <a:spcPct val="0"/>
              </a:spcBef>
              <a:spcAft>
                <a:spcPct val="0"/>
              </a:spcAft>
              <a:defRPr>
                <a:gradFill>
                  <a:gsLst>
                    <a:gs pos="14159">
                      <a:srgbClr val="505050"/>
                    </a:gs>
                    <a:gs pos="38000">
                      <a:srgbClr val="505050"/>
                    </a:gs>
                  </a:gsLst>
                  <a:lin ang="5400000" scaled="0"/>
                </a:gradFill>
                <a:ea typeface="Segoe UI" pitchFamily="34" charset="0"/>
                <a:cs typeface="Segoe UI" pitchFamily="34" charset="0"/>
              </a:defRPr>
            </a:lvl1pPr>
          </a:lstStyle>
          <a:p>
            <a:r>
              <a:rPr lang="en-US" dirty="0"/>
              <a:t>Getting the device ready for the first time</a:t>
            </a:r>
          </a:p>
        </p:txBody>
      </p:sp>
      <p:sp>
        <p:nvSpPr>
          <p:cNvPr id="16" name="TextBox 15"/>
          <p:cNvSpPr txBox="1"/>
          <p:nvPr/>
        </p:nvSpPr>
        <p:spPr>
          <a:xfrm>
            <a:off x="3245943" y="2399972"/>
            <a:ext cx="2926080" cy="3657600"/>
          </a:xfrm>
          <a:prstGeom prst="rect">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46304" rIns="182880" bIns="146304" rtlCol="0" anchor="t"/>
          <a:lstStyle>
            <a:defPPr>
              <a:defRPr lang="en-US"/>
            </a:defPPr>
            <a:lvl1pPr defTabSz="932472" fontAlgn="base">
              <a:spcBef>
                <a:spcPct val="0"/>
              </a:spcBef>
              <a:spcAft>
                <a:spcPct val="0"/>
              </a:spcAft>
              <a:defRPr>
                <a:gradFill>
                  <a:gsLst>
                    <a:gs pos="14159">
                      <a:srgbClr val="505050"/>
                    </a:gs>
                    <a:gs pos="38000">
                      <a:srgbClr val="505050"/>
                    </a:gs>
                  </a:gsLst>
                  <a:lin ang="5400000" scaled="0"/>
                </a:gradFill>
                <a:ea typeface="Segoe UI" pitchFamily="34" charset="0"/>
                <a:cs typeface="Segoe UI" pitchFamily="34" charset="0"/>
              </a:defRPr>
            </a:lvl1pPr>
          </a:lstStyle>
          <a:p>
            <a:r>
              <a:rPr lang="en-US" dirty="0"/>
              <a:t>For devices with limited or no key storage capabilities</a:t>
            </a:r>
          </a:p>
        </p:txBody>
      </p:sp>
      <p:sp>
        <p:nvSpPr>
          <p:cNvPr id="17" name="TextBox 16"/>
          <p:cNvSpPr txBox="1"/>
          <p:nvPr/>
        </p:nvSpPr>
        <p:spPr>
          <a:xfrm>
            <a:off x="6219229" y="2399972"/>
            <a:ext cx="2926080" cy="3657600"/>
          </a:xfrm>
          <a:prstGeom prst="rect">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46304" rIns="182880" bIns="146304" rtlCol="0" anchor="t"/>
          <a:lstStyle>
            <a:defPPr>
              <a:defRPr lang="en-US"/>
            </a:defPPr>
            <a:lvl1pPr defTabSz="932472" fontAlgn="base">
              <a:spcBef>
                <a:spcPct val="0"/>
              </a:spcBef>
              <a:spcAft>
                <a:spcPct val="0"/>
              </a:spcAft>
              <a:defRPr>
                <a:gradFill>
                  <a:gsLst>
                    <a:gs pos="14159">
                      <a:srgbClr val="505050"/>
                    </a:gs>
                    <a:gs pos="38000">
                      <a:srgbClr val="505050"/>
                    </a:gs>
                  </a:gsLst>
                  <a:lin ang="5400000" scaled="0"/>
                </a:gradFill>
                <a:ea typeface="Segoe UI" pitchFamily="34" charset="0"/>
                <a:cs typeface="Segoe UI" pitchFamily="34" charset="0"/>
              </a:defRPr>
            </a:lvl1pPr>
          </a:lstStyle>
          <a:p>
            <a:r>
              <a:rPr lang="en-US" dirty="0"/>
              <a:t>Applicable only for devices which connect via a SAS token</a:t>
            </a:r>
          </a:p>
        </p:txBody>
      </p:sp>
      <p:sp>
        <p:nvSpPr>
          <p:cNvPr id="18" name="TextBox 17"/>
          <p:cNvSpPr txBox="1"/>
          <p:nvPr/>
        </p:nvSpPr>
        <p:spPr>
          <a:xfrm>
            <a:off x="9190533" y="2399972"/>
            <a:ext cx="2971800" cy="3657600"/>
          </a:xfrm>
          <a:prstGeom prst="rect">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46304" rIns="182880" bIns="146304" rtlCol="0" anchor="t"/>
          <a:lstStyle>
            <a:defPPr>
              <a:defRPr lang="en-US"/>
            </a:defPPr>
            <a:lvl1pPr defTabSz="932472" fontAlgn="base">
              <a:spcBef>
                <a:spcPct val="0"/>
              </a:spcBef>
              <a:spcAft>
                <a:spcPct val="0"/>
              </a:spcAft>
              <a:defRPr>
                <a:gradFill>
                  <a:gsLst>
                    <a:gs pos="14159">
                      <a:srgbClr val="505050"/>
                    </a:gs>
                    <a:gs pos="38000">
                      <a:srgbClr val="505050"/>
                    </a:gs>
                  </a:gsLst>
                  <a:lin ang="5400000" scaled="0"/>
                </a:gradFill>
                <a:ea typeface="Segoe UI" pitchFamily="34" charset="0"/>
                <a:cs typeface="Segoe UI" pitchFamily="34" charset="0"/>
              </a:defRPr>
            </a:lvl1pPr>
          </a:lstStyle>
          <a:p>
            <a:r>
              <a:rPr lang="en-US" dirty="0"/>
              <a:t>When the device needs to be treated as new in-box</a:t>
            </a:r>
          </a:p>
        </p:txBody>
      </p:sp>
      <p:sp>
        <p:nvSpPr>
          <p:cNvPr id="20" name="transform" descr="Replace, compare, transition&#10;">
            <a:extLst>
              <a:ext uri="{FF2B5EF4-FFF2-40B4-BE49-F238E27FC236}">
                <a16:creationId xmlns:a16="http://schemas.microsoft.com/office/drawing/2014/main" id="{70A9A38B-2B6A-4407-9F82-ACA9265D399E}"/>
              </a:ext>
            </a:extLst>
          </p:cNvPr>
          <p:cNvSpPr>
            <a:spLocks noChangeAspect="1" noEditPoints="1"/>
          </p:cNvSpPr>
          <p:nvPr/>
        </p:nvSpPr>
        <p:spPr bwMode="auto">
          <a:xfrm>
            <a:off x="7316014" y="4718421"/>
            <a:ext cx="731520" cy="914400"/>
          </a:xfrm>
          <a:custGeom>
            <a:avLst/>
            <a:gdLst>
              <a:gd name="T0" fmla="*/ 1 w 286"/>
              <a:gd name="T1" fmla="*/ 202 h 358"/>
              <a:gd name="T2" fmla="*/ 0 w 286"/>
              <a:gd name="T3" fmla="*/ 181 h 358"/>
              <a:gd name="T4" fmla="*/ 143 w 286"/>
              <a:gd name="T5" fmla="*/ 38 h 358"/>
              <a:gd name="T6" fmla="*/ 162 w 286"/>
              <a:gd name="T7" fmla="*/ 39 h 358"/>
              <a:gd name="T8" fmla="*/ 103 w 286"/>
              <a:gd name="T9" fmla="*/ 319 h 358"/>
              <a:gd name="T10" fmla="*/ 143 w 286"/>
              <a:gd name="T11" fmla="*/ 324 h 358"/>
              <a:gd name="T12" fmla="*/ 286 w 286"/>
              <a:gd name="T13" fmla="*/ 181 h 358"/>
              <a:gd name="T14" fmla="*/ 285 w 286"/>
              <a:gd name="T15" fmla="*/ 164 h 358"/>
              <a:gd name="T16" fmla="*/ 143 w 286"/>
              <a:gd name="T17" fmla="*/ 294 h 358"/>
              <a:gd name="T18" fmla="*/ 102 w 286"/>
              <a:gd name="T19" fmla="*/ 318 h 358"/>
              <a:gd name="T20" fmla="*/ 127 w 286"/>
              <a:gd name="T21" fmla="*/ 358 h 358"/>
              <a:gd name="T22" fmla="*/ 122 w 286"/>
              <a:gd name="T23" fmla="*/ 64 h 358"/>
              <a:gd name="T24" fmla="*/ 163 w 286"/>
              <a:gd name="T25" fmla="*/ 40 h 358"/>
              <a:gd name="T26" fmla="*/ 138 w 286"/>
              <a:gd name="T27" fmla="*/ 0 h 358"/>
              <a:gd name="T28" fmla="*/ 260 w 286"/>
              <a:gd name="T29" fmla="*/ 77 h 358"/>
              <a:gd name="T30" fmla="*/ 201 w 286"/>
              <a:gd name="T31" fmla="*/ 77 h 358"/>
              <a:gd name="T32" fmla="*/ 201 w 286"/>
              <a:gd name="T33" fmla="*/ 135 h 358"/>
              <a:gd name="T34" fmla="*/ 260 w 286"/>
              <a:gd name="T35" fmla="*/ 135 h 358"/>
              <a:gd name="T36" fmla="*/ 260 w 286"/>
              <a:gd name="T37" fmla="*/ 77 h 358"/>
              <a:gd name="T38" fmla="*/ 41 w 286"/>
              <a:gd name="T39" fmla="*/ 301 h 358"/>
              <a:gd name="T40" fmla="*/ 83 w 286"/>
              <a:gd name="T41" fmla="*/ 260 h 358"/>
              <a:gd name="T42" fmla="*/ 41 w 286"/>
              <a:gd name="T43" fmla="*/ 219 h 358"/>
              <a:gd name="T44" fmla="*/ 0 w 286"/>
              <a:gd name="T45" fmla="*/ 260 h 358"/>
              <a:gd name="T46" fmla="*/ 41 w 286"/>
              <a:gd name="T47" fmla="*/ 301 h 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86" h="358">
                <a:moveTo>
                  <a:pt x="1" y="202"/>
                </a:moveTo>
                <a:cubicBezTo>
                  <a:pt x="1" y="195"/>
                  <a:pt x="0" y="188"/>
                  <a:pt x="0" y="181"/>
                </a:cubicBezTo>
                <a:cubicBezTo>
                  <a:pt x="0" y="102"/>
                  <a:pt x="64" y="38"/>
                  <a:pt x="143" y="38"/>
                </a:cubicBezTo>
                <a:cubicBezTo>
                  <a:pt x="150" y="38"/>
                  <a:pt x="156" y="39"/>
                  <a:pt x="162" y="39"/>
                </a:cubicBezTo>
                <a:moveTo>
                  <a:pt x="103" y="319"/>
                </a:moveTo>
                <a:cubicBezTo>
                  <a:pt x="116" y="322"/>
                  <a:pt x="129" y="324"/>
                  <a:pt x="143" y="324"/>
                </a:cubicBezTo>
                <a:cubicBezTo>
                  <a:pt x="222" y="324"/>
                  <a:pt x="286" y="260"/>
                  <a:pt x="286" y="181"/>
                </a:cubicBezTo>
                <a:cubicBezTo>
                  <a:pt x="286" y="175"/>
                  <a:pt x="286" y="169"/>
                  <a:pt x="285" y="164"/>
                </a:cubicBezTo>
                <a:moveTo>
                  <a:pt x="143" y="294"/>
                </a:moveTo>
                <a:cubicBezTo>
                  <a:pt x="102" y="318"/>
                  <a:pt x="102" y="318"/>
                  <a:pt x="102" y="318"/>
                </a:cubicBezTo>
                <a:cubicBezTo>
                  <a:pt x="127" y="358"/>
                  <a:pt x="127" y="358"/>
                  <a:pt x="127" y="358"/>
                </a:cubicBezTo>
                <a:moveTo>
                  <a:pt x="122" y="64"/>
                </a:moveTo>
                <a:cubicBezTo>
                  <a:pt x="163" y="40"/>
                  <a:pt x="163" y="40"/>
                  <a:pt x="163" y="40"/>
                </a:cubicBezTo>
                <a:cubicBezTo>
                  <a:pt x="138" y="0"/>
                  <a:pt x="138" y="0"/>
                  <a:pt x="138" y="0"/>
                </a:cubicBezTo>
                <a:moveTo>
                  <a:pt x="260" y="77"/>
                </a:moveTo>
                <a:cubicBezTo>
                  <a:pt x="201" y="77"/>
                  <a:pt x="201" y="77"/>
                  <a:pt x="201" y="77"/>
                </a:cubicBezTo>
                <a:cubicBezTo>
                  <a:pt x="201" y="135"/>
                  <a:pt x="201" y="135"/>
                  <a:pt x="201" y="135"/>
                </a:cubicBezTo>
                <a:cubicBezTo>
                  <a:pt x="260" y="135"/>
                  <a:pt x="260" y="135"/>
                  <a:pt x="260" y="135"/>
                </a:cubicBezTo>
                <a:lnTo>
                  <a:pt x="260" y="77"/>
                </a:lnTo>
                <a:close/>
                <a:moveTo>
                  <a:pt x="41" y="301"/>
                </a:moveTo>
                <a:cubicBezTo>
                  <a:pt x="64" y="301"/>
                  <a:pt x="83" y="283"/>
                  <a:pt x="83" y="260"/>
                </a:cubicBezTo>
                <a:cubicBezTo>
                  <a:pt x="83" y="237"/>
                  <a:pt x="64" y="219"/>
                  <a:pt x="41" y="219"/>
                </a:cubicBezTo>
                <a:cubicBezTo>
                  <a:pt x="19" y="219"/>
                  <a:pt x="0" y="237"/>
                  <a:pt x="0" y="260"/>
                </a:cubicBezTo>
                <a:cubicBezTo>
                  <a:pt x="0" y="283"/>
                  <a:pt x="19" y="301"/>
                  <a:pt x="41" y="301"/>
                </a:cubicBezTo>
                <a:close/>
              </a:path>
            </a:pathLst>
          </a:custGeom>
          <a:noFill/>
          <a:ln w="25400" cap="flat">
            <a:solidFill>
              <a:schemeClr val="tx1"/>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en-US" dirty="0">
              <a:gradFill>
                <a:gsLst>
                  <a:gs pos="0">
                    <a:srgbClr val="505050"/>
                  </a:gs>
                  <a:gs pos="100000">
                    <a:srgbClr val="505050"/>
                  </a:gs>
                </a:gsLst>
                <a:lin ang="5400000" scaled="1"/>
              </a:gradFill>
            </a:endParaRPr>
          </a:p>
        </p:txBody>
      </p:sp>
      <p:sp>
        <p:nvSpPr>
          <p:cNvPr id="21" name="arrow_14" descr="Roll back, reverse&#10;">
            <a:extLst>
              <a:ext uri="{FF2B5EF4-FFF2-40B4-BE49-F238E27FC236}">
                <a16:creationId xmlns:a16="http://schemas.microsoft.com/office/drawing/2014/main" id="{0EF2955D-013B-4C20-976D-4D7ADC278E85}"/>
              </a:ext>
            </a:extLst>
          </p:cNvPr>
          <p:cNvSpPr>
            <a:spLocks noChangeAspect="1" noEditPoints="1"/>
          </p:cNvSpPr>
          <p:nvPr/>
        </p:nvSpPr>
        <p:spPr bwMode="auto">
          <a:xfrm>
            <a:off x="10225382" y="4718421"/>
            <a:ext cx="901111" cy="914400"/>
          </a:xfrm>
          <a:custGeom>
            <a:avLst/>
            <a:gdLst>
              <a:gd name="T0" fmla="*/ 0 w 293"/>
              <a:gd name="T1" fmla="*/ 110 h 298"/>
              <a:gd name="T2" fmla="*/ 144 w 293"/>
              <a:gd name="T3" fmla="*/ 0 h 298"/>
              <a:gd name="T4" fmla="*/ 293 w 293"/>
              <a:gd name="T5" fmla="*/ 149 h 298"/>
              <a:gd name="T6" fmla="*/ 144 w 293"/>
              <a:gd name="T7" fmla="*/ 298 h 298"/>
              <a:gd name="T8" fmla="*/ 0 w 293"/>
              <a:gd name="T9" fmla="*/ 187 h 298"/>
              <a:gd name="T10" fmla="*/ 0 w 293"/>
              <a:gd name="T11" fmla="*/ 36 h 298"/>
              <a:gd name="T12" fmla="*/ 0 w 293"/>
              <a:gd name="T13" fmla="*/ 109 h 298"/>
              <a:gd name="T14" fmla="*/ 73 w 293"/>
              <a:gd name="T15" fmla="*/ 109 h 2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3" h="298">
                <a:moveTo>
                  <a:pt x="0" y="110"/>
                </a:moveTo>
                <a:cubicBezTo>
                  <a:pt x="17" y="46"/>
                  <a:pt x="75" y="0"/>
                  <a:pt x="144" y="0"/>
                </a:cubicBezTo>
                <a:cubicBezTo>
                  <a:pt x="226" y="0"/>
                  <a:pt x="293" y="66"/>
                  <a:pt x="293" y="149"/>
                </a:cubicBezTo>
                <a:cubicBezTo>
                  <a:pt x="293" y="231"/>
                  <a:pt x="226" y="298"/>
                  <a:pt x="144" y="298"/>
                </a:cubicBezTo>
                <a:cubicBezTo>
                  <a:pt x="75" y="298"/>
                  <a:pt x="17" y="251"/>
                  <a:pt x="0" y="187"/>
                </a:cubicBezTo>
                <a:moveTo>
                  <a:pt x="0" y="36"/>
                </a:moveTo>
                <a:cubicBezTo>
                  <a:pt x="0" y="109"/>
                  <a:pt x="0" y="109"/>
                  <a:pt x="0" y="109"/>
                </a:cubicBezTo>
                <a:cubicBezTo>
                  <a:pt x="73" y="109"/>
                  <a:pt x="73" y="109"/>
                  <a:pt x="73" y="109"/>
                </a:cubicBezTo>
              </a:path>
            </a:pathLst>
          </a:custGeom>
          <a:noFill/>
          <a:ln w="25400" cap="sq">
            <a:solidFill>
              <a:schemeClr val="tx1"/>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 name="key" descr="Key&#10;">
            <a:extLst>
              <a:ext uri="{FF2B5EF4-FFF2-40B4-BE49-F238E27FC236}">
                <a16:creationId xmlns:a16="http://schemas.microsoft.com/office/drawing/2014/main" id="{87FEF3A4-56ED-4CAC-A598-47E26247927A}"/>
              </a:ext>
            </a:extLst>
          </p:cNvPr>
          <p:cNvSpPr>
            <a:spLocks noChangeAspect="1" noEditPoints="1"/>
          </p:cNvSpPr>
          <p:nvPr/>
        </p:nvSpPr>
        <p:spPr bwMode="auto">
          <a:xfrm>
            <a:off x="4246395" y="4718421"/>
            <a:ext cx="919118" cy="914400"/>
          </a:xfrm>
          <a:custGeom>
            <a:avLst/>
            <a:gdLst>
              <a:gd name="T0" fmla="*/ 175 w 330"/>
              <a:gd name="T1" fmla="*/ 198 h 328"/>
              <a:gd name="T2" fmla="*/ 109 w 330"/>
              <a:gd name="T3" fmla="*/ 220 h 328"/>
              <a:gd name="T4" fmla="*/ 0 w 330"/>
              <a:gd name="T5" fmla="*/ 110 h 328"/>
              <a:gd name="T6" fmla="*/ 109 w 330"/>
              <a:gd name="T7" fmla="*/ 0 h 328"/>
              <a:gd name="T8" fmla="*/ 219 w 330"/>
              <a:gd name="T9" fmla="*/ 110 h 328"/>
              <a:gd name="T10" fmla="*/ 214 w 330"/>
              <a:gd name="T11" fmla="*/ 143 h 328"/>
              <a:gd name="T12" fmla="*/ 330 w 330"/>
              <a:gd name="T13" fmla="*/ 258 h 328"/>
              <a:gd name="T14" fmla="*/ 330 w 330"/>
              <a:gd name="T15" fmla="*/ 328 h 328"/>
              <a:gd name="T16" fmla="*/ 264 w 330"/>
              <a:gd name="T17" fmla="*/ 328 h 328"/>
              <a:gd name="T18" fmla="*/ 264 w 330"/>
              <a:gd name="T19" fmla="*/ 283 h 328"/>
              <a:gd name="T20" fmla="*/ 221 w 330"/>
              <a:gd name="T21" fmla="*/ 283 h 328"/>
              <a:gd name="T22" fmla="*/ 221 w 330"/>
              <a:gd name="T23" fmla="*/ 239 h 328"/>
              <a:gd name="T24" fmla="*/ 175 w 330"/>
              <a:gd name="T25" fmla="*/ 239 h 328"/>
              <a:gd name="T26" fmla="*/ 175 w 330"/>
              <a:gd name="T27" fmla="*/ 198 h 328"/>
              <a:gd name="T28" fmla="*/ 76 w 330"/>
              <a:gd name="T29" fmla="*/ 91 h 328"/>
              <a:gd name="T30" fmla="*/ 91 w 330"/>
              <a:gd name="T31" fmla="*/ 76 h 328"/>
              <a:gd name="T32" fmla="*/ 76 w 330"/>
              <a:gd name="T33" fmla="*/ 60 h 328"/>
              <a:gd name="T34" fmla="*/ 60 w 330"/>
              <a:gd name="T35" fmla="*/ 76 h 328"/>
              <a:gd name="T36" fmla="*/ 76 w 330"/>
              <a:gd name="T37" fmla="*/ 91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30" h="328">
                <a:moveTo>
                  <a:pt x="175" y="198"/>
                </a:moveTo>
                <a:cubicBezTo>
                  <a:pt x="157" y="212"/>
                  <a:pt x="134" y="220"/>
                  <a:pt x="109" y="220"/>
                </a:cubicBezTo>
                <a:cubicBezTo>
                  <a:pt x="49" y="220"/>
                  <a:pt x="0" y="171"/>
                  <a:pt x="0" y="110"/>
                </a:cubicBezTo>
                <a:cubicBezTo>
                  <a:pt x="0" y="49"/>
                  <a:pt x="49" y="0"/>
                  <a:pt x="109" y="0"/>
                </a:cubicBezTo>
                <a:cubicBezTo>
                  <a:pt x="170" y="0"/>
                  <a:pt x="219" y="49"/>
                  <a:pt x="219" y="110"/>
                </a:cubicBezTo>
                <a:cubicBezTo>
                  <a:pt x="219" y="122"/>
                  <a:pt x="217" y="133"/>
                  <a:pt x="214" y="143"/>
                </a:cubicBezTo>
                <a:cubicBezTo>
                  <a:pt x="330" y="258"/>
                  <a:pt x="330" y="258"/>
                  <a:pt x="330" y="258"/>
                </a:cubicBezTo>
                <a:cubicBezTo>
                  <a:pt x="330" y="328"/>
                  <a:pt x="330" y="328"/>
                  <a:pt x="330" y="328"/>
                </a:cubicBezTo>
                <a:cubicBezTo>
                  <a:pt x="264" y="328"/>
                  <a:pt x="264" y="328"/>
                  <a:pt x="264" y="328"/>
                </a:cubicBezTo>
                <a:cubicBezTo>
                  <a:pt x="264" y="283"/>
                  <a:pt x="264" y="283"/>
                  <a:pt x="264" y="283"/>
                </a:cubicBezTo>
                <a:cubicBezTo>
                  <a:pt x="221" y="283"/>
                  <a:pt x="221" y="283"/>
                  <a:pt x="221" y="283"/>
                </a:cubicBezTo>
                <a:cubicBezTo>
                  <a:pt x="221" y="239"/>
                  <a:pt x="221" y="239"/>
                  <a:pt x="221" y="239"/>
                </a:cubicBezTo>
                <a:cubicBezTo>
                  <a:pt x="175" y="239"/>
                  <a:pt x="175" y="239"/>
                  <a:pt x="175" y="239"/>
                </a:cubicBezTo>
                <a:lnTo>
                  <a:pt x="175" y="198"/>
                </a:lnTo>
                <a:close/>
                <a:moveTo>
                  <a:pt x="76" y="91"/>
                </a:moveTo>
                <a:cubicBezTo>
                  <a:pt x="84" y="91"/>
                  <a:pt x="91" y="84"/>
                  <a:pt x="91" y="76"/>
                </a:cubicBezTo>
                <a:cubicBezTo>
                  <a:pt x="91" y="67"/>
                  <a:pt x="84" y="60"/>
                  <a:pt x="76" y="60"/>
                </a:cubicBezTo>
                <a:cubicBezTo>
                  <a:pt x="67" y="60"/>
                  <a:pt x="60" y="67"/>
                  <a:pt x="60" y="76"/>
                </a:cubicBezTo>
                <a:cubicBezTo>
                  <a:pt x="60" y="84"/>
                  <a:pt x="67" y="91"/>
                  <a:pt x="76" y="91"/>
                </a:cubicBezTo>
                <a:close/>
              </a:path>
            </a:pathLst>
          </a:custGeom>
          <a:noFill/>
          <a:ln w="2540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Product_ECDC" descr="Box, package, shipping&#10;">
            <a:extLst>
              <a:ext uri="{FF2B5EF4-FFF2-40B4-BE49-F238E27FC236}">
                <a16:creationId xmlns:a16="http://schemas.microsoft.com/office/drawing/2014/main" id="{9D16D696-BA13-4063-B3F1-A4CA11F84FF8}"/>
              </a:ext>
            </a:extLst>
          </p:cNvPr>
          <p:cNvSpPr>
            <a:spLocks noChangeAspect="1" noEditPoints="1"/>
          </p:cNvSpPr>
          <p:nvPr/>
        </p:nvSpPr>
        <p:spPr bwMode="auto">
          <a:xfrm>
            <a:off x="1331289" y="4718421"/>
            <a:ext cx="812777" cy="914400"/>
          </a:xfrm>
          <a:custGeom>
            <a:avLst/>
            <a:gdLst>
              <a:gd name="T0" fmla="*/ 3623 w 3623"/>
              <a:gd name="T1" fmla="*/ 906 h 4076"/>
              <a:gd name="T2" fmla="*/ 1812 w 3623"/>
              <a:gd name="T3" fmla="*/ 1812 h 4076"/>
              <a:gd name="T4" fmla="*/ 0 w 3623"/>
              <a:gd name="T5" fmla="*/ 906 h 4076"/>
              <a:gd name="T6" fmla="*/ 906 w 3623"/>
              <a:gd name="T7" fmla="*/ 453 h 4076"/>
              <a:gd name="T8" fmla="*/ 2699 w 3623"/>
              <a:gd name="T9" fmla="*/ 1358 h 4076"/>
              <a:gd name="T10" fmla="*/ 3623 w 3623"/>
              <a:gd name="T11" fmla="*/ 906 h 4076"/>
              <a:gd name="T12" fmla="*/ 1812 w 3623"/>
              <a:gd name="T13" fmla="*/ 0 h 4076"/>
              <a:gd name="T14" fmla="*/ 0 w 3623"/>
              <a:gd name="T15" fmla="*/ 906 h 4076"/>
              <a:gd name="T16" fmla="*/ 0 w 3623"/>
              <a:gd name="T17" fmla="*/ 3171 h 4076"/>
              <a:gd name="T18" fmla="*/ 1812 w 3623"/>
              <a:gd name="T19" fmla="*/ 4076 h 4076"/>
              <a:gd name="T20" fmla="*/ 3623 w 3623"/>
              <a:gd name="T21" fmla="*/ 3171 h 4076"/>
              <a:gd name="T22" fmla="*/ 3623 w 3623"/>
              <a:gd name="T23" fmla="*/ 906 h 4076"/>
              <a:gd name="T24" fmla="*/ 1812 w 3623"/>
              <a:gd name="T25" fmla="*/ 1812 h 4076"/>
              <a:gd name="T26" fmla="*/ 1812 w 3623"/>
              <a:gd name="T27" fmla="*/ 4076 h 40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23" h="4076">
                <a:moveTo>
                  <a:pt x="3623" y="906"/>
                </a:moveTo>
                <a:lnTo>
                  <a:pt x="1812" y="1812"/>
                </a:lnTo>
                <a:lnTo>
                  <a:pt x="0" y="906"/>
                </a:lnTo>
                <a:moveTo>
                  <a:pt x="906" y="453"/>
                </a:moveTo>
                <a:lnTo>
                  <a:pt x="2699" y="1358"/>
                </a:lnTo>
                <a:moveTo>
                  <a:pt x="3623" y="906"/>
                </a:moveTo>
                <a:lnTo>
                  <a:pt x="1812" y="0"/>
                </a:lnTo>
                <a:lnTo>
                  <a:pt x="0" y="906"/>
                </a:lnTo>
                <a:lnTo>
                  <a:pt x="0" y="3171"/>
                </a:lnTo>
                <a:lnTo>
                  <a:pt x="1812" y="4076"/>
                </a:lnTo>
                <a:lnTo>
                  <a:pt x="3623" y="3171"/>
                </a:lnTo>
                <a:lnTo>
                  <a:pt x="3623" y="906"/>
                </a:lnTo>
                <a:moveTo>
                  <a:pt x="1812" y="1812"/>
                </a:moveTo>
                <a:lnTo>
                  <a:pt x="1812" y="4076"/>
                </a:lnTo>
              </a:path>
            </a:pathLst>
          </a:custGeom>
          <a:noFill/>
          <a:ln w="2540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96859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How it works</a:t>
            </a:r>
          </a:p>
        </p:txBody>
      </p:sp>
    </p:spTree>
    <p:extLst>
      <p:ext uri="{BB962C8B-B14F-4D97-AF65-F5344CB8AC3E}">
        <p14:creationId xmlns:p14="http://schemas.microsoft.com/office/powerpoint/2010/main" val="261335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EB29713-649E-4B5C-8F57-078949DCBE27}"/>
              </a:ext>
            </a:extLst>
          </p:cNvPr>
          <p:cNvPicPr>
            <a:picLocks noChangeAspect="1"/>
          </p:cNvPicPr>
          <p:nvPr/>
        </p:nvPicPr>
        <p:blipFill rotWithShape="1">
          <a:blip r:embed="rId3"/>
          <a:srcRect l="10005" r="44638"/>
          <a:stretch/>
        </p:blipFill>
        <p:spPr>
          <a:xfrm>
            <a:off x="8518752" y="1204784"/>
            <a:ext cx="3733800" cy="5486400"/>
          </a:xfrm>
          <a:prstGeom prst="rect">
            <a:avLst/>
          </a:prstGeom>
        </p:spPr>
      </p:pic>
      <p:sp>
        <p:nvSpPr>
          <p:cNvPr id="2" name="Title 1"/>
          <p:cNvSpPr>
            <a:spLocks noGrp="1"/>
          </p:cNvSpPr>
          <p:nvPr>
            <p:ph type="title"/>
          </p:nvPr>
        </p:nvSpPr>
        <p:spPr/>
        <p:txBody>
          <a:bodyPr/>
          <a:lstStyle/>
          <a:p>
            <a:r>
              <a:rPr lang="en-US" dirty="0"/>
              <a:t>Setup</a:t>
            </a:r>
          </a:p>
        </p:txBody>
      </p:sp>
      <p:sp>
        <p:nvSpPr>
          <p:cNvPr id="3" name="Text Placeholder 4"/>
          <p:cNvSpPr txBox="1">
            <a:spLocks/>
          </p:cNvSpPr>
          <p:nvPr/>
        </p:nvSpPr>
        <p:spPr>
          <a:xfrm>
            <a:off x="274639" y="1204784"/>
            <a:ext cx="8229599" cy="1325880"/>
          </a:xfrm>
          <a:prstGeom prst="rect">
            <a:avLst/>
          </a:prstGeom>
          <a:solidFill>
            <a:schemeClr val="tx1">
              <a:alpha val="13000"/>
            </a:schemeClr>
          </a:solidFill>
        </p:spPr>
        <p:txBody>
          <a:bodyPr wrap="none" lIns="182880" tIns="146304" rIns="182880" bIns="146304" anchor="t"/>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200" spc="-70" dirty="0">
                <a:gradFill>
                  <a:gsLst>
                    <a:gs pos="5417">
                      <a:schemeClr val="tx1"/>
                    </a:gs>
                    <a:gs pos="28000">
                      <a:schemeClr val="tx1"/>
                    </a:gs>
                  </a:gsLst>
                  <a:lin ang="5400000" scaled="0"/>
                </a:gradFill>
                <a:latin typeface="Segoe UI Light"/>
              </a:rPr>
              <a:t>Devices know how to phone home</a:t>
            </a:r>
            <a:endParaRPr lang="en-US" sz="2000" dirty="0">
              <a:gradFill>
                <a:gsLst>
                  <a:gs pos="5417">
                    <a:schemeClr val="tx1"/>
                  </a:gs>
                  <a:gs pos="28000">
                    <a:schemeClr val="tx1"/>
                  </a:gs>
                </a:gsLst>
                <a:lin ang="5400000" scaled="0"/>
              </a:gradFill>
              <a:latin typeface="Segoe UI"/>
            </a:endParaRPr>
          </a:p>
        </p:txBody>
      </p:sp>
      <p:sp>
        <p:nvSpPr>
          <p:cNvPr id="4" name="Text Placeholder 4"/>
          <p:cNvSpPr txBox="1">
            <a:spLocks/>
          </p:cNvSpPr>
          <p:nvPr/>
        </p:nvSpPr>
        <p:spPr>
          <a:xfrm>
            <a:off x="274639" y="2576384"/>
            <a:ext cx="8229599" cy="1325880"/>
          </a:xfrm>
          <a:prstGeom prst="rect">
            <a:avLst/>
          </a:prstGeom>
          <a:solidFill>
            <a:schemeClr val="tx1">
              <a:alpha val="13000"/>
            </a:schemeClr>
          </a:solidFill>
        </p:spPr>
        <p:txBody>
          <a:bodyPr wrap="none" lIns="182880" tIns="146304" rIns="182880" bIns="146304" anchor="t"/>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200" spc="-70" dirty="0">
                <a:gradFill>
                  <a:gsLst>
                    <a:gs pos="5417">
                      <a:schemeClr val="tx1"/>
                    </a:gs>
                    <a:gs pos="28000">
                      <a:schemeClr val="tx1"/>
                    </a:gs>
                  </a:gsLst>
                  <a:lin ang="5400000" scaled="0"/>
                </a:gradFill>
                <a:latin typeface="Segoe UI Light"/>
              </a:rPr>
              <a:t>Enrollment list has been populated</a:t>
            </a:r>
            <a:endParaRPr lang="en-US" sz="2000" dirty="0">
              <a:gradFill>
                <a:gsLst>
                  <a:gs pos="5417">
                    <a:schemeClr val="tx1"/>
                  </a:gs>
                  <a:gs pos="28000">
                    <a:schemeClr val="tx1"/>
                  </a:gs>
                </a:gsLst>
                <a:lin ang="5400000" scaled="0"/>
              </a:gradFill>
              <a:latin typeface="Segoe UI"/>
            </a:endParaRPr>
          </a:p>
        </p:txBody>
      </p:sp>
      <p:sp>
        <p:nvSpPr>
          <p:cNvPr id="5" name="Text Placeholder 4"/>
          <p:cNvSpPr txBox="1">
            <a:spLocks/>
          </p:cNvSpPr>
          <p:nvPr/>
        </p:nvSpPr>
        <p:spPr>
          <a:xfrm>
            <a:off x="274639" y="3947984"/>
            <a:ext cx="8229599" cy="1325880"/>
          </a:xfrm>
          <a:prstGeom prst="rect">
            <a:avLst/>
          </a:prstGeom>
          <a:solidFill>
            <a:schemeClr val="tx1">
              <a:alpha val="13000"/>
            </a:schemeClr>
          </a:solidFill>
        </p:spPr>
        <p:txBody>
          <a:bodyPr wrap="none" lIns="182880" tIns="146304" rIns="182880" bIns="146304" anchor="t"/>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200" spc="-70" dirty="0">
                <a:gradFill>
                  <a:gsLst>
                    <a:gs pos="5417">
                      <a:schemeClr val="tx1"/>
                    </a:gs>
                    <a:gs pos="28000">
                      <a:schemeClr val="tx1"/>
                    </a:gs>
                  </a:gsLst>
                  <a:lin ang="5400000" scaled="0"/>
                </a:gradFill>
                <a:latin typeface="Segoe UI Light"/>
              </a:rPr>
              <a:t>IoT hubs have </a:t>
            </a:r>
            <a:r>
              <a:rPr lang="en-US" sz="3200" spc="-70" dirty="0" smtClean="0">
                <a:gradFill>
                  <a:gsLst>
                    <a:gs pos="5417">
                      <a:schemeClr val="tx1"/>
                    </a:gs>
                    <a:gs pos="28000">
                      <a:schemeClr val="tx1"/>
                    </a:gs>
                  </a:gsLst>
                  <a:lin ang="5400000" scaled="0"/>
                </a:gradFill>
                <a:latin typeface="Segoe UI Light"/>
              </a:rPr>
              <a:t>been </a:t>
            </a:r>
            <a:r>
              <a:rPr lang="en-US" sz="3200" spc="-70" dirty="0">
                <a:gradFill>
                  <a:gsLst>
                    <a:gs pos="5417">
                      <a:schemeClr val="tx1"/>
                    </a:gs>
                    <a:gs pos="28000">
                      <a:schemeClr val="tx1"/>
                    </a:gs>
                  </a:gsLst>
                  <a:lin ang="5400000" scaled="0"/>
                </a:gradFill>
                <a:latin typeface="Segoe UI Light"/>
              </a:rPr>
              <a:t>linked to DPS</a:t>
            </a:r>
            <a:endParaRPr lang="en-US" sz="2000" dirty="0">
              <a:gradFill>
                <a:gsLst>
                  <a:gs pos="5417">
                    <a:schemeClr val="tx1"/>
                  </a:gs>
                  <a:gs pos="28000">
                    <a:schemeClr val="tx1"/>
                  </a:gs>
                </a:gsLst>
                <a:lin ang="5400000" scaled="0"/>
              </a:gradFill>
              <a:latin typeface="Segoe UI"/>
            </a:endParaRPr>
          </a:p>
        </p:txBody>
      </p:sp>
      <p:sp>
        <p:nvSpPr>
          <p:cNvPr id="6" name="Text Placeholder 4"/>
          <p:cNvSpPr txBox="1">
            <a:spLocks/>
          </p:cNvSpPr>
          <p:nvPr/>
        </p:nvSpPr>
        <p:spPr>
          <a:xfrm>
            <a:off x="274639" y="5319584"/>
            <a:ext cx="8229599" cy="1371600"/>
          </a:xfrm>
          <a:prstGeom prst="rect">
            <a:avLst/>
          </a:prstGeom>
          <a:solidFill>
            <a:schemeClr val="tx1">
              <a:alpha val="13000"/>
            </a:schemeClr>
          </a:solidFill>
        </p:spPr>
        <p:txBody>
          <a:bodyPr wrap="none" lIns="182880" tIns="146304" rIns="182880" bIns="146304" anchor="t"/>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200" spc="-70" dirty="0">
                <a:gradFill>
                  <a:gsLst>
                    <a:gs pos="5417">
                      <a:schemeClr val="tx1"/>
                    </a:gs>
                    <a:gs pos="28000">
                      <a:schemeClr val="tx1"/>
                    </a:gs>
                  </a:gsLst>
                  <a:lin ang="5400000" scaled="0"/>
                </a:gradFill>
                <a:latin typeface="Segoe UI Light"/>
              </a:rPr>
              <a:t>Device allocation policy has been set</a:t>
            </a:r>
            <a:endParaRPr lang="en-US" sz="2000" dirty="0">
              <a:gradFill>
                <a:gsLst>
                  <a:gs pos="5417">
                    <a:schemeClr val="tx1"/>
                  </a:gs>
                  <a:gs pos="28000">
                    <a:schemeClr val="tx1"/>
                  </a:gs>
                </a:gsLst>
                <a:lin ang="5400000" scaled="0"/>
              </a:gradFill>
              <a:latin typeface="Segoe UI"/>
            </a:endParaRPr>
          </a:p>
        </p:txBody>
      </p:sp>
    </p:spTree>
    <p:extLst>
      <p:ext uri="{BB962C8B-B14F-4D97-AF65-F5344CB8AC3E}">
        <p14:creationId xmlns:p14="http://schemas.microsoft.com/office/powerpoint/2010/main" val="2906764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Enrollment list</a:t>
            </a:r>
          </a:p>
        </p:txBody>
      </p:sp>
      <p:sp>
        <p:nvSpPr>
          <p:cNvPr id="4" name="Rectangle 3"/>
          <p:cNvSpPr/>
          <p:nvPr/>
        </p:nvSpPr>
        <p:spPr bwMode="auto">
          <a:xfrm>
            <a:off x="274638" y="1204784"/>
            <a:ext cx="1830960" cy="178308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endParaRPr lang="en-US" sz="2000" dirty="0">
              <a:gradFill>
                <a:gsLst>
                  <a:gs pos="0">
                    <a:srgbClr val="FFFFFF"/>
                  </a:gs>
                  <a:gs pos="100000">
                    <a:srgbClr val="FFFFFF"/>
                  </a:gs>
                </a:gsLst>
                <a:lin ang="5400000" scaled="0"/>
              </a:gradFill>
              <a:cs typeface="Segoe UI" pitchFamily="34" charset="0"/>
            </a:endParaRPr>
          </a:p>
        </p:txBody>
      </p:sp>
      <p:sp>
        <p:nvSpPr>
          <p:cNvPr id="5" name="Rectangle 4"/>
          <p:cNvSpPr/>
          <p:nvPr/>
        </p:nvSpPr>
        <p:spPr bwMode="auto">
          <a:xfrm>
            <a:off x="274638" y="3035744"/>
            <a:ext cx="1830960" cy="178308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endParaRPr lang="en-US" sz="2000" dirty="0">
              <a:gradFill>
                <a:gsLst>
                  <a:gs pos="0">
                    <a:srgbClr val="FFFFFF"/>
                  </a:gs>
                  <a:gs pos="100000">
                    <a:srgbClr val="FFFFFF"/>
                  </a:gs>
                </a:gsLst>
                <a:lin ang="5400000" scaled="0"/>
              </a:gradFill>
              <a:cs typeface="Segoe UI" pitchFamily="34" charset="0"/>
            </a:endParaRPr>
          </a:p>
        </p:txBody>
      </p:sp>
      <p:sp>
        <p:nvSpPr>
          <p:cNvPr id="6" name="Rectangle 5"/>
          <p:cNvSpPr/>
          <p:nvPr/>
        </p:nvSpPr>
        <p:spPr bwMode="auto">
          <a:xfrm>
            <a:off x="274638" y="4866703"/>
            <a:ext cx="1830960" cy="183096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endParaRPr lang="en-US" sz="2000" dirty="0">
              <a:gradFill>
                <a:gsLst>
                  <a:gs pos="0">
                    <a:srgbClr val="FFFFFF"/>
                  </a:gs>
                  <a:gs pos="100000">
                    <a:srgbClr val="FFFFFF"/>
                  </a:gs>
                </a:gsLst>
                <a:lin ang="5400000" scaled="0"/>
              </a:gradFill>
              <a:cs typeface="Segoe UI" pitchFamily="34" charset="0"/>
            </a:endParaRPr>
          </a:p>
        </p:txBody>
      </p:sp>
      <p:sp>
        <p:nvSpPr>
          <p:cNvPr id="8" name="Text Placeholder 4"/>
          <p:cNvSpPr txBox="1">
            <a:spLocks/>
          </p:cNvSpPr>
          <p:nvPr/>
        </p:nvSpPr>
        <p:spPr>
          <a:xfrm>
            <a:off x="2103438" y="1204784"/>
            <a:ext cx="10058400" cy="1783080"/>
          </a:xfrm>
          <a:prstGeom prst="rect">
            <a:avLst/>
          </a:prstGeom>
        </p:spPr>
        <p:txBody>
          <a:bodyPr wrap="square" lIns="182880" tIns="146304" rIns="182880" bIns="146304" anchor="ctr"/>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200" spc="-70" dirty="0">
                <a:gradFill>
                  <a:gsLst>
                    <a:gs pos="5417">
                      <a:schemeClr val="tx1"/>
                    </a:gs>
                    <a:gs pos="28000">
                      <a:schemeClr val="tx1"/>
                    </a:gs>
                  </a:gsLst>
                  <a:lin ang="5400000" scaled="0"/>
                </a:gradFill>
                <a:latin typeface="Segoe UI Light"/>
              </a:rPr>
              <a:t>One-stop shop for everything needed to provision a device</a:t>
            </a:r>
          </a:p>
          <a:p>
            <a:pPr marL="342900" indent="-342900">
              <a:lnSpc>
                <a:spcPct val="100000"/>
              </a:lnSpc>
              <a:spcBef>
                <a:spcPts val="0"/>
              </a:spcBef>
              <a:buSzTx/>
              <a:buFont typeface="Arial" panose="020B0604020202020204" pitchFamily="34" charset="0"/>
              <a:buChar char="•"/>
            </a:pPr>
            <a:r>
              <a:rPr lang="en-US" sz="2000" dirty="0">
                <a:gradFill>
                  <a:gsLst>
                    <a:gs pos="5417">
                      <a:schemeClr val="tx1"/>
                    </a:gs>
                    <a:gs pos="28000">
                      <a:schemeClr val="tx1"/>
                    </a:gs>
                  </a:gsLst>
                  <a:lin ang="5400000" scaled="0"/>
                </a:gradFill>
                <a:latin typeface="Segoe UI"/>
              </a:rPr>
              <a:t>Attestation information</a:t>
            </a:r>
          </a:p>
          <a:p>
            <a:pPr marL="342900" indent="-342900">
              <a:lnSpc>
                <a:spcPct val="100000"/>
              </a:lnSpc>
              <a:spcBef>
                <a:spcPts val="0"/>
              </a:spcBef>
              <a:buSzTx/>
              <a:buFont typeface="Arial" panose="020B0604020202020204" pitchFamily="34" charset="0"/>
              <a:buChar char="•"/>
            </a:pPr>
            <a:r>
              <a:rPr lang="en-US" sz="2000" dirty="0">
                <a:gradFill>
                  <a:gsLst>
                    <a:gs pos="5417">
                      <a:schemeClr val="tx1"/>
                    </a:gs>
                    <a:gs pos="28000">
                      <a:schemeClr val="tx1"/>
                    </a:gs>
                  </a:gsLst>
                  <a:lin ang="5400000" scaled="0"/>
                </a:gradFill>
                <a:latin typeface="Segoe UI"/>
              </a:rPr>
              <a:t>Initial configuration</a:t>
            </a:r>
          </a:p>
          <a:p>
            <a:pPr marL="342900" indent="-342900">
              <a:lnSpc>
                <a:spcPct val="100000"/>
              </a:lnSpc>
              <a:spcBef>
                <a:spcPts val="0"/>
              </a:spcBef>
              <a:buSzTx/>
              <a:buFont typeface="Arial" panose="020B0604020202020204" pitchFamily="34" charset="0"/>
              <a:buChar char="•"/>
            </a:pPr>
            <a:r>
              <a:rPr lang="en-US" sz="2000" dirty="0">
                <a:gradFill>
                  <a:gsLst>
                    <a:gs pos="5417">
                      <a:schemeClr val="tx1"/>
                    </a:gs>
                    <a:gs pos="28000">
                      <a:schemeClr val="tx1"/>
                    </a:gs>
                  </a:gsLst>
                  <a:lin ang="5400000" scaled="0"/>
                </a:gradFill>
                <a:latin typeface="Segoe UI"/>
              </a:rPr>
              <a:t>Additional device info</a:t>
            </a:r>
          </a:p>
        </p:txBody>
      </p:sp>
      <p:sp>
        <p:nvSpPr>
          <p:cNvPr id="9" name="Text Placeholder 4"/>
          <p:cNvSpPr txBox="1">
            <a:spLocks/>
          </p:cNvSpPr>
          <p:nvPr/>
        </p:nvSpPr>
        <p:spPr>
          <a:xfrm>
            <a:off x="2103438" y="3035742"/>
            <a:ext cx="10058400" cy="1783080"/>
          </a:xfrm>
          <a:prstGeom prst="rect">
            <a:avLst/>
          </a:prstGeom>
        </p:spPr>
        <p:txBody>
          <a:bodyPr wrap="none" lIns="182880" tIns="146304" rIns="182880" bIns="146304" anchor="ctr"/>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200" spc="-70" dirty="0">
                <a:gradFill>
                  <a:gsLst>
                    <a:gs pos="5417">
                      <a:schemeClr val="tx1"/>
                    </a:gs>
                    <a:gs pos="28000">
                      <a:schemeClr val="tx1"/>
                    </a:gs>
                  </a:gsLst>
                  <a:lin ang="5400000" scaled="0"/>
                </a:gradFill>
                <a:latin typeface="Segoe UI Light"/>
              </a:rPr>
              <a:t>Support for</a:t>
            </a:r>
          </a:p>
          <a:p>
            <a:pPr marL="342900" indent="-342900">
              <a:lnSpc>
                <a:spcPct val="100000"/>
              </a:lnSpc>
              <a:spcBef>
                <a:spcPts val="0"/>
              </a:spcBef>
              <a:buSzTx/>
              <a:buFont typeface="Arial" panose="020B0604020202020204" pitchFamily="34" charset="0"/>
              <a:buChar char="•"/>
            </a:pPr>
            <a:r>
              <a:rPr lang="en-US" sz="2000" spc="-70" dirty="0">
                <a:gradFill>
                  <a:gsLst>
                    <a:gs pos="5417">
                      <a:schemeClr val="tx1"/>
                    </a:gs>
                    <a:gs pos="28000">
                      <a:schemeClr val="tx1"/>
                    </a:gs>
                  </a:gsLst>
                  <a:lin ang="5400000" scaled="0"/>
                </a:gradFill>
                <a:latin typeface="Segoe UI"/>
              </a:rPr>
              <a:t>Individual enrollments – good for devices with individual configuration needs</a:t>
            </a:r>
          </a:p>
          <a:p>
            <a:pPr marL="342900" indent="-342900">
              <a:lnSpc>
                <a:spcPct val="100000"/>
              </a:lnSpc>
              <a:spcBef>
                <a:spcPts val="0"/>
              </a:spcBef>
              <a:buSzTx/>
              <a:buFont typeface="Arial" panose="020B0604020202020204" pitchFamily="34" charset="0"/>
              <a:buChar char="•"/>
            </a:pPr>
            <a:r>
              <a:rPr lang="en-US" sz="2000" spc="-70" dirty="0">
                <a:gradFill>
                  <a:gsLst>
                    <a:gs pos="5417">
                      <a:schemeClr val="tx1"/>
                    </a:gs>
                    <a:gs pos="28000">
                      <a:schemeClr val="tx1"/>
                    </a:gs>
                  </a:gsLst>
                  <a:lin ang="5400000" scaled="0"/>
                </a:gradFill>
                <a:latin typeface="Segoe UI"/>
              </a:rPr>
              <a:t>Enrollment groups – good for lots of devices with the same initial configuration</a:t>
            </a:r>
          </a:p>
        </p:txBody>
      </p:sp>
      <p:sp>
        <p:nvSpPr>
          <p:cNvPr id="10" name="Text Placeholder 4"/>
          <p:cNvSpPr txBox="1">
            <a:spLocks/>
          </p:cNvSpPr>
          <p:nvPr/>
        </p:nvSpPr>
        <p:spPr>
          <a:xfrm>
            <a:off x="2103438" y="4866703"/>
            <a:ext cx="10058400" cy="1828800"/>
          </a:xfrm>
          <a:prstGeom prst="rect">
            <a:avLst/>
          </a:prstGeom>
        </p:spPr>
        <p:txBody>
          <a:bodyPr wrap="none" lIns="182880" tIns="146304" rIns="182880" bIns="146304" anchor="ctr"/>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200" spc="-70" dirty="0">
                <a:gradFill>
                  <a:gsLst>
                    <a:gs pos="5417">
                      <a:schemeClr val="tx1"/>
                    </a:gs>
                    <a:gs pos="28000">
                      <a:schemeClr val="tx1"/>
                    </a:gs>
                  </a:gsLst>
                  <a:lin ang="5400000" scaled="0"/>
                </a:gradFill>
                <a:latin typeface="Segoe UI Light"/>
              </a:rPr>
              <a:t>Updatable throughout the supply chain</a:t>
            </a:r>
            <a:endParaRPr lang="en-US" sz="2000" spc="-70" dirty="0">
              <a:gradFill>
                <a:gsLst>
                  <a:gs pos="5417">
                    <a:schemeClr val="tx1"/>
                  </a:gs>
                  <a:gs pos="28000">
                    <a:schemeClr val="tx1"/>
                  </a:gs>
                </a:gsLst>
                <a:lin ang="5400000" scaled="0"/>
              </a:gradFill>
              <a:latin typeface="Segoe UI"/>
            </a:endParaRPr>
          </a:p>
        </p:txBody>
      </p:sp>
      <p:sp>
        <p:nvSpPr>
          <p:cNvPr id="17" name="Forklift" descr="Forklift&#10;">
            <a:extLst>
              <a:ext uri="{FF2B5EF4-FFF2-40B4-BE49-F238E27FC236}">
                <a16:creationId xmlns:a16="http://schemas.microsoft.com/office/drawing/2014/main" id="{41AB5A53-622A-4852-AD8A-C79E6CAAD31E}"/>
              </a:ext>
            </a:extLst>
          </p:cNvPr>
          <p:cNvSpPr>
            <a:spLocks noChangeAspect="1" noEditPoints="1"/>
          </p:cNvSpPr>
          <p:nvPr/>
        </p:nvSpPr>
        <p:spPr bwMode="auto">
          <a:xfrm>
            <a:off x="908970" y="5461063"/>
            <a:ext cx="691466" cy="640080"/>
          </a:xfrm>
          <a:custGeom>
            <a:avLst/>
            <a:gdLst>
              <a:gd name="T0" fmla="*/ 27 w 349"/>
              <a:gd name="T1" fmla="*/ 296 h 323"/>
              <a:gd name="T2" fmla="*/ 54 w 349"/>
              <a:gd name="T3" fmla="*/ 268 h 323"/>
              <a:gd name="T4" fmla="*/ 81 w 349"/>
              <a:gd name="T5" fmla="*/ 296 h 323"/>
              <a:gd name="T6" fmla="*/ 54 w 349"/>
              <a:gd name="T7" fmla="*/ 323 h 323"/>
              <a:gd name="T8" fmla="*/ 27 w 349"/>
              <a:gd name="T9" fmla="*/ 296 h 323"/>
              <a:gd name="T10" fmla="*/ 183 w 349"/>
              <a:gd name="T11" fmla="*/ 323 h 323"/>
              <a:gd name="T12" fmla="*/ 210 w 349"/>
              <a:gd name="T13" fmla="*/ 296 h 323"/>
              <a:gd name="T14" fmla="*/ 183 w 349"/>
              <a:gd name="T15" fmla="*/ 268 h 323"/>
              <a:gd name="T16" fmla="*/ 155 w 349"/>
              <a:gd name="T17" fmla="*/ 296 h 323"/>
              <a:gd name="T18" fmla="*/ 183 w 349"/>
              <a:gd name="T19" fmla="*/ 323 h 323"/>
              <a:gd name="T20" fmla="*/ 194 w 349"/>
              <a:gd name="T21" fmla="*/ 192 h 323"/>
              <a:gd name="T22" fmla="*/ 159 w 349"/>
              <a:gd name="T23" fmla="*/ 85 h 323"/>
              <a:gd name="T24" fmla="*/ 110 w 349"/>
              <a:gd name="T25" fmla="*/ 39 h 323"/>
              <a:gd name="T26" fmla="*/ 22 w 349"/>
              <a:gd name="T27" fmla="*/ 39 h 323"/>
              <a:gd name="T28" fmla="*/ 0 w 349"/>
              <a:gd name="T29" fmla="*/ 61 h 323"/>
              <a:gd name="T30" fmla="*/ 0 w 349"/>
              <a:gd name="T31" fmla="*/ 296 h 323"/>
              <a:gd name="T32" fmla="*/ 27 w 349"/>
              <a:gd name="T33" fmla="*/ 296 h 323"/>
              <a:gd name="T34" fmla="*/ 81 w 349"/>
              <a:gd name="T35" fmla="*/ 296 h 323"/>
              <a:gd name="T36" fmla="*/ 155 w 349"/>
              <a:gd name="T37" fmla="*/ 296 h 323"/>
              <a:gd name="T38" fmla="*/ 210 w 349"/>
              <a:gd name="T39" fmla="*/ 296 h 323"/>
              <a:gd name="T40" fmla="*/ 235 w 349"/>
              <a:gd name="T41" fmla="*/ 296 h 323"/>
              <a:gd name="T42" fmla="*/ 235 w 349"/>
              <a:gd name="T43" fmla="*/ 0 h 323"/>
              <a:gd name="T44" fmla="*/ 235 w 349"/>
              <a:gd name="T45" fmla="*/ 272 h 323"/>
              <a:gd name="T46" fmla="*/ 349 w 349"/>
              <a:gd name="T47" fmla="*/ 272 h 323"/>
              <a:gd name="T48" fmla="*/ 0 w 349"/>
              <a:gd name="T49" fmla="*/ 139 h 323"/>
              <a:gd name="T50" fmla="*/ 81 w 349"/>
              <a:gd name="T51" fmla="*/ 139 h 323"/>
              <a:gd name="T52" fmla="*/ 81 w 349"/>
              <a:gd name="T53" fmla="*/ 192 h 323"/>
              <a:gd name="T54" fmla="*/ 235 w 349"/>
              <a:gd name="T55" fmla="*/ 192 h 323"/>
              <a:gd name="T56" fmla="*/ 315 w 349"/>
              <a:gd name="T57" fmla="*/ 35 h 323"/>
              <a:gd name="T58" fmla="*/ 281 w 349"/>
              <a:gd name="T59" fmla="*/ 35 h 323"/>
              <a:gd name="T60" fmla="*/ 281 w 349"/>
              <a:gd name="T61" fmla="*/ 68 h 323"/>
              <a:gd name="T62" fmla="*/ 315 w 349"/>
              <a:gd name="T63" fmla="*/ 68 h 323"/>
              <a:gd name="T64" fmla="*/ 315 w 349"/>
              <a:gd name="T65" fmla="*/ 35 h 323"/>
              <a:gd name="T66" fmla="*/ 315 w 349"/>
              <a:gd name="T67" fmla="*/ 112 h 323"/>
              <a:gd name="T68" fmla="*/ 281 w 349"/>
              <a:gd name="T69" fmla="*/ 112 h 323"/>
              <a:gd name="T70" fmla="*/ 281 w 349"/>
              <a:gd name="T71" fmla="*/ 145 h 323"/>
              <a:gd name="T72" fmla="*/ 315 w 349"/>
              <a:gd name="T73" fmla="*/ 145 h 323"/>
              <a:gd name="T74" fmla="*/ 315 w 349"/>
              <a:gd name="T75" fmla="*/ 112 h 323"/>
              <a:gd name="T76" fmla="*/ 315 w 349"/>
              <a:gd name="T77" fmla="*/ 189 h 323"/>
              <a:gd name="T78" fmla="*/ 281 w 349"/>
              <a:gd name="T79" fmla="*/ 189 h 323"/>
              <a:gd name="T80" fmla="*/ 281 w 349"/>
              <a:gd name="T81" fmla="*/ 222 h 323"/>
              <a:gd name="T82" fmla="*/ 315 w 349"/>
              <a:gd name="T83" fmla="*/ 222 h 323"/>
              <a:gd name="T84" fmla="*/ 315 w 349"/>
              <a:gd name="T85" fmla="*/ 189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49" h="323">
                <a:moveTo>
                  <a:pt x="27" y="296"/>
                </a:moveTo>
                <a:cubicBezTo>
                  <a:pt x="27" y="281"/>
                  <a:pt x="39" y="268"/>
                  <a:pt x="54" y="268"/>
                </a:cubicBezTo>
                <a:cubicBezTo>
                  <a:pt x="69" y="268"/>
                  <a:pt x="81" y="281"/>
                  <a:pt x="81" y="296"/>
                </a:cubicBezTo>
                <a:cubicBezTo>
                  <a:pt x="81" y="311"/>
                  <a:pt x="69" y="323"/>
                  <a:pt x="54" y="323"/>
                </a:cubicBezTo>
                <a:cubicBezTo>
                  <a:pt x="39" y="323"/>
                  <a:pt x="27" y="311"/>
                  <a:pt x="27" y="296"/>
                </a:cubicBezTo>
                <a:close/>
                <a:moveTo>
                  <a:pt x="183" y="323"/>
                </a:moveTo>
                <a:cubicBezTo>
                  <a:pt x="198" y="323"/>
                  <a:pt x="210" y="311"/>
                  <a:pt x="210" y="296"/>
                </a:cubicBezTo>
                <a:cubicBezTo>
                  <a:pt x="210" y="281"/>
                  <a:pt x="198" y="268"/>
                  <a:pt x="183" y="268"/>
                </a:cubicBezTo>
                <a:cubicBezTo>
                  <a:pt x="167" y="268"/>
                  <a:pt x="155" y="281"/>
                  <a:pt x="155" y="296"/>
                </a:cubicBezTo>
                <a:cubicBezTo>
                  <a:pt x="155" y="311"/>
                  <a:pt x="167" y="323"/>
                  <a:pt x="183" y="323"/>
                </a:cubicBezTo>
                <a:close/>
                <a:moveTo>
                  <a:pt x="194" y="192"/>
                </a:moveTo>
                <a:cubicBezTo>
                  <a:pt x="159" y="85"/>
                  <a:pt x="159" y="85"/>
                  <a:pt x="159" y="85"/>
                </a:cubicBezTo>
                <a:cubicBezTo>
                  <a:pt x="150" y="62"/>
                  <a:pt x="135" y="39"/>
                  <a:pt x="110" y="39"/>
                </a:cubicBezTo>
                <a:cubicBezTo>
                  <a:pt x="22" y="39"/>
                  <a:pt x="22" y="39"/>
                  <a:pt x="22" y="39"/>
                </a:cubicBezTo>
                <a:cubicBezTo>
                  <a:pt x="10" y="39"/>
                  <a:pt x="0" y="49"/>
                  <a:pt x="0" y="61"/>
                </a:cubicBezTo>
                <a:cubicBezTo>
                  <a:pt x="0" y="296"/>
                  <a:pt x="0" y="296"/>
                  <a:pt x="0" y="296"/>
                </a:cubicBezTo>
                <a:cubicBezTo>
                  <a:pt x="27" y="296"/>
                  <a:pt x="27" y="296"/>
                  <a:pt x="27" y="296"/>
                </a:cubicBezTo>
                <a:moveTo>
                  <a:pt x="81" y="296"/>
                </a:moveTo>
                <a:cubicBezTo>
                  <a:pt x="155" y="296"/>
                  <a:pt x="155" y="296"/>
                  <a:pt x="155" y="296"/>
                </a:cubicBezTo>
                <a:moveTo>
                  <a:pt x="210" y="296"/>
                </a:moveTo>
                <a:cubicBezTo>
                  <a:pt x="235" y="296"/>
                  <a:pt x="235" y="296"/>
                  <a:pt x="235" y="296"/>
                </a:cubicBezTo>
                <a:cubicBezTo>
                  <a:pt x="235" y="0"/>
                  <a:pt x="235" y="0"/>
                  <a:pt x="235" y="0"/>
                </a:cubicBezTo>
                <a:moveTo>
                  <a:pt x="235" y="272"/>
                </a:moveTo>
                <a:cubicBezTo>
                  <a:pt x="349" y="272"/>
                  <a:pt x="349" y="272"/>
                  <a:pt x="349" y="272"/>
                </a:cubicBezTo>
                <a:moveTo>
                  <a:pt x="0" y="139"/>
                </a:moveTo>
                <a:cubicBezTo>
                  <a:pt x="81" y="139"/>
                  <a:pt x="81" y="139"/>
                  <a:pt x="81" y="139"/>
                </a:cubicBezTo>
                <a:cubicBezTo>
                  <a:pt x="81" y="192"/>
                  <a:pt x="81" y="192"/>
                  <a:pt x="81" y="192"/>
                </a:cubicBezTo>
                <a:cubicBezTo>
                  <a:pt x="235" y="192"/>
                  <a:pt x="235" y="192"/>
                  <a:pt x="235" y="192"/>
                </a:cubicBezTo>
                <a:moveTo>
                  <a:pt x="315" y="35"/>
                </a:moveTo>
                <a:cubicBezTo>
                  <a:pt x="281" y="35"/>
                  <a:pt x="281" y="35"/>
                  <a:pt x="281" y="35"/>
                </a:cubicBezTo>
                <a:cubicBezTo>
                  <a:pt x="281" y="68"/>
                  <a:pt x="281" y="68"/>
                  <a:pt x="281" y="68"/>
                </a:cubicBezTo>
                <a:cubicBezTo>
                  <a:pt x="315" y="68"/>
                  <a:pt x="315" y="68"/>
                  <a:pt x="315" y="68"/>
                </a:cubicBezTo>
                <a:lnTo>
                  <a:pt x="315" y="35"/>
                </a:lnTo>
                <a:close/>
                <a:moveTo>
                  <a:pt x="315" y="112"/>
                </a:moveTo>
                <a:cubicBezTo>
                  <a:pt x="281" y="112"/>
                  <a:pt x="281" y="112"/>
                  <a:pt x="281" y="112"/>
                </a:cubicBezTo>
                <a:cubicBezTo>
                  <a:pt x="281" y="145"/>
                  <a:pt x="281" y="145"/>
                  <a:pt x="281" y="145"/>
                </a:cubicBezTo>
                <a:cubicBezTo>
                  <a:pt x="315" y="145"/>
                  <a:pt x="315" y="145"/>
                  <a:pt x="315" y="145"/>
                </a:cubicBezTo>
                <a:lnTo>
                  <a:pt x="315" y="112"/>
                </a:lnTo>
                <a:close/>
                <a:moveTo>
                  <a:pt x="315" y="189"/>
                </a:moveTo>
                <a:cubicBezTo>
                  <a:pt x="281" y="189"/>
                  <a:pt x="281" y="189"/>
                  <a:pt x="281" y="189"/>
                </a:cubicBezTo>
                <a:cubicBezTo>
                  <a:pt x="281" y="222"/>
                  <a:pt x="281" y="222"/>
                  <a:pt x="281" y="222"/>
                </a:cubicBezTo>
                <a:cubicBezTo>
                  <a:pt x="315" y="222"/>
                  <a:pt x="315" y="222"/>
                  <a:pt x="315" y="222"/>
                </a:cubicBezTo>
                <a:lnTo>
                  <a:pt x="315" y="189"/>
                </a:lnTo>
                <a:close/>
              </a:path>
            </a:pathLst>
          </a:custGeom>
          <a:noFill/>
          <a:ln w="3175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CompanyDirectory_EF0D" descr="Directory, logbook&#10;">
            <a:extLst>
              <a:ext uri="{FF2B5EF4-FFF2-40B4-BE49-F238E27FC236}">
                <a16:creationId xmlns:a16="http://schemas.microsoft.com/office/drawing/2014/main" id="{7FF205CF-713A-48F1-B8C4-3F2BFFFF0E7C}"/>
              </a:ext>
            </a:extLst>
          </p:cNvPr>
          <p:cNvSpPr>
            <a:spLocks noChangeAspect="1" noEditPoints="1"/>
          </p:cNvSpPr>
          <p:nvPr/>
        </p:nvSpPr>
        <p:spPr bwMode="auto">
          <a:xfrm>
            <a:off x="908970" y="3607242"/>
            <a:ext cx="576010" cy="640080"/>
          </a:xfrm>
          <a:custGeom>
            <a:avLst/>
            <a:gdLst>
              <a:gd name="T0" fmla="*/ 374 w 3371"/>
              <a:gd name="T1" fmla="*/ 3746 h 3746"/>
              <a:gd name="T2" fmla="*/ 374 w 3371"/>
              <a:gd name="T3" fmla="*/ 0 h 3746"/>
              <a:gd name="T4" fmla="*/ 3371 w 3371"/>
              <a:gd name="T5" fmla="*/ 0 h 3746"/>
              <a:gd name="T6" fmla="*/ 3371 w 3371"/>
              <a:gd name="T7" fmla="*/ 3746 h 3746"/>
              <a:gd name="T8" fmla="*/ 374 w 3371"/>
              <a:gd name="T9" fmla="*/ 3746 h 3746"/>
              <a:gd name="T10" fmla="*/ 0 w 3371"/>
              <a:gd name="T11" fmla="*/ 501 h 3746"/>
              <a:gd name="T12" fmla="*/ 367 w 3371"/>
              <a:gd name="T13" fmla="*/ 501 h 3746"/>
              <a:gd name="T14" fmla="*/ 0 w 3371"/>
              <a:gd name="T15" fmla="*/ 1251 h 3746"/>
              <a:gd name="T16" fmla="*/ 367 w 3371"/>
              <a:gd name="T17" fmla="*/ 1251 h 3746"/>
              <a:gd name="T18" fmla="*/ 0 w 3371"/>
              <a:gd name="T19" fmla="*/ 2500 h 3746"/>
              <a:gd name="T20" fmla="*/ 367 w 3371"/>
              <a:gd name="T21" fmla="*/ 2500 h 3746"/>
              <a:gd name="T22" fmla="*/ 0 w 3371"/>
              <a:gd name="T23" fmla="*/ 3250 h 3746"/>
              <a:gd name="T24" fmla="*/ 367 w 3371"/>
              <a:gd name="T25" fmla="*/ 3250 h 3746"/>
              <a:gd name="T26" fmla="*/ 1748 w 3371"/>
              <a:gd name="T27" fmla="*/ 749 h 3746"/>
              <a:gd name="T28" fmla="*/ 2997 w 3371"/>
              <a:gd name="T29" fmla="*/ 749 h 3746"/>
              <a:gd name="T30" fmla="*/ 1748 w 3371"/>
              <a:gd name="T31" fmla="*/ 1249 h 3746"/>
              <a:gd name="T32" fmla="*/ 2997 w 3371"/>
              <a:gd name="T33" fmla="*/ 1249 h 3746"/>
              <a:gd name="T34" fmla="*/ 1748 w 3371"/>
              <a:gd name="T35" fmla="*/ 2497 h 3746"/>
              <a:gd name="T36" fmla="*/ 2997 w 3371"/>
              <a:gd name="T37" fmla="*/ 2497 h 3746"/>
              <a:gd name="T38" fmla="*/ 1748 w 3371"/>
              <a:gd name="T39" fmla="*/ 2997 h 3746"/>
              <a:gd name="T40" fmla="*/ 2997 w 3371"/>
              <a:gd name="T41" fmla="*/ 2997 h 3746"/>
              <a:gd name="T42" fmla="*/ 1122 w 3371"/>
              <a:gd name="T43" fmla="*/ 753 h 3746"/>
              <a:gd name="T44" fmla="*/ 874 w 3371"/>
              <a:gd name="T45" fmla="*/ 1001 h 3746"/>
              <a:gd name="T46" fmla="*/ 1122 w 3371"/>
              <a:gd name="T47" fmla="*/ 1249 h 3746"/>
              <a:gd name="T48" fmla="*/ 1369 w 3371"/>
              <a:gd name="T49" fmla="*/ 1001 h 3746"/>
              <a:gd name="T50" fmla="*/ 1122 w 3371"/>
              <a:gd name="T51" fmla="*/ 753 h 3746"/>
              <a:gd name="T52" fmla="*/ 1122 w 3371"/>
              <a:gd name="T53" fmla="*/ 2499 h 3746"/>
              <a:gd name="T54" fmla="*/ 874 w 3371"/>
              <a:gd name="T55" fmla="*/ 2747 h 3746"/>
              <a:gd name="T56" fmla="*/ 1122 w 3371"/>
              <a:gd name="T57" fmla="*/ 2995 h 3746"/>
              <a:gd name="T58" fmla="*/ 1369 w 3371"/>
              <a:gd name="T59" fmla="*/ 2747 h 3746"/>
              <a:gd name="T60" fmla="*/ 1122 w 3371"/>
              <a:gd name="T61" fmla="*/ 2499 h 3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71" h="3746">
                <a:moveTo>
                  <a:pt x="374" y="3746"/>
                </a:moveTo>
                <a:cubicBezTo>
                  <a:pt x="374" y="0"/>
                  <a:pt x="374" y="0"/>
                  <a:pt x="374" y="0"/>
                </a:cubicBezTo>
                <a:cubicBezTo>
                  <a:pt x="3371" y="0"/>
                  <a:pt x="3371" y="0"/>
                  <a:pt x="3371" y="0"/>
                </a:cubicBezTo>
                <a:cubicBezTo>
                  <a:pt x="3371" y="3746"/>
                  <a:pt x="3371" y="3746"/>
                  <a:pt x="3371" y="3746"/>
                </a:cubicBezTo>
                <a:lnTo>
                  <a:pt x="374" y="3746"/>
                </a:lnTo>
                <a:close/>
                <a:moveTo>
                  <a:pt x="0" y="501"/>
                </a:moveTo>
                <a:cubicBezTo>
                  <a:pt x="367" y="501"/>
                  <a:pt x="367" y="501"/>
                  <a:pt x="367" y="501"/>
                </a:cubicBezTo>
                <a:moveTo>
                  <a:pt x="0" y="1251"/>
                </a:moveTo>
                <a:cubicBezTo>
                  <a:pt x="367" y="1251"/>
                  <a:pt x="367" y="1251"/>
                  <a:pt x="367" y="1251"/>
                </a:cubicBezTo>
                <a:moveTo>
                  <a:pt x="0" y="2500"/>
                </a:moveTo>
                <a:cubicBezTo>
                  <a:pt x="367" y="2500"/>
                  <a:pt x="367" y="2500"/>
                  <a:pt x="367" y="2500"/>
                </a:cubicBezTo>
                <a:moveTo>
                  <a:pt x="0" y="3250"/>
                </a:moveTo>
                <a:cubicBezTo>
                  <a:pt x="367" y="3250"/>
                  <a:pt x="367" y="3250"/>
                  <a:pt x="367" y="3250"/>
                </a:cubicBezTo>
                <a:moveTo>
                  <a:pt x="1748" y="749"/>
                </a:moveTo>
                <a:cubicBezTo>
                  <a:pt x="2997" y="749"/>
                  <a:pt x="2997" y="749"/>
                  <a:pt x="2997" y="749"/>
                </a:cubicBezTo>
                <a:moveTo>
                  <a:pt x="1748" y="1249"/>
                </a:moveTo>
                <a:cubicBezTo>
                  <a:pt x="2997" y="1249"/>
                  <a:pt x="2997" y="1249"/>
                  <a:pt x="2997" y="1249"/>
                </a:cubicBezTo>
                <a:moveTo>
                  <a:pt x="1748" y="2497"/>
                </a:moveTo>
                <a:cubicBezTo>
                  <a:pt x="2997" y="2497"/>
                  <a:pt x="2997" y="2497"/>
                  <a:pt x="2997" y="2497"/>
                </a:cubicBezTo>
                <a:moveTo>
                  <a:pt x="1748" y="2997"/>
                </a:moveTo>
                <a:cubicBezTo>
                  <a:pt x="2997" y="2997"/>
                  <a:pt x="2997" y="2997"/>
                  <a:pt x="2997" y="2997"/>
                </a:cubicBezTo>
                <a:moveTo>
                  <a:pt x="1122" y="753"/>
                </a:moveTo>
                <a:cubicBezTo>
                  <a:pt x="985" y="753"/>
                  <a:pt x="874" y="864"/>
                  <a:pt x="874" y="1001"/>
                </a:cubicBezTo>
                <a:cubicBezTo>
                  <a:pt x="874" y="1138"/>
                  <a:pt x="985" y="1249"/>
                  <a:pt x="1122" y="1249"/>
                </a:cubicBezTo>
                <a:cubicBezTo>
                  <a:pt x="1258" y="1249"/>
                  <a:pt x="1369" y="1138"/>
                  <a:pt x="1369" y="1001"/>
                </a:cubicBezTo>
                <a:cubicBezTo>
                  <a:pt x="1369" y="864"/>
                  <a:pt x="1258" y="753"/>
                  <a:pt x="1122" y="753"/>
                </a:cubicBezTo>
                <a:close/>
                <a:moveTo>
                  <a:pt x="1122" y="2499"/>
                </a:moveTo>
                <a:cubicBezTo>
                  <a:pt x="985" y="2499"/>
                  <a:pt x="874" y="2610"/>
                  <a:pt x="874" y="2747"/>
                </a:cubicBezTo>
                <a:cubicBezTo>
                  <a:pt x="874" y="2884"/>
                  <a:pt x="985" y="2995"/>
                  <a:pt x="1122" y="2995"/>
                </a:cubicBezTo>
                <a:cubicBezTo>
                  <a:pt x="1258" y="2995"/>
                  <a:pt x="1369" y="2884"/>
                  <a:pt x="1369" y="2747"/>
                </a:cubicBezTo>
                <a:cubicBezTo>
                  <a:pt x="1369" y="2610"/>
                  <a:pt x="1258" y="2499"/>
                  <a:pt x="1122" y="2499"/>
                </a:cubicBezTo>
                <a:close/>
              </a:path>
            </a:pathLst>
          </a:custGeom>
          <a:noFill/>
          <a:ln w="317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Rocket" descr="Rocket, space&#10;">
            <a:extLst>
              <a:ext uri="{FF2B5EF4-FFF2-40B4-BE49-F238E27FC236}">
                <a16:creationId xmlns:a16="http://schemas.microsoft.com/office/drawing/2014/main" id="{440E4B74-3CF5-4EE4-B1C2-DBCABFBABF03}"/>
              </a:ext>
            </a:extLst>
          </p:cNvPr>
          <p:cNvSpPr>
            <a:spLocks noChangeAspect="1" noEditPoints="1"/>
          </p:cNvSpPr>
          <p:nvPr/>
        </p:nvSpPr>
        <p:spPr bwMode="auto">
          <a:xfrm>
            <a:off x="869876" y="1780316"/>
            <a:ext cx="651566" cy="640080"/>
          </a:xfrm>
          <a:custGeom>
            <a:avLst/>
            <a:gdLst>
              <a:gd name="T0" fmla="*/ 352 w 352"/>
              <a:gd name="T1" fmla="*/ 3 h 346"/>
              <a:gd name="T2" fmla="*/ 305 w 352"/>
              <a:gd name="T3" fmla="*/ 142 h 346"/>
              <a:gd name="T4" fmla="*/ 118 w 352"/>
              <a:gd name="T5" fmla="*/ 326 h 346"/>
              <a:gd name="T6" fmla="*/ 50 w 352"/>
              <a:gd name="T7" fmla="*/ 346 h 346"/>
              <a:gd name="T8" fmla="*/ 0 w 352"/>
              <a:gd name="T9" fmla="*/ 295 h 346"/>
              <a:gd name="T10" fmla="*/ 30 w 352"/>
              <a:gd name="T11" fmla="*/ 227 h 346"/>
              <a:gd name="T12" fmla="*/ 203 w 352"/>
              <a:gd name="T13" fmla="*/ 54 h 346"/>
              <a:gd name="T14" fmla="*/ 352 w 352"/>
              <a:gd name="T15" fmla="*/ 3 h 346"/>
              <a:gd name="T16" fmla="*/ 203 w 352"/>
              <a:gd name="T17" fmla="*/ 55 h 346"/>
              <a:gd name="T18" fmla="*/ 301 w 352"/>
              <a:gd name="T19" fmla="*/ 146 h 346"/>
              <a:gd name="T20" fmla="*/ 144 w 352"/>
              <a:gd name="T21" fmla="*/ 113 h 346"/>
              <a:gd name="T22" fmla="*/ 0 w 352"/>
              <a:gd name="T23" fmla="*/ 113 h 346"/>
              <a:gd name="T24" fmla="*/ 0 w 352"/>
              <a:gd name="T25" fmla="*/ 197 h 346"/>
              <a:gd name="T26" fmla="*/ 30 w 352"/>
              <a:gd name="T27" fmla="*/ 227 h 346"/>
              <a:gd name="T28" fmla="*/ 30 w 352"/>
              <a:gd name="T29" fmla="*/ 227 h 346"/>
              <a:gd name="T30" fmla="*/ 120 w 352"/>
              <a:gd name="T31" fmla="*/ 324 h 346"/>
              <a:gd name="T32" fmla="*/ 141 w 352"/>
              <a:gd name="T33" fmla="*/ 346 h 346"/>
              <a:gd name="T34" fmla="*/ 232 w 352"/>
              <a:gd name="T35" fmla="*/ 346 h 346"/>
              <a:gd name="T36" fmla="*/ 232 w 352"/>
              <a:gd name="T37" fmla="*/ 214 h 346"/>
              <a:gd name="T38" fmla="*/ 176 w 352"/>
              <a:gd name="T39" fmla="*/ 159 h 346"/>
              <a:gd name="T40" fmla="*/ 194 w 352"/>
              <a:gd name="T41" fmla="*/ 177 h 346"/>
              <a:gd name="T42" fmla="*/ 211 w 352"/>
              <a:gd name="T43" fmla="*/ 159 h 346"/>
              <a:gd name="T44" fmla="*/ 194 w 352"/>
              <a:gd name="T45" fmla="*/ 141 h 346"/>
              <a:gd name="T46" fmla="*/ 176 w 352"/>
              <a:gd name="T47" fmla="*/ 159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52" h="346">
                <a:moveTo>
                  <a:pt x="352" y="3"/>
                </a:moveTo>
                <a:cubicBezTo>
                  <a:pt x="346" y="85"/>
                  <a:pt x="305" y="142"/>
                  <a:pt x="305" y="142"/>
                </a:cubicBezTo>
                <a:cubicBezTo>
                  <a:pt x="305" y="142"/>
                  <a:pt x="305" y="142"/>
                  <a:pt x="118" y="326"/>
                </a:cubicBezTo>
                <a:cubicBezTo>
                  <a:pt x="118" y="326"/>
                  <a:pt x="118" y="326"/>
                  <a:pt x="50" y="346"/>
                </a:cubicBezTo>
                <a:cubicBezTo>
                  <a:pt x="50" y="346"/>
                  <a:pt x="50" y="346"/>
                  <a:pt x="0" y="295"/>
                </a:cubicBezTo>
                <a:cubicBezTo>
                  <a:pt x="0" y="295"/>
                  <a:pt x="0" y="295"/>
                  <a:pt x="30" y="227"/>
                </a:cubicBezTo>
                <a:cubicBezTo>
                  <a:pt x="30" y="227"/>
                  <a:pt x="149" y="109"/>
                  <a:pt x="203" y="54"/>
                </a:cubicBezTo>
                <a:cubicBezTo>
                  <a:pt x="257" y="0"/>
                  <a:pt x="352" y="3"/>
                  <a:pt x="352" y="3"/>
                </a:cubicBezTo>
                <a:close/>
                <a:moveTo>
                  <a:pt x="203" y="55"/>
                </a:moveTo>
                <a:cubicBezTo>
                  <a:pt x="301" y="146"/>
                  <a:pt x="301" y="146"/>
                  <a:pt x="301" y="146"/>
                </a:cubicBezTo>
                <a:moveTo>
                  <a:pt x="144" y="113"/>
                </a:moveTo>
                <a:cubicBezTo>
                  <a:pt x="0" y="113"/>
                  <a:pt x="0" y="113"/>
                  <a:pt x="0" y="113"/>
                </a:cubicBezTo>
                <a:cubicBezTo>
                  <a:pt x="0" y="197"/>
                  <a:pt x="0" y="197"/>
                  <a:pt x="0" y="197"/>
                </a:cubicBezTo>
                <a:cubicBezTo>
                  <a:pt x="30" y="227"/>
                  <a:pt x="30" y="227"/>
                  <a:pt x="30" y="227"/>
                </a:cubicBezTo>
                <a:moveTo>
                  <a:pt x="30" y="227"/>
                </a:moveTo>
                <a:cubicBezTo>
                  <a:pt x="120" y="324"/>
                  <a:pt x="120" y="324"/>
                  <a:pt x="120" y="324"/>
                </a:cubicBezTo>
                <a:cubicBezTo>
                  <a:pt x="141" y="346"/>
                  <a:pt x="141" y="346"/>
                  <a:pt x="141" y="346"/>
                </a:cubicBezTo>
                <a:cubicBezTo>
                  <a:pt x="232" y="346"/>
                  <a:pt x="232" y="346"/>
                  <a:pt x="232" y="346"/>
                </a:cubicBezTo>
                <a:cubicBezTo>
                  <a:pt x="232" y="214"/>
                  <a:pt x="232" y="214"/>
                  <a:pt x="232" y="214"/>
                </a:cubicBezTo>
                <a:moveTo>
                  <a:pt x="176" y="159"/>
                </a:moveTo>
                <a:cubicBezTo>
                  <a:pt x="176" y="169"/>
                  <a:pt x="184" y="177"/>
                  <a:pt x="194" y="177"/>
                </a:cubicBezTo>
                <a:cubicBezTo>
                  <a:pt x="203" y="177"/>
                  <a:pt x="211" y="169"/>
                  <a:pt x="211" y="159"/>
                </a:cubicBezTo>
                <a:cubicBezTo>
                  <a:pt x="211" y="149"/>
                  <a:pt x="203" y="141"/>
                  <a:pt x="194" y="141"/>
                </a:cubicBezTo>
                <a:cubicBezTo>
                  <a:pt x="184" y="141"/>
                  <a:pt x="176" y="149"/>
                  <a:pt x="176" y="159"/>
                </a:cubicBezTo>
                <a:close/>
              </a:path>
            </a:pathLst>
          </a:custGeom>
          <a:noFill/>
          <a:ln w="3175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900">
              <a:gradFill>
                <a:gsLst>
                  <a:gs pos="0">
                    <a:srgbClr val="505050"/>
                  </a:gs>
                  <a:gs pos="100000">
                    <a:srgbClr val="505050"/>
                  </a:gs>
                </a:gsLst>
                <a:lin ang="5400000" scaled="1"/>
              </a:gradFill>
            </a:endParaRPr>
          </a:p>
        </p:txBody>
      </p:sp>
    </p:spTree>
    <p:extLst>
      <p:ext uri="{BB962C8B-B14F-4D97-AF65-F5344CB8AC3E}">
        <p14:creationId xmlns:p14="http://schemas.microsoft.com/office/powerpoint/2010/main" val="149030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Linked IoT hubs</a:t>
            </a:r>
          </a:p>
        </p:txBody>
      </p:sp>
      <p:sp>
        <p:nvSpPr>
          <p:cNvPr id="4" name="Rectangle 3"/>
          <p:cNvSpPr/>
          <p:nvPr/>
        </p:nvSpPr>
        <p:spPr bwMode="auto">
          <a:xfrm>
            <a:off x="274638" y="1204784"/>
            <a:ext cx="1830960" cy="178308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endParaRPr lang="en-US" sz="2000" dirty="0">
              <a:gradFill>
                <a:gsLst>
                  <a:gs pos="0">
                    <a:srgbClr val="FFFFFF"/>
                  </a:gs>
                  <a:gs pos="100000">
                    <a:srgbClr val="FFFFFF"/>
                  </a:gs>
                </a:gsLst>
                <a:lin ang="5400000" scaled="0"/>
              </a:gradFill>
              <a:cs typeface="Segoe UI" pitchFamily="34" charset="0"/>
            </a:endParaRPr>
          </a:p>
        </p:txBody>
      </p:sp>
      <p:sp>
        <p:nvSpPr>
          <p:cNvPr id="5" name="Rectangle 4"/>
          <p:cNvSpPr/>
          <p:nvPr/>
        </p:nvSpPr>
        <p:spPr bwMode="auto">
          <a:xfrm>
            <a:off x="274638" y="3035744"/>
            <a:ext cx="1830960" cy="178308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endParaRPr lang="en-US" sz="2000" dirty="0">
              <a:gradFill>
                <a:gsLst>
                  <a:gs pos="0">
                    <a:srgbClr val="FFFFFF"/>
                  </a:gs>
                  <a:gs pos="100000">
                    <a:srgbClr val="FFFFFF"/>
                  </a:gs>
                </a:gsLst>
                <a:lin ang="5400000" scaled="0"/>
              </a:gradFill>
              <a:cs typeface="Segoe UI" pitchFamily="34" charset="0"/>
            </a:endParaRPr>
          </a:p>
        </p:txBody>
      </p:sp>
      <p:sp>
        <p:nvSpPr>
          <p:cNvPr id="8" name="Text Placeholder 4"/>
          <p:cNvSpPr txBox="1">
            <a:spLocks/>
          </p:cNvSpPr>
          <p:nvPr/>
        </p:nvSpPr>
        <p:spPr>
          <a:xfrm>
            <a:off x="2103438" y="1204784"/>
            <a:ext cx="10058400" cy="1783080"/>
          </a:xfrm>
          <a:prstGeom prst="rect">
            <a:avLst/>
          </a:prstGeom>
        </p:spPr>
        <p:txBody>
          <a:bodyPr wrap="square" lIns="182880" tIns="146304" rIns="182880" bIns="146304" anchor="ctr"/>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200" spc="-70" dirty="0">
                <a:gradFill>
                  <a:gsLst>
                    <a:gs pos="5417">
                      <a:schemeClr val="tx1"/>
                    </a:gs>
                    <a:gs pos="28000">
                      <a:schemeClr val="tx1"/>
                    </a:gs>
                  </a:gsLst>
                  <a:lin ang="5400000" scaled="0"/>
                </a:gradFill>
                <a:latin typeface="Segoe UI Light"/>
              </a:rPr>
              <a:t>Linking an IoT hub to DPS gives DPS permissions to register devices to the hub</a:t>
            </a:r>
          </a:p>
        </p:txBody>
      </p:sp>
      <p:sp>
        <p:nvSpPr>
          <p:cNvPr id="9" name="Text Placeholder 4"/>
          <p:cNvSpPr txBox="1">
            <a:spLocks/>
          </p:cNvSpPr>
          <p:nvPr/>
        </p:nvSpPr>
        <p:spPr>
          <a:xfrm>
            <a:off x="2103438" y="3035742"/>
            <a:ext cx="10058400" cy="1783080"/>
          </a:xfrm>
          <a:prstGeom prst="rect">
            <a:avLst/>
          </a:prstGeom>
        </p:spPr>
        <p:txBody>
          <a:bodyPr wrap="none" lIns="182880" tIns="146304" rIns="182880" bIns="146304" anchor="ctr"/>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200" spc="-70" dirty="0">
                <a:gradFill>
                  <a:gsLst>
                    <a:gs pos="5417">
                      <a:schemeClr val="tx1"/>
                    </a:gs>
                    <a:gs pos="28000">
                      <a:schemeClr val="tx1"/>
                    </a:gs>
                  </a:gsLst>
                  <a:lin ang="5400000" scaled="0"/>
                </a:gradFill>
                <a:latin typeface="Segoe UI Light"/>
              </a:rPr>
              <a:t>Links can be cross-region or cross-subscription</a:t>
            </a:r>
          </a:p>
        </p:txBody>
      </p:sp>
      <p:sp>
        <p:nvSpPr>
          <p:cNvPr id="13" name="IoT_Hub" descr="IoT hub&#10;">
            <a:extLst>
              <a:ext uri="{FF2B5EF4-FFF2-40B4-BE49-F238E27FC236}">
                <a16:creationId xmlns:a16="http://schemas.microsoft.com/office/drawing/2014/main" id="{4B50592F-F1B4-4B8D-BD99-171E46582AED}"/>
              </a:ext>
            </a:extLst>
          </p:cNvPr>
          <p:cNvSpPr>
            <a:spLocks noChangeAspect="1" noEditPoints="1"/>
          </p:cNvSpPr>
          <p:nvPr/>
        </p:nvSpPr>
        <p:spPr bwMode="auto">
          <a:xfrm>
            <a:off x="868998" y="1776284"/>
            <a:ext cx="640080" cy="640080"/>
          </a:xfrm>
          <a:custGeom>
            <a:avLst/>
            <a:gdLst>
              <a:gd name="T0" fmla="*/ 274 w 360"/>
              <a:gd name="T1" fmla="*/ 0 h 360"/>
              <a:gd name="T2" fmla="*/ 360 w 360"/>
              <a:gd name="T3" fmla="*/ 0 h 360"/>
              <a:gd name="T4" fmla="*/ 360 w 360"/>
              <a:gd name="T5" fmla="*/ 85 h 360"/>
              <a:gd name="T6" fmla="*/ 0 w 360"/>
              <a:gd name="T7" fmla="*/ 275 h 360"/>
              <a:gd name="T8" fmla="*/ 0 w 360"/>
              <a:gd name="T9" fmla="*/ 360 h 360"/>
              <a:gd name="T10" fmla="*/ 85 w 360"/>
              <a:gd name="T11" fmla="*/ 360 h 360"/>
              <a:gd name="T12" fmla="*/ 196 w 360"/>
              <a:gd name="T13" fmla="*/ 176 h 360"/>
              <a:gd name="T14" fmla="*/ 235 w 360"/>
              <a:gd name="T15" fmla="*/ 215 h 360"/>
              <a:gd name="T16" fmla="*/ 274 w 360"/>
              <a:gd name="T17" fmla="*/ 176 h 360"/>
              <a:gd name="T18" fmla="*/ 235 w 360"/>
              <a:gd name="T19" fmla="*/ 137 h 360"/>
              <a:gd name="T20" fmla="*/ 196 w 360"/>
              <a:gd name="T21" fmla="*/ 176 h 360"/>
              <a:gd name="T22" fmla="*/ 263 w 360"/>
              <a:gd name="T23" fmla="*/ 260 h 360"/>
              <a:gd name="T24" fmla="*/ 290 w 360"/>
              <a:gd name="T25" fmla="*/ 286 h 360"/>
              <a:gd name="T26" fmla="*/ 316 w 360"/>
              <a:gd name="T27" fmla="*/ 260 h 360"/>
              <a:gd name="T28" fmla="*/ 290 w 360"/>
              <a:gd name="T29" fmla="*/ 233 h 360"/>
              <a:gd name="T30" fmla="*/ 263 w 360"/>
              <a:gd name="T31" fmla="*/ 260 h 360"/>
              <a:gd name="T32" fmla="*/ 123 w 360"/>
              <a:gd name="T33" fmla="*/ 258 h 360"/>
              <a:gd name="T34" fmla="*/ 144 w 360"/>
              <a:gd name="T35" fmla="*/ 279 h 360"/>
              <a:gd name="T36" fmla="*/ 165 w 360"/>
              <a:gd name="T37" fmla="*/ 258 h 360"/>
              <a:gd name="T38" fmla="*/ 144 w 360"/>
              <a:gd name="T39" fmla="*/ 236 h 360"/>
              <a:gd name="T40" fmla="*/ 123 w 360"/>
              <a:gd name="T41" fmla="*/ 258 h 360"/>
              <a:gd name="T42" fmla="*/ 32 w 360"/>
              <a:gd name="T43" fmla="*/ 170 h 360"/>
              <a:gd name="T44" fmla="*/ 59 w 360"/>
              <a:gd name="T45" fmla="*/ 196 h 360"/>
              <a:gd name="T46" fmla="*/ 85 w 360"/>
              <a:gd name="T47" fmla="*/ 170 h 360"/>
              <a:gd name="T48" fmla="*/ 59 w 360"/>
              <a:gd name="T49" fmla="*/ 143 h 360"/>
              <a:gd name="T50" fmla="*/ 32 w 360"/>
              <a:gd name="T51" fmla="*/ 170 h 360"/>
              <a:gd name="T52" fmla="*/ 133 w 360"/>
              <a:gd name="T53" fmla="*/ 74 h 360"/>
              <a:gd name="T54" fmla="*/ 160 w 360"/>
              <a:gd name="T55" fmla="*/ 100 h 360"/>
              <a:gd name="T56" fmla="*/ 187 w 360"/>
              <a:gd name="T57" fmla="*/ 74 h 360"/>
              <a:gd name="T58" fmla="*/ 160 w 360"/>
              <a:gd name="T59" fmla="*/ 47 h 360"/>
              <a:gd name="T60" fmla="*/ 133 w 360"/>
              <a:gd name="T61" fmla="*/ 74 h 360"/>
              <a:gd name="T62" fmla="*/ 176 w 360"/>
              <a:gd name="T63" fmla="*/ 95 h 360"/>
              <a:gd name="T64" fmla="*/ 214 w 360"/>
              <a:gd name="T65" fmla="*/ 143 h 360"/>
              <a:gd name="T66" fmla="*/ 274 w 360"/>
              <a:gd name="T67" fmla="*/ 238 h 360"/>
              <a:gd name="T68" fmla="*/ 256 w 360"/>
              <a:gd name="T69" fmla="*/ 211 h 360"/>
              <a:gd name="T70" fmla="*/ 161 w 360"/>
              <a:gd name="T71" fmla="*/ 245 h 360"/>
              <a:gd name="T72" fmla="*/ 208 w 360"/>
              <a:gd name="T73" fmla="*/ 204 h 360"/>
              <a:gd name="T74" fmla="*/ 85 w 360"/>
              <a:gd name="T75" fmla="*/ 173 h 360"/>
              <a:gd name="T76" fmla="*/ 196 w 360"/>
              <a:gd name="T77" fmla="*/ 176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60" h="360">
                <a:moveTo>
                  <a:pt x="274" y="0"/>
                </a:moveTo>
                <a:cubicBezTo>
                  <a:pt x="360" y="0"/>
                  <a:pt x="360" y="0"/>
                  <a:pt x="360" y="0"/>
                </a:cubicBezTo>
                <a:cubicBezTo>
                  <a:pt x="360" y="85"/>
                  <a:pt x="360" y="85"/>
                  <a:pt x="360" y="85"/>
                </a:cubicBezTo>
                <a:moveTo>
                  <a:pt x="0" y="275"/>
                </a:moveTo>
                <a:cubicBezTo>
                  <a:pt x="0" y="360"/>
                  <a:pt x="0" y="360"/>
                  <a:pt x="0" y="360"/>
                </a:cubicBezTo>
                <a:cubicBezTo>
                  <a:pt x="85" y="360"/>
                  <a:pt x="85" y="360"/>
                  <a:pt x="85" y="360"/>
                </a:cubicBezTo>
                <a:moveTo>
                  <a:pt x="196" y="176"/>
                </a:moveTo>
                <a:cubicBezTo>
                  <a:pt x="196" y="198"/>
                  <a:pt x="213" y="215"/>
                  <a:pt x="235" y="215"/>
                </a:cubicBezTo>
                <a:cubicBezTo>
                  <a:pt x="256" y="215"/>
                  <a:pt x="274" y="198"/>
                  <a:pt x="274" y="176"/>
                </a:cubicBezTo>
                <a:cubicBezTo>
                  <a:pt x="274" y="155"/>
                  <a:pt x="256" y="137"/>
                  <a:pt x="235" y="137"/>
                </a:cubicBezTo>
                <a:cubicBezTo>
                  <a:pt x="213" y="137"/>
                  <a:pt x="196" y="155"/>
                  <a:pt x="196" y="176"/>
                </a:cubicBezTo>
                <a:close/>
                <a:moveTo>
                  <a:pt x="263" y="260"/>
                </a:moveTo>
                <a:cubicBezTo>
                  <a:pt x="263" y="274"/>
                  <a:pt x="275" y="286"/>
                  <a:pt x="290" y="286"/>
                </a:cubicBezTo>
                <a:cubicBezTo>
                  <a:pt x="304" y="286"/>
                  <a:pt x="316" y="274"/>
                  <a:pt x="316" y="260"/>
                </a:cubicBezTo>
                <a:cubicBezTo>
                  <a:pt x="316" y="245"/>
                  <a:pt x="304" y="233"/>
                  <a:pt x="290" y="233"/>
                </a:cubicBezTo>
                <a:cubicBezTo>
                  <a:pt x="275" y="233"/>
                  <a:pt x="263" y="245"/>
                  <a:pt x="263" y="260"/>
                </a:cubicBezTo>
                <a:close/>
                <a:moveTo>
                  <a:pt x="123" y="258"/>
                </a:moveTo>
                <a:cubicBezTo>
                  <a:pt x="123" y="270"/>
                  <a:pt x="132" y="279"/>
                  <a:pt x="144" y="279"/>
                </a:cubicBezTo>
                <a:cubicBezTo>
                  <a:pt x="156" y="279"/>
                  <a:pt x="165" y="270"/>
                  <a:pt x="165" y="258"/>
                </a:cubicBezTo>
                <a:cubicBezTo>
                  <a:pt x="165" y="246"/>
                  <a:pt x="156" y="236"/>
                  <a:pt x="144" y="236"/>
                </a:cubicBezTo>
                <a:cubicBezTo>
                  <a:pt x="132" y="236"/>
                  <a:pt x="123" y="246"/>
                  <a:pt x="123" y="258"/>
                </a:cubicBezTo>
                <a:close/>
                <a:moveTo>
                  <a:pt x="32" y="170"/>
                </a:moveTo>
                <a:cubicBezTo>
                  <a:pt x="32" y="184"/>
                  <a:pt x="44" y="196"/>
                  <a:pt x="59" y="196"/>
                </a:cubicBezTo>
                <a:cubicBezTo>
                  <a:pt x="73" y="196"/>
                  <a:pt x="85" y="184"/>
                  <a:pt x="85" y="170"/>
                </a:cubicBezTo>
                <a:cubicBezTo>
                  <a:pt x="85" y="155"/>
                  <a:pt x="73" y="143"/>
                  <a:pt x="59" y="143"/>
                </a:cubicBezTo>
                <a:cubicBezTo>
                  <a:pt x="44" y="143"/>
                  <a:pt x="32" y="155"/>
                  <a:pt x="32" y="170"/>
                </a:cubicBezTo>
                <a:close/>
                <a:moveTo>
                  <a:pt x="133" y="74"/>
                </a:moveTo>
                <a:cubicBezTo>
                  <a:pt x="133" y="88"/>
                  <a:pt x="145" y="100"/>
                  <a:pt x="160" y="100"/>
                </a:cubicBezTo>
                <a:cubicBezTo>
                  <a:pt x="175" y="100"/>
                  <a:pt x="187" y="88"/>
                  <a:pt x="187" y="74"/>
                </a:cubicBezTo>
                <a:cubicBezTo>
                  <a:pt x="187" y="59"/>
                  <a:pt x="175" y="47"/>
                  <a:pt x="160" y="47"/>
                </a:cubicBezTo>
                <a:cubicBezTo>
                  <a:pt x="145" y="47"/>
                  <a:pt x="133" y="59"/>
                  <a:pt x="133" y="74"/>
                </a:cubicBezTo>
                <a:close/>
                <a:moveTo>
                  <a:pt x="176" y="95"/>
                </a:moveTo>
                <a:cubicBezTo>
                  <a:pt x="214" y="143"/>
                  <a:pt x="214" y="143"/>
                  <a:pt x="214" y="143"/>
                </a:cubicBezTo>
                <a:moveTo>
                  <a:pt x="274" y="238"/>
                </a:moveTo>
                <a:cubicBezTo>
                  <a:pt x="256" y="211"/>
                  <a:pt x="256" y="211"/>
                  <a:pt x="256" y="211"/>
                </a:cubicBezTo>
                <a:moveTo>
                  <a:pt x="161" y="245"/>
                </a:moveTo>
                <a:cubicBezTo>
                  <a:pt x="208" y="204"/>
                  <a:pt x="208" y="204"/>
                  <a:pt x="208" y="204"/>
                </a:cubicBezTo>
                <a:moveTo>
                  <a:pt x="85" y="173"/>
                </a:moveTo>
                <a:cubicBezTo>
                  <a:pt x="196" y="176"/>
                  <a:pt x="196" y="176"/>
                  <a:pt x="196" y="176"/>
                </a:cubicBezTo>
              </a:path>
            </a:pathLst>
          </a:custGeom>
          <a:noFill/>
          <a:ln w="31750" cap="sq">
            <a:solidFill>
              <a:schemeClr val="bg1"/>
            </a:solidFill>
            <a:prstDash val="soli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gradFill>
                <a:gsLst>
                  <a:gs pos="0">
                    <a:srgbClr val="505050"/>
                  </a:gs>
                  <a:gs pos="100000">
                    <a:srgbClr val="505050"/>
                  </a:gs>
                </a:gsLst>
              </a:gradFill>
            </a:endParaRPr>
          </a:p>
        </p:txBody>
      </p:sp>
      <p:sp>
        <p:nvSpPr>
          <p:cNvPr id="14" name="IoT" descr="Internet of things, IoT&#10;">
            <a:extLst>
              <a:ext uri="{FF2B5EF4-FFF2-40B4-BE49-F238E27FC236}">
                <a16:creationId xmlns:a16="http://schemas.microsoft.com/office/drawing/2014/main" id="{3286DE56-6D99-4711-A25E-46E3F5F18762}"/>
              </a:ext>
            </a:extLst>
          </p:cNvPr>
          <p:cNvSpPr>
            <a:spLocks noChangeAspect="1" noEditPoints="1"/>
          </p:cNvSpPr>
          <p:nvPr/>
        </p:nvSpPr>
        <p:spPr bwMode="auto">
          <a:xfrm>
            <a:off x="870021" y="3607242"/>
            <a:ext cx="639057" cy="640080"/>
          </a:xfrm>
          <a:custGeom>
            <a:avLst/>
            <a:gdLst>
              <a:gd name="T0" fmla="*/ 235 w 352"/>
              <a:gd name="T1" fmla="*/ 176 h 352"/>
              <a:gd name="T2" fmla="*/ 176 w 352"/>
              <a:gd name="T3" fmla="*/ 235 h 352"/>
              <a:gd name="T4" fmla="*/ 117 w 352"/>
              <a:gd name="T5" fmla="*/ 176 h 352"/>
              <a:gd name="T6" fmla="*/ 176 w 352"/>
              <a:gd name="T7" fmla="*/ 117 h 352"/>
              <a:gd name="T8" fmla="*/ 235 w 352"/>
              <a:gd name="T9" fmla="*/ 176 h 352"/>
              <a:gd name="T10" fmla="*/ 270 w 352"/>
              <a:gd name="T11" fmla="*/ 0 h 352"/>
              <a:gd name="T12" fmla="*/ 235 w 352"/>
              <a:gd name="T13" fmla="*/ 35 h 352"/>
              <a:gd name="T14" fmla="*/ 270 w 352"/>
              <a:gd name="T15" fmla="*/ 70 h 352"/>
              <a:gd name="T16" fmla="*/ 305 w 352"/>
              <a:gd name="T17" fmla="*/ 35 h 352"/>
              <a:gd name="T18" fmla="*/ 270 w 352"/>
              <a:gd name="T19" fmla="*/ 0 h 352"/>
              <a:gd name="T20" fmla="*/ 82 w 352"/>
              <a:gd name="T21" fmla="*/ 23 h 352"/>
              <a:gd name="T22" fmla="*/ 47 w 352"/>
              <a:gd name="T23" fmla="*/ 59 h 352"/>
              <a:gd name="T24" fmla="*/ 82 w 352"/>
              <a:gd name="T25" fmla="*/ 94 h 352"/>
              <a:gd name="T26" fmla="*/ 117 w 352"/>
              <a:gd name="T27" fmla="*/ 59 h 352"/>
              <a:gd name="T28" fmla="*/ 82 w 352"/>
              <a:gd name="T29" fmla="*/ 23 h 352"/>
              <a:gd name="T30" fmla="*/ 35 w 352"/>
              <a:gd name="T31" fmla="*/ 211 h 352"/>
              <a:gd name="T32" fmla="*/ 0 w 352"/>
              <a:gd name="T33" fmla="*/ 246 h 352"/>
              <a:gd name="T34" fmla="*/ 35 w 352"/>
              <a:gd name="T35" fmla="*/ 282 h 352"/>
              <a:gd name="T36" fmla="*/ 70 w 352"/>
              <a:gd name="T37" fmla="*/ 246 h 352"/>
              <a:gd name="T38" fmla="*/ 35 w 352"/>
              <a:gd name="T39" fmla="*/ 211 h 352"/>
              <a:gd name="T40" fmla="*/ 223 w 352"/>
              <a:gd name="T41" fmla="*/ 282 h 352"/>
              <a:gd name="T42" fmla="*/ 188 w 352"/>
              <a:gd name="T43" fmla="*/ 317 h 352"/>
              <a:gd name="T44" fmla="*/ 223 w 352"/>
              <a:gd name="T45" fmla="*/ 352 h 352"/>
              <a:gd name="T46" fmla="*/ 258 w 352"/>
              <a:gd name="T47" fmla="*/ 317 h 352"/>
              <a:gd name="T48" fmla="*/ 223 w 352"/>
              <a:gd name="T49" fmla="*/ 282 h 352"/>
              <a:gd name="T50" fmla="*/ 317 w 352"/>
              <a:gd name="T51" fmla="*/ 164 h 352"/>
              <a:gd name="T52" fmla="*/ 282 w 352"/>
              <a:gd name="T53" fmla="*/ 199 h 352"/>
              <a:gd name="T54" fmla="*/ 317 w 352"/>
              <a:gd name="T55" fmla="*/ 235 h 352"/>
              <a:gd name="T56" fmla="*/ 352 w 352"/>
              <a:gd name="T57" fmla="*/ 199 h 352"/>
              <a:gd name="T58" fmla="*/ 317 w 352"/>
              <a:gd name="T59" fmla="*/ 164 h 352"/>
              <a:gd name="T60" fmla="*/ 250 w 352"/>
              <a:gd name="T61" fmla="*/ 64 h 352"/>
              <a:gd name="T62" fmla="*/ 209 w 352"/>
              <a:gd name="T63" fmla="*/ 127 h 352"/>
              <a:gd name="T64" fmla="*/ 139 w 352"/>
              <a:gd name="T65" fmla="*/ 130 h 352"/>
              <a:gd name="T66" fmla="*/ 104 w 352"/>
              <a:gd name="T67" fmla="*/ 86 h 352"/>
              <a:gd name="T68" fmla="*/ 67 w 352"/>
              <a:gd name="T69" fmla="*/ 231 h 352"/>
              <a:gd name="T70" fmla="*/ 124 w 352"/>
              <a:gd name="T71" fmla="*/ 202 h 352"/>
              <a:gd name="T72" fmla="*/ 212 w 352"/>
              <a:gd name="T73" fmla="*/ 283 h 352"/>
              <a:gd name="T74" fmla="*/ 195 w 352"/>
              <a:gd name="T75" fmla="*/ 232 h 352"/>
              <a:gd name="T76" fmla="*/ 234 w 352"/>
              <a:gd name="T77" fmla="*/ 186 h 352"/>
              <a:gd name="T78" fmla="*/ 282 w 352"/>
              <a:gd name="T79" fmla="*/ 194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52" h="352">
                <a:moveTo>
                  <a:pt x="235" y="176"/>
                </a:moveTo>
                <a:cubicBezTo>
                  <a:pt x="235" y="208"/>
                  <a:pt x="208" y="235"/>
                  <a:pt x="176" y="235"/>
                </a:cubicBezTo>
                <a:cubicBezTo>
                  <a:pt x="144" y="235"/>
                  <a:pt x="117" y="208"/>
                  <a:pt x="117" y="176"/>
                </a:cubicBezTo>
                <a:cubicBezTo>
                  <a:pt x="117" y="144"/>
                  <a:pt x="144" y="117"/>
                  <a:pt x="176" y="117"/>
                </a:cubicBezTo>
                <a:cubicBezTo>
                  <a:pt x="208" y="117"/>
                  <a:pt x="235" y="144"/>
                  <a:pt x="235" y="176"/>
                </a:cubicBezTo>
                <a:close/>
                <a:moveTo>
                  <a:pt x="270" y="0"/>
                </a:moveTo>
                <a:cubicBezTo>
                  <a:pt x="250" y="0"/>
                  <a:pt x="235" y="16"/>
                  <a:pt x="235" y="35"/>
                </a:cubicBezTo>
                <a:cubicBezTo>
                  <a:pt x="235" y="55"/>
                  <a:pt x="250" y="70"/>
                  <a:pt x="270" y="70"/>
                </a:cubicBezTo>
                <a:cubicBezTo>
                  <a:pt x="289" y="70"/>
                  <a:pt x="305" y="55"/>
                  <a:pt x="305" y="35"/>
                </a:cubicBezTo>
                <a:cubicBezTo>
                  <a:pt x="305" y="16"/>
                  <a:pt x="289" y="0"/>
                  <a:pt x="270" y="0"/>
                </a:cubicBezTo>
                <a:close/>
                <a:moveTo>
                  <a:pt x="82" y="23"/>
                </a:moveTo>
                <a:cubicBezTo>
                  <a:pt x="63" y="23"/>
                  <a:pt x="47" y="39"/>
                  <a:pt x="47" y="59"/>
                </a:cubicBezTo>
                <a:cubicBezTo>
                  <a:pt x="47" y="78"/>
                  <a:pt x="63" y="94"/>
                  <a:pt x="82" y="94"/>
                </a:cubicBezTo>
                <a:cubicBezTo>
                  <a:pt x="102" y="94"/>
                  <a:pt x="117" y="78"/>
                  <a:pt x="117" y="59"/>
                </a:cubicBezTo>
                <a:cubicBezTo>
                  <a:pt x="117" y="39"/>
                  <a:pt x="102" y="23"/>
                  <a:pt x="82" y="23"/>
                </a:cubicBezTo>
                <a:close/>
                <a:moveTo>
                  <a:pt x="35" y="211"/>
                </a:moveTo>
                <a:cubicBezTo>
                  <a:pt x="16" y="211"/>
                  <a:pt x="0" y="227"/>
                  <a:pt x="0" y="246"/>
                </a:cubicBezTo>
                <a:cubicBezTo>
                  <a:pt x="0" y="266"/>
                  <a:pt x="16" y="282"/>
                  <a:pt x="35" y="282"/>
                </a:cubicBezTo>
                <a:cubicBezTo>
                  <a:pt x="55" y="282"/>
                  <a:pt x="70" y="266"/>
                  <a:pt x="70" y="246"/>
                </a:cubicBezTo>
                <a:cubicBezTo>
                  <a:pt x="70" y="227"/>
                  <a:pt x="55" y="211"/>
                  <a:pt x="35" y="211"/>
                </a:cubicBezTo>
                <a:close/>
                <a:moveTo>
                  <a:pt x="223" y="282"/>
                </a:moveTo>
                <a:cubicBezTo>
                  <a:pt x="203" y="282"/>
                  <a:pt x="188" y="297"/>
                  <a:pt x="188" y="317"/>
                </a:cubicBezTo>
                <a:cubicBezTo>
                  <a:pt x="188" y="336"/>
                  <a:pt x="203" y="352"/>
                  <a:pt x="223" y="352"/>
                </a:cubicBezTo>
                <a:cubicBezTo>
                  <a:pt x="242" y="352"/>
                  <a:pt x="258" y="336"/>
                  <a:pt x="258" y="317"/>
                </a:cubicBezTo>
                <a:cubicBezTo>
                  <a:pt x="258" y="297"/>
                  <a:pt x="242" y="282"/>
                  <a:pt x="223" y="282"/>
                </a:cubicBezTo>
                <a:close/>
                <a:moveTo>
                  <a:pt x="317" y="164"/>
                </a:moveTo>
                <a:cubicBezTo>
                  <a:pt x="297" y="164"/>
                  <a:pt x="282" y="180"/>
                  <a:pt x="282" y="199"/>
                </a:cubicBezTo>
                <a:cubicBezTo>
                  <a:pt x="282" y="219"/>
                  <a:pt x="297" y="235"/>
                  <a:pt x="317" y="235"/>
                </a:cubicBezTo>
                <a:cubicBezTo>
                  <a:pt x="336" y="235"/>
                  <a:pt x="352" y="219"/>
                  <a:pt x="352" y="199"/>
                </a:cubicBezTo>
                <a:cubicBezTo>
                  <a:pt x="352" y="180"/>
                  <a:pt x="336" y="164"/>
                  <a:pt x="317" y="164"/>
                </a:cubicBezTo>
                <a:close/>
                <a:moveTo>
                  <a:pt x="250" y="64"/>
                </a:moveTo>
                <a:cubicBezTo>
                  <a:pt x="209" y="127"/>
                  <a:pt x="209" y="127"/>
                  <a:pt x="209" y="127"/>
                </a:cubicBezTo>
                <a:moveTo>
                  <a:pt x="139" y="130"/>
                </a:moveTo>
                <a:cubicBezTo>
                  <a:pt x="104" y="86"/>
                  <a:pt x="104" y="86"/>
                  <a:pt x="104" y="86"/>
                </a:cubicBezTo>
                <a:moveTo>
                  <a:pt x="67" y="231"/>
                </a:moveTo>
                <a:cubicBezTo>
                  <a:pt x="124" y="202"/>
                  <a:pt x="124" y="202"/>
                  <a:pt x="124" y="202"/>
                </a:cubicBezTo>
                <a:moveTo>
                  <a:pt x="212" y="283"/>
                </a:moveTo>
                <a:cubicBezTo>
                  <a:pt x="195" y="232"/>
                  <a:pt x="195" y="232"/>
                  <a:pt x="195" y="232"/>
                </a:cubicBezTo>
                <a:moveTo>
                  <a:pt x="234" y="186"/>
                </a:moveTo>
                <a:cubicBezTo>
                  <a:pt x="282" y="194"/>
                  <a:pt x="282" y="194"/>
                  <a:pt x="282" y="194"/>
                </a:cubicBezTo>
              </a:path>
            </a:pathLst>
          </a:custGeom>
          <a:noFill/>
          <a:ln w="31750" cap="sq">
            <a:solidFill>
              <a:schemeClr val="bg1"/>
            </a:solidFill>
            <a:prstDash val="soli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gradFill>
                <a:gsLst>
                  <a:gs pos="0">
                    <a:srgbClr val="505050"/>
                  </a:gs>
                  <a:gs pos="100000">
                    <a:srgbClr val="505050"/>
                  </a:gs>
                </a:gsLst>
              </a:gradFill>
            </a:endParaRPr>
          </a:p>
        </p:txBody>
      </p:sp>
    </p:spTree>
    <p:extLst>
      <p:ext uri="{BB962C8B-B14F-4D97-AF65-F5344CB8AC3E}">
        <p14:creationId xmlns:p14="http://schemas.microsoft.com/office/powerpoint/2010/main" val="68986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Allocation policies</a:t>
            </a:r>
          </a:p>
        </p:txBody>
      </p:sp>
      <p:sp>
        <p:nvSpPr>
          <p:cNvPr id="4" name="Rectangle 3"/>
          <p:cNvSpPr/>
          <p:nvPr/>
        </p:nvSpPr>
        <p:spPr bwMode="auto">
          <a:xfrm>
            <a:off x="274638" y="1204784"/>
            <a:ext cx="1830960" cy="178308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endParaRPr lang="en-US" sz="2000" dirty="0">
              <a:gradFill>
                <a:gsLst>
                  <a:gs pos="0">
                    <a:srgbClr val="FFFFFF"/>
                  </a:gs>
                  <a:gs pos="100000">
                    <a:srgbClr val="FFFFFF"/>
                  </a:gs>
                </a:gsLst>
                <a:lin ang="5400000" scaled="0"/>
              </a:gradFill>
              <a:cs typeface="Segoe UI" pitchFamily="34" charset="0"/>
            </a:endParaRPr>
          </a:p>
        </p:txBody>
      </p:sp>
      <p:sp>
        <p:nvSpPr>
          <p:cNvPr id="5" name="Rectangle 4"/>
          <p:cNvSpPr/>
          <p:nvPr/>
        </p:nvSpPr>
        <p:spPr bwMode="auto">
          <a:xfrm>
            <a:off x="274638" y="3035744"/>
            <a:ext cx="1830960" cy="178308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endParaRPr lang="en-US" sz="2000" dirty="0">
              <a:gradFill>
                <a:gsLst>
                  <a:gs pos="0">
                    <a:srgbClr val="FFFFFF"/>
                  </a:gs>
                  <a:gs pos="100000">
                    <a:srgbClr val="FFFFFF"/>
                  </a:gs>
                </a:gsLst>
                <a:lin ang="5400000" scaled="0"/>
              </a:gradFill>
              <a:cs typeface="Segoe UI" pitchFamily="34" charset="0"/>
            </a:endParaRPr>
          </a:p>
        </p:txBody>
      </p:sp>
      <p:sp>
        <p:nvSpPr>
          <p:cNvPr id="8" name="Text Placeholder 4"/>
          <p:cNvSpPr txBox="1">
            <a:spLocks/>
          </p:cNvSpPr>
          <p:nvPr/>
        </p:nvSpPr>
        <p:spPr>
          <a:xfrm>
            <a:off x="2103438" y="1204784"/>
            <a:ext cx="10058400" cy="1783080"/>
          </a:xfrm>
          <a:prstGeom prst="rect">
            <a:avLst/>
          </a:prstGeom>
        </p:spPr>
        <p:txBody>
          <a:bodyPr wrap="square" lIns="182880" tIns="146304" rIns="182880" bIns="146304" anchor="ctr"/>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200" spc="-70" dirty="0">
                <a:gradFill>
                  <a:gsLst>
                    <a:gs pos="5417">
                      <a:schemeClr val="tx1"/>
                    </a:gs>
                    <a:gs pos="28000">
                      <a:schemeClr val="tx1"/>
                    </a:gs>
                  </a:gsLst>
                  <a:lin ang="5400000" scaled="0"/>
                </a:gradFill>
                <a:latin typeface="Segoe UI Light"/>
              </a:rPr>
              <a:t>Determines how DPS assigns devices to linked hubs</a:t>
            </a:r>
          </a:p>
          <a:p>
            <a:pPr marL="342900" indent="-342900">
              <a:buFont typeface="Arial" panose="020B0604020202020204" pitchFamily="34" charset="0"/>
              <a:buChar char="•"/>
            </a:pPr>
            <a:r>
              <a:rPr lang="en-US" sz="2000" spc="-70" dirty="0">
                <a:gradFill>
                  <a:gsLst>
                    <a:gs pos="5417">
                      <a:schemeClr val="tx1"/>
                    </a:gs>
                    <a:gs pos="28000">
                      <a:schemeClr val="tx1"/>
                    </a:gs>
                  </a:gsLst>
                  <a:lin ang="5400000" scaled="0"/>
                </a:gradFill>
                <a:latin typeface="Segoe UI" panose="020B0502040204020203" pitchFamily="34" charset="0"/>
                <a:cs typeface="Segoe UI" panose="020B0502040204020203" pitchFamily="34" charset="0"/>
              </a:rPr>
              <a:t>Evenly weighted distribution</a:t>
            </a:r>
          </a:p>
          <a:p>
            <a:pPr marL="342900" indent="-342900">
              <a:buFont typeface="Arial" panose="020B0604020202020204" pitchFamily="34" charset="0"/>
              <a:buChar char="•"/>
            </a:pPr>
            <a:r>
              <a:rPr lang="en-US" sz="2000" spc="-70" dirty="0">
                <a:gradFill>
                  <a:gsLst>
                    <a:gs pos="5417">
                      <a:schemeClr val="tx1"/>
                    </a:gs>
                    <a:gs pos="28000">
                      <a:schemeClr val="tx1"/>
                    </a:gs>
                  </a:gsLst>
                  <a:lin ang="5400000" scaled="0"/>
                </a:gradFill>
                <a:latin typeface="Segoe UI" panose="020B0502040204020203" pitchFamily="34" charset="0"/>
                <a:cs typeface="Segoe UI" panose="020B0502040204020203" pitchFamily="34" charset="0"/>
              </a:rPr>
              <a:t>Lowest latency</a:t>
            </a:r>
          </a:p>
          <a:p>
            <a:pPr marL="342900" indent="-342900">
              <a:buFont typeface="Arial" panose="020B0604020202020204" pitchFamily="34" charset="0"/>
              <a:buChar char="•"/>
            </a:pPr>
            <a:r>
              <a:rPr lang="en-US" sz="2000" spc="-70" dirty="0">
                <a:gradFill>
                  <a:gsLst>
                    <a:gs pos="5417">
                      <a:schemeClr val="tx1"/>
                    </a:gs>
                    <a:gs pos="28000">
                      <a:schemeClr val="tx1"/>
                    </a:gs>
                  </a:gsLst>
                  <a:lin ang="5400000" scaled="0"/>
                </a:gradFill>
                <a:latin typeface="Segoe UI" panose="020B0502040204020203" pitchFamily="34" charset="0"/>
                <a:cs typeface="Segoe UI" panose="020B0502040204020203" pitchFamily="34" charset="0"/>
              </a:rPr>
              <a:t>Static configuration via the enrollment list</a:t>
            </a:r>
          </a:p>
        </p:txBody>
      </p:sp>
      <p:sp>
        <p:nvSpPr>
          <p:cNvPr id="9" name="Text Placeholder 4"/>
          <p:cNvSpPr txBox="1">
            <a:spLocks/>
          </p:cNvSpPr>
          <p:nvPr/>
        </p:nvSpPr>
        <p:spPr>
          <a:xfrm>
            <a:off x="2103438" y="3035742"/>
            <a:ext cx="10058400" cy="1783080"/>
          </a:xfrm>
          <a:prstGeom prst="rect">
            <a:avLst/>
          </a:prstGeom>
        </p:spPr>
        <p:txBody>
          <a:bodyPr wrap="none" lIns="182880" tIns="146304" rIns="182880" bIns="146304" anchor="ctr"/>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200" spc="-70" dirty="0">
                <a:gradFill>
                  <a:gsLst>
                    <a:gs pos="5417">
                      <a:schemeClr val="tx1"/>
                    </a:gs>
                    <a:gs pos="28000">
                      <a:schemeClr val="tx1"/>
                    </a:gs>
                  </a:gsLst>
                  <a:lin ang="5400000" scaled="0"/>
                </a:gradFill>
                <a:latin typeface="Segoe UI Light"/>
              </a:rPr>
              <a:t>The allocation policy can be overridden per enrollment entry</a:t>
            </a:r>
          </a:p>
        </p:txBody>
      </p:sp>
      <p:sp>
        <p:nvSpPr>
          <p:cNvPr id="11" name="cloud_2" descr="Intelligent cloud&#10;">
            <a:extLst>
              <a:ext uri="{FF2B5EF4-FFF2-40B4-BE49-F238E27FC236}">
                <a16:creationId xmlns:a16="http://schemas.microsoft.com/office/drawing/2014/main" id="{D7065290-2723-48E0-B6FB-7C95F5393894}"/>
              </a:ext>
            </a:extLst>
          </p:cNvPr>
          <p:cNvSpPr>
            <a:spLocks noChangeAspect="1" noEditPoints="1"/>
          </p:cNvSpPr>
          <p:nvPr/>
        </p:nvSpPr>
        <p:spPr bwMode="auto">
          <a:xfrm>
            <a:off x="634449" y="3607242"/>
            <a:ext cx="1109178" cy="640080"/>
          </a:xfrm>
          <a:custGeom>
            <a:avLst/>
            <a:gdLst>
              <a:gd name="T0" fmla="*/ 138 w 349"/>
              <a:gd name="T1" fmla="*/ 181 h 200"/>
              <a:gd name="T2" fmla="*/ 49 w 349"/>
              <a:gd name="T3" fmla="*/ 181 h 200"/>
              <a:gd name="T4" fmla="*/ 0 w 349"/>
              <a:gd name="T5" fmla="*/ 132 h 200"/>
              <a:gd name="T6" fmla="*/ 49 w 349"/>
              <a:gd name="T7" fmla="*/ 84 h 200"/>
              <a:gd name="T8" fmla="*/ 59 w 349"/>
              <a:gd name="T9" fmla="*/ 85 h 200"/>
              <a:gd name="T10" fmla="*/ 148 w 349"/>
              <a:gd name="T11" fmla="*/ 0 h 200"/>
              <a:gd name="T12" fmla="*/ 234 w 349"/>
              <a:gd name="T13" fmla="*/ 68 h 200"/>
              <a:gd name="T14" fmla="*/ 282 w 349"/>
              <a:gd name="T15" fmla="*/ 47 h 200"/>
              <a:gd name="T16" fmla="*/ 349 w 349"/>
              <a:gd name="T17" fmla="*/ 114 h 200"/>
              <a:gd name="T18" fmla="*/ 282 w 349"/>
              <a:gd name="T19" fmla="*/ 180 h 200"/>
              <a:gd name="T20" fmla="*/ 282 w 349"/>
              <a:gd name="T21" fmla="*/ 180 h 200"/>
              <a:gd name="T22" fmla="*/ 206 w 349"/>
              <a:gd name="T23" fmla="*/ 180 h 200"/>
              <a:gd name="T24" fmla="*/ 119 w 349"/>
              <a:gd name="T25" fmla="*/ 200 h 200"/>
              <a:gd name="T26" fmla="*/ 138 w 349"/>
              <a:gd name="T27" fmla="*/ 181 h 200"/>
              <a:gd name="T28" fmla="*/ 119 w 349"/>
              <a:gd name="T29" fmla="*/ 161 h 200"/>
              <a:gd name="T30" fmla="*/ 225 w 349"/>
              <a:gd name="T31" fmla="*/ 161 h 200"/>
              <a:gd name="T32" fmla="*/ 206 w 349"/>
              <a:gd name="T33" fmla="*/ 180 h 200"/>
              <a:gd name="T34" fmla="*/ 225 w 349"/>
              <a:gd name="T35"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49" h="200">
                <a:moveTo>
                  <a:pt x="138" y="181"/>
                </a:moveTo>
                <a:cubicBezTo>
                  <a:pt x="49" y="181"/>
                  <a:pt x="49" y="181"/>
                  <a:pt x="49" y="181"/>
                </a:cubicBezTo>
                <a:cubicBezTo>
                  <a:pt x="22" y="181"/>
                  <a:pt x="0" y="159"/>
                  <a:pt x="0" y="132"/>
                </a:cubicBezTo>
                <a:cubicBezTo>
                  <a:pt x="0" y="105"/>
                  <a:pt x="22" y="84"/>
                  <a:pt x="49" y="84"/>
                </a:cubicBezTo>
                <a:cubicBezTo>
                  <a:pt x="52" y="84"/>
                  <a:pt x="56" y="84"/>
                  <a:pt x="59" y="85"/>
                </a:cubicBezTo>
                <a:cubicBezTo>
                  <a:pt x="61" y="38"/>
                  <a:pt x="100" y="0"/>
                  <a:pt x="148" y="0"/>
                </a:cubicBezTo>
                <a:cubicBezTo>
                  <a:pt x="189" y="0"/>
                  <a:pt x="224" y="29"/>
                  <a:pt x="234" y="68"/>
                </a:cubicBezTo>
                <a:cubicBezTo>
                  <a:pt x="246" y="55"/>
                  <a:pt x="263" y="47"/>
                  <a:pt x="282" y="47"/>
                </a:cubicBezTo>
                <a:cubicBezTo>
                  <a:pt x="319" y="47"/>
                  <a:pt x="349" y="77"/>
                  <a:pt x="349" y="114"/>
                </a:cubicBezTo>
                <a:cubicBezTo>
                  <a:pt x="349" y="151"/>
                  <a:pt x="319" y="180"/>
                  <a:pt x="282" y="180"/>
                </a:cubicBezTo>
                <a:cubicBezTo>
                  <a:pt x="282" y="180"/>
                  <a:pt x="282" y="180"/>
                  <a:pt x="282" y="180"/>
                </a:cubicBezTo>
                <a:cubicBezTo>
                  <a:pt x="206" y="180"/>
                  <a:pt x="206" y="180"/>
                  <a:pt x="206" y="180"/>
                </a:cubicBezTo>
                <a:moveTo>
                  <a:pt x="119" y="200"/>
                </a:moveTo>
                <a:cubicBezTo>
                  <a:pt x="138" y="181"/>
                  <a:pt x="138" y="181"/>
                  <a:pt x="138" y="181"/>
                </a:cubicBezTo>
                <a:cubicBezTo>
                  <a:pt x="119" y="161"/>
                  <a:pt x="119" y="161"/>
                  <a:pt x="119" y="161"/>
                </a:cubicBezTo>
                <a:moveTo>
                  <a:pt x="225" y="161"/>
                </a:moveTo>
                <a:cubicBezTo>
                  <a:pt x="206" y="180"/>
                  <a:pt x="206" y="180"/>
                  <a:pt x="206" y="180"/>
                </a:cubicBezTo>
                <a:cubicBezTo>
                  <a:pt x="225" y="200"/>
                  <a:pt x="225" y="200"/>
                  <a:pt x="225" y="200"/>
                </a:cubicBezTo>
              </a:path>
            </a:pathLst>
          </a:custGeom>
          <a:noFill/>
          <a:ln w="31750" cap="sq">
            <a:solidFill>
              <a:schemeClr val="bg1"/>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en-US" dirty="0">
              <a:gradFill>
                <a:gsLst>
                  <a:gs pos="0">
                    <a:srgbClr val="505050"/>
                  </a:gs>
                  <a:gs pos="100000">
                    <a:srgbClr val="505050"/>
                  </a:gs>
                </a:gsLst>
              </a:gradFill>
            </a:endParaRPr>
          </a:p>
        </p:txBody>
      </p:sp>
      <p:sp>
        <p:nvSpPr>
          <p:cNvPr id="12" name="car_3" descr="Mobile signal, &#10;connected car&#10;">
            <a:extLst>
              <a:ext uri="{FF2B5EF4-FFF2-40B4-BE49-F238E27FC236}">
                <a16:creationId xmlns:a16="http://schemas.microsoft.com/office/drawing/2014/main" id="{A754FC80-11FD-4BCF-9126-CE849E18745F}"/>
              </a:ext>
            </a:extLst>
          </p:cNvPr>
          <p:cNvSpPr>
            <a:spLocks noChangeAspect="1" noEditPoints="1"/>
          </p:cNvSpPr>
          <p:nvPr/>
        </p:nvSpPr>
        <p:spPr bwMode="auto">
          <a:xfrm>
            <a:off x="762927" y="1776284"/>
            <a:ext cx="852222" cy="640080"/>
          </a:xfrm>
          <a:custGeom>
            <a:avLst/>
            <a:gdLst>
              <a:gd name="T0" fmla="*/ 27 w 339"/>
              <a:gd name="T1" fmla="*/ 121 h 255"/>
              <a:gd name="T2" fmla="*/ 287 w 339"/>
              <a:gd name="T3" fmla="*/ 121 h 255"/>
              <a:gd name="T4" fmla="*/ 339 w 339"/>
              <a:gd name="T5" fmla="*/ 173 h 255"/>
              <a:gd name="T6" fmla="*/ 339 w 339"/>
              <a:gd name="T7" fmla="*/ 211 h 255"/>
              <a:gd name="T8" fmla="*/ 318 w 339"/>
              <a:gd name="T9" fmla="*/ 233 h 255"/>
              <a:gd name="T10" fmla="*/ 294 w 339"/>
              <a:gd name="T11" fmla="*/ 233 h 255"/>
              <a:gd name="T12" fmla="*/ 297 w 339"/>
              <a:gd name="T13" fmla="*/ 219 h 255"/>
              <a:gd name="T14" fmla="*/ 261 w 339"/>
              <a:gd name="T15" fmla="*/ 182 h 255"/>
              <a:gd name="T16" fmla="*/ 224 w 339"/>
              <a:gd name="T17" fmla="*/ 219 h 255"/>
              <a:gd name="T18" fmla="*/ 261 w 339"/>
              <a:gd name="T19" fmla="*/ 255 h 255"/>
              <a:gd name="T20" fmla="*/ 297 w 339"/>
              <a:gd name="T21" fmla="*/ 219 h 255"/>
              <a:gd name="T22" fmla="*/ 95 w 339"/>
              <a:gd name="T23" fmla="*/ 219 h 255"/>
              <a:gd name="T24" fmla="*/ 59 w 339"/>
              <a:gd name="T25" fmla="*/ 182 h 255"/>
              <a:gd name="T26" fmla="*/ 22 w 339"/>
              <a:gd name="T27" fmla="*/ 219 h 255"/>
              <a:gd name="T28" fmla="*/ 59 w 339"/>
              <a:gd name="T29" fmla="*/ 255 h 255"/>
              <a:gd name="T30" fmla="*/ 95 w 339"/>
              <a:gd name="T31" fmla="*/ 219 h 255"/>
              <a:gd name="T32" fmla="*/ 63 w 339"/>
              <a:gd name="T33" fmla="*/ 51 h 255"/>
              <a:gd name="T34" fmla="*/ 10 w 339"/>
              <a:gd name="T35" fmla="*/ 156 h 255"/>
              <a:gd name="T36" fmla="*/ 0 w 339"/>
              <a:gd name="T37" fmla="*/ 190 h 255"/>
              <a:gd name="T38" fmla="*/ 24 w 339"/>
              <a:gd name="T39" fmla="*/ 229 h 255"/>
              <a:gd name="T40" fmla="*/ 271 w 339"/>
              <a:gd name="T41" fmla="*/ 121 h 255"/>
              <a:gd name="T42" fmla="*/ 222 w 339"/>
              <a:gd name="T43" fmla="*/ 66 h 255"/>
              <a:gd name="T44" fmla="*/ 194 w 339"/>
              <a:gd name="T45" fmla="*/ 51 h 255"/>
              <a:gd name="T46" fmla="*/ 37 w 339"/>
              <a:gd name="T47" fmla="*/ 51 h 255"/>
              <a:gd name="T48" fmla="*/ 227 w 339"/>
              <a:gd name="T49" fmla="*/ 233 h 255"/>
              <a:gd name="T50" fmla="*/ 92 w 339"/>
              <a:gd name="T51" fmla="*/ 233 h 255"/>
              <a:gd name="T52" fmla="*/ 134 w 339"/>
              <a:gd name="T53" fmla="*/ 233 h 255"/>
              <a:gd name="T54" fmla="*/ 134 w 339"/>
              <a:gd name="T55" fmla="*/ 51 h 255"/>
              <a:gd name="T56" fmla="*/ 258 w 339"/>
              <a:gd name="T57" fmla="*/ 66 h 255"/>
              <a:gd name="T58" fmla="*/ 269 w 339"/>
              <a:gd name="T59" fmla="*/ 70 h 255"/>
              <a:gd name="T60" fmla="*/ 273 w 339"/>
              <a:gd name="T61" fmla="*/ 79 h 255"/>
              <a:gd name="T62" fmla="*/ 305 w 339"/>
              <a:gd name="T63" fmla="*/ 79 h 255"/>
              <a:gd name="T64" fmla="*/ 292 w 339"/>
              <a:gd name="T65" fmla="*/ 47 h 255"/>
              <a:gd name="T66" fmla="*/ 258 w 339"/>
              <a:gd name="T67" fmla="*/ 33 h 255"/>
              <a:gd name="T68" fmla="*/ 339 w 339"/>
              <a:gd name="T69" fmla="*/ 79 h 255"/>
              <a:gd name="T70" fmla="*/ 316 w 339"/>
              <a:gd name="T71" fmla="*/ 23 h 255"/>
              <a:gd name="T72" fmla="*/ 258 w 339"/>
              <a:gd name="T73"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39" h="255">
                <a:moveTo>
                  <a:pt x="27" y="121"/>
                </a:moveTo>
                <a:cubicBezTo>
                  <a:pt x="287" y="121"/>
                  <a:pt x="287" y="121"/>
                  <a:pt x="287" y="121"/>
                </a:cubicBezTo>
                <a:cubicBezTo>
                  <a:pt x="316" y="121"/>
                  <a:pt x="339" y="145"/>
                  <a:pt x="339" y="173"/>
                </a:cubicBezTo>
                <a:cubicBezTo>
                  <a:pt x="339" y="211"/>
                  <a:pt x="339" y="211"/>
                  <a:pt x="339" y="211"/>
                </a:cubicBezTo>
                <a:cubicBezTo>
                  <a:pt x="339" y="223"/>
                  <a:pt x="330" y="233"/>
                  <a:pt x="318" y="233"/>
                </a:cubicBezTo>
                <a:cubicBezTo>
                  <a:pt x="294" y="233"/>
                  <a:pt x="294" y="233"/>
                  <a:pt x="294" y="233"/>
                </a:cubicBezTo>
                <a:moveTo>
                  <a:pt x="297" y="219"/>
                </a:moveTo>
                <a:cubicBezTo>
                  <a:pt x="297" y="199"/>
                  <a:pt x="281" y="182"/>
                  <a:pt x="261" y="182"/>
                </a:cubicBezTo>
                <a:cubicBezTo>
                  <a:pt x="241" y="182"/>
                  <a:pt x="224" y="199"/>
                  <a:pt x="224" y="219"/>
                </a:cubicBezTo>
                <a:cubicBezTo>
                  <a:pt x="224" y="239"/>
                  <a:pt x="241" y="255"/>
                  <a:pt x="261" y="255"/>
                </a:cubicBezTo>
                <a:cubicBezTo>
                  <a:pt x="281" y="255"/>
                  <a:pt x="297" y="239"/>
                  <a:pt x="297" y="219"/>
                </a:cubicBezTo>
                <a:close/>
                <a:moveTo>
                  <a:pt x="95" y="219"/>
                </a:moveTo>
                <a:cubicBezTo>
                  <a:pt x="95" y="199"/>
                  <a:pt x="79" y="182"/>
                  <a:pt x="59" y="182"/>
                </a:cubicBezTo>
                <a:cubicBezTo>
                  <a:pt x="39" y="182"/>
                  <a:pt x="22" y="199"/>
                  <a:pt x="22" y="219"/>
                </a:cubicBezTo>
                <a:cubicBezTo>
                  <a:pt x="22" y="239"/>
                  <a:pt x="39" y="255"/>
                  <a:pt x="59" y="255"/>
                </a:cubicBezTo>
                <a:cubicBezTo>
                  <a:pt x="79" y="255"/>
                  <a:pt x="95" y="239"/>
                  <a:pt x="95" y="219"/>
                </a:cubicBezTo>
                <a:close/>
                <a:moveTo>
                  <a:pt x="63" y="51"/>
                </a:moveTo>
                <a:cubicBezTo>
                  <a:pt x="63" y="51"/>
                  <a:pt x="20" y="135"/>
                  <a:pt x="10" y="156"/>
                </a:cubicBezTo>
                <a:cubicBezTo>
                  <a:pt x="0" y="178"/>
                  <a:pt x="0" y="190"/>
                  <a:pt x="0" y="190"/>
                </a:cubicBezTo>
                <a:cubicBezTo>
                  <a:pt x="0" y="205"/>
                  <a:pt x="9" y="224"/>
                  <a:pt x="24" y="229"/>
                </a:cubicBezTo>
                <a:moveTo>
                  <a:pt x="271" y="121"/>
                </a:moveTo>
                <a:cubicBezTo>
                  <a:pt x="222" y="66"/>
                  <a:pt x="222" y="66"/>
                  <a:pt x="222" y="66"/>
                </a:cubicBezTo>
                <a:cubicBezTo>
                  <a:pt x="214" y="56"/>
                  <a:pt x="206" y="51"/>
                  <a:pt x="194" y="51"/>
                </a:cubicBezTo>
                <a:cubicBezTo>
                  <a:pt x="37" y="51"/>
                  <a:pt x="37" y="51"/>
                  <a:pt x="37" y="51"/>
                </a:cubicBezTo>
                <a:moveTo>
                  <a:pt x="227" y="233"/>
                </a:moveTo>
                <a:cubicBezTo>
                  <a:pt x="92" y="233"/>
                  <a:pt x="92" y="233"/>
                  <a:pt x="92" y="233"/>
                </a:cubicBezTo>
                <a:moveTo>
                  <a:pt x="134" y="233"/>
                </a:moveTo>
                <a:cubicBezTo>
                  <a:pt x="134" y="51"/>
                  <a:pt x="134" y="51"/>
                  <a:pt x="134" y="51"/>
                </a:cubicBezTo>
                <a:moveTo>
                  <a:pt x="258" y="66"/>
                </a:moveTo>
                <a:cubicBezTo>
                  <a:pt x="262" y="66"/>
                  <a:pt x="266" y="67"/>
                  <a:pt x="269" y="70"/>
                </a:cubicBezTo>
                <a:cubicBezTo>
                  <a:pt x="271" y="73"/>
                  <a:pt x="273" y="76"/>
                  <a:pt x="273" y="79"/>
                </a:cubicBezTo>
                <a:moveTo>
                  <a:pt x="305" y="79"/>
                </a:moveTo>
                <a:cubicBezTo>
                  <a:pt x="305" y="67"/>
                  <a:pt x="301" y="56"/>
                  <a:pt x="292" y="47"/>
                </a:cubicBezTo>
                <a:cubicBezTo>
                  <a:pt x="283" y="38"/>
                  <a:pt x="270" y="33"/>
                  <a:pt x="258" y="33"/>
                </a:cubicBezTo>
                <a:moveTo>
                  <a:pt x="339" y="79"/>
                </a:moveTo>
                <a:cubicBezTo>
                  <a:pt x="339" y="59"/>
                  <a:pt x="331" y="39"/>
                  <a:pt x="316" y="23"/>
                </a:cubicBezTo>
                <a:cubicBezTo>
                  <a:pt x="300" y="7"/>
                  <a:pt x="279" y="0"/>
                  <a:pt x="258" y="0"/>
                </a:cubicBezTo>
              </a:path>
            </a:pathLst>
          </a:custGeom>
          <a:noFill/>
          <a:ln w="317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4189971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3CD71-2134-4AFA-93A3-10DCE55F8CEA}"/>
              </a:ext>
            </a:extLst>
          </p:cNvPr>
          <p:cNvSpPr>
            <a:spLocks noGrp="1"/>
          </p:cNvSpPr>
          <p:nvPr>
            <p:ph type="title"/>
          </p:nvPr>
        </p:nvSpPr>
        <p:spPr/>
        <p:txBody>
          <a:bodyPr/>
          <a:lstStyle/>
          <a:p>
            <a:r>
              <a:rPr lang="en-US" dirty="0"/>
              <a:t>Let’s see it in action</a:t>
            </a:r>
          </a:p>
        </p:txBody>
      </p:sp>
      <p:sp>
        <p:nvSpPr>
          <p:cNvPr id="4" name="Text Placeholder 3">
            <a:extLst>
              <a:ext uri="{FF2B5EF4-FFF2-40B4-BE49-F238E27FC236}">
                <a16:creationId xmlns:a16="http://schemas.microsoft.com/office/drawing/2014/main" id="{E8EB24DF-93D6-46C5-8076-F8E43A939F2B}"/>
              </a:ext>
            </a:extLst>
          </p:cNvPr>
          <p:cNvSpPr>
            <a:spLocks noGrp="1"/>
          </p:cNvSpPr>
          <p:nvPr>
            <p:ph type="body" sz="quarter" idx="12"/>
          </p:nvPr>
        </p:nvSpPr>
        <p:spPr/>
        <p:txBody>
          <a:bodyPr/>
          <a:lstStyle/>
          <a:p>
            <a:r>
              <a:rPr lang="en-US" dirty="0"/>
              <a:t>(demo)</a:t>
            </a:r>
          </a:p>
        </p:txBody>
      </p:sp>
    </p:spTree>
    <p:extLst>
      <p:ext uri="{BB962C8B-B14F-4D97-AF65-F5344CB8AC3E}">
        <p14:creationId xmlns:p14="http://schemas.microsoft.com/office/powerpoint/2010/main" val="4596657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0707E9B-2500-495C-8325-A8A45E163FF2}"/>
              </a:ext>
            </a:extLst>
          </p:cNvPr>
          <p:cNvSpPr/>
          <p:nvPr/>
        </p:nvSpPr>
        <p:spPr>
          <a:xfrm>
            <a:off x="3105768" y="3127633"/>
            <a:ext cx="932603" cy="932603"/>
          </a:xfrm>
          <a:prstGeom prst="rect">
            <a:avLst/>
          </a:prstGeom>
          <a:solidFill>
            <a:srgbClr val="0072C6"/>
          </a:solidFill>
          <a:ln>
            <a:solidFill>
              <a:srgbClr val="0072C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36"/>
              <a:t>device</a:t>
            </a:r>
          </a:p>
        </p:txBody>
      </p:sp>
      <p:sp>
        <p:nvSpPr>
          <p:cNvPr id="5" name="Rectangle 4">
            <a:extLst>
              <a:ext uri="{FF2B5EF4-FFF2-40B4-BE49-F238E27FC236}">
                <a16:creationId xmlns:a16="http://schemas.microsoft.com/office/drawing/2014/main" id="{CCEE0970-1540-4145-BA3B-EB12663042F1}"/>
              </a:ext>
            </a:extLst>
          </p:cNvPr>
          <p:cNvSpPr/>
          <p:nvPr/>
        </p:nvSpPr>
        <p:spPr>
          <a:xfrm>
            <a:off x="5664740" y="3127633"/>
            <a:ext cx="932603" cy="932603"/>
          </a:xfrm>
          <a:prstGeom prst="rect">
            <a:avLst/>
          </a:prstGeom>
          <a:solidFill>
            <a:srgbClr val="0072C6"/>
          </a:solidFill>
          <a:ln>
            <a:solidFill>
              <a:srgbClr val="0072C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36"/>
              <a:t>DPS</a:t>
            </a:r>
          </a:p>
        </p:txBody>
      </p:sp>
      <p:sp>
        <p:nvSpPr>
          <p:cNvPr id="6" name="Rectangle 5">
            <a:extLst>
              <a:ext uri="{FF2B5EF4-FFF2-40B4-BE49-F238E27FC236}">
                <a16:creationId xmlns:a16="http://schemas.microsoft.com/office/drawing/2014/main" id="{2C6AC379-E7A4-4C2D-8A9B-3F19FF2C6B19}"/>
              </a:ext>
            </a:extLst>
          </p:cNvPr>
          <p:cNvSpPr/>
          <p:nvPr/>
        </p:nvSpPr>
        <p:spPr>
          <a:xfrm>
            <a:off x="8223711" y="3127633"/>
            <a:ext cx="932603" cy="932603"/>
          </a:xfrm>
          <a:prstGeom prst="rect">
            <a:avLst/>
          </a:prstGeom>
          <a:solidFill>
            <a:srgbClr val="0072C6"/>
          </a:solidFill>
          <a:ln>
            <a:solidFill>
              <a:srgbClr val="0072C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36"/>
              <a:t>IoT hub</a:t>
            </a:r>
          </a:p>
        </p:txBody>
      </p:sp>
      <p:grpSp>
        <p:nvGrpSpPr>
          <p:cNvPr id="15" name="Group 14">
            <a:extLst>
              <a:ext uri="{FF2B5EF4-FFF2-40B4-BE49-F238E27FC236}">
                <a16:creationId xmlns:a16="http://schemas.microsoft.com/office/drawing/2014/main" id="{5BDEC17C-30AE-4442-AFF7-7E279D650227}"/>
              </a:ext>
            </a:extLst>
          </p:cNvPr>
          <p:cNvGrpSpPr/>
          <p:nvPr/>
        </p:nvGrpSpPr>
        <p:grpSpPr>
          <a:xfrm>
            <a:off x="3578546" y="4053760"/>
            <a:ext cx="5117942" cy="1212658"/>
            <a:chOff x="3507833" y="3974636"/>
            <a:chExt cx="5018046" cy="1188988"/>
          </a:xfrm>
        </p:grpSpPr>
        <p:cxnSp>
          <p:nvCxnSpPr>
            <p:cNvPr id="16" name="Connector: Curved 15">
              <a:extLst>
                <a:ext uri="{FF2B5EF4-FFF2-40B4-BE49-F238E27FC236}">
                  <a16:creationId xmlns:a16="http://schemas.microsoft.com/office/drawing/2014/main" id="{08B135F1-1F9F-4070-8F30-1D0D91D4822B}"/>
                </a:ext>
              </a:extLst>
            </p:cNvPr>
            <p:cNvCxnSpPr>
              <a:cxnSpLocks/>
              <a:stCxn id="4" idx="2"/>
              <a:endCxn id="6" idx="2"/>
            </p:cNvCxnSpPr>
            <p:nvPr/>
          </p:nvCxnSpPr>
          <p:spPr>
            <a:xfrm rot="16200000" flipH="1">
              <a:off x="6010506" y="1471963"/>
              <a:ext cx="12700" cy="5018046"/>
            </a:xfrm>
            <a:prstGeom prst="curvedConnector3">
              <a:avLst>
                <a:gd name="adj1" fmla="val 6278055"/>
              </a:avLst>
            </a:prstGeom>
            <a:ln w="28575">
              <a:solidFill>
                <a:srgbClr val="0051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CBA89F9A-D14B-4710-BA16-C80D401C4D41}"/>
                </a:ext>
              </a:extLst>
            </p:cNvPr>
            <p:cNvSpPr txBox="1"/>
            <p:nvPr/>
          </p:nvSpPr>
          <p:spPr>
            <a:xfrm>
              <a:off x="5376296" y="4788778"/>
              <a:ext cx="1361270" cy="374846"/>
            </a:xfrm>
            <a:prstGeom prst="rect">
              <a:avLst/>
            </a:prstGeom>
            <a:noFill/>
          </p:spPr>
          <p:txBody>
            <a:bodyPr wrap="none" rtlCol="0">
              <a:spAutoFit/>
            </a:bodyPr>
            <a:lstStyle/>
            <a:p>
              <a:r>
                <a:rPr lang="en-US" sz="1836"/>
                <a:t>5. Connects</a:t>
              </a:r>
            </a:p>
          </p:txBody>
        </p:sp>
      </p:grpSp>
      <p:grpSp>
        <p:nvGrpSpPr>
          <p:cNvPr id="20" name="Group 19">
            <a:extLst>
              <a:ext uri="{FF2B5EF4-FFF2-40B4-BE49-F238E27FC236}">
                <a16:creationId xmlns:a16="http://schemas.microsoft.com/office/drawing/2014/main" id="{69837CA1-544A-4B5D-9725-5FCDAF82FB80}"/>
              </a:ext>
            </a:extLst>
          </p:cNvPr>
          <p:cNvGrpSpPr/>
          <p:nvPr/>
        </p:nvGrpSpPr>
        <p:grpSpPr>
          <a:xfrm>
            <a:off x="3411779" y="3708890"/>
            <a:ext cx="333535" cy="344869"/>
            <a:chOff x="1308100" y="3205163"/>
            <a:chExt cx="327025" cy="338138"/>
          </a:xfrm>
        </p:grpSpPr>
        <p:sp>
          <p:nvSpPr>
            <p:cNvPr id="21" name="Freeform 123">
              <a:extLst>
                <a:ext uri="{FF2B5EF4-FFF2-40B4-BE49-F238E27FC236}">
                  <a16:creationId xmlns:a16="http://schemas.microsoft.com/office/drawing/2014/main" id="{66BBE908-5CCD-4D8C-8306-C9AB844827A8}"/>
                </a:ext>
              </a:extLst>
            </p:cNvPr>
            <p:cNvSpPr>
              <a:spLocks noEditPoints="1"/>
            </p:cNvSpPr>
            <p:nvPr/>
          </p:nvSpPr>
          <p:spPr bwMode="auto">
            <a:xfrm>
              <a:off x="1308100" y="3205163"/>
              <a:ext cx="327025" cy="338138"/>
            </a:xfrm>
            <a:custGeom>
              <a:avLst/>
              <a:gdLst>
                <a:gd name="T0" fmla="*/ 382 w 482"/>
                <a:gd name="T1" fmla="*/ 0 h 500"/>
                <a:gd name="T2" fmla="*/ 67 w 482"/>
                <a:gd name="T3" fmla="*/ 0 h 500"/>
                <a:gd name="T4" fmla="*/ 0 w 482"/>
                <a:gd name="T5" fmla="*/ 67 h 500"/>
                <a:gd name="T6" fmla="*/ 0 w 482"/>
                <a:gd name="T7" fmla="*/ 434 h 500"/>
                <a:gd name="T8" fmla="*/ 67 w 482"/>
                <a:gd name="T9" fmla="*/ 500 h 500"/>
                <a:gd name="T10" fmla="*/ 415 w 482"/>
                <a:gd name="T11" fmla="*/ 500 h 500"/>
                <a:gd name="T12" fmla="*/ 482 w 482"/>
                <a:gd name="T13" fmla="*/ 434 h 500"/>
                <a:gd name="T14" fmla="*/ 482 w 482"/>
                <a:gd name="T15" fmla="*/ 99 h 500"/>
                <a:gd name="T16" fmla="*/ 382 w 482"/>
                <a:gd name="T17" fmla="*/ 0 h 500"/>
                <a:gd name="T18" fmla="*/ 441 w 482"/>
                <a:gd name="T19" fmla="*/ 434 h 500"/>
                <a:gd name="T20" fmla="*/ 415 w 482"/>
                <a:gd name="T21" fmla="*/ 460 h 500"/>
                <a:gd name="T22" fmla="*/ 67 w 482"/>
                <a:gd name="T23" fmla="*/ 460 h 500"/>
                <a:gd name="T24" fmla="*/ 41 w 482"/>
                <a:gd name="T25" fmla="*/ 434 h 500"/>
                <a:gd name="T26" fmla="*/ 41 w 482"/>
                <a:gd name="T27" fmla="*/ 67 h 500"/>
                <a:gd name="T28" fmla="*/ 67 w 482"/>
                <a:gd name="T29" fmla="*/ 41 h 500"/>
                <a:gd name="T30" fmla="*/ 361 w 482"/>
                <a:gd name="T31" fmla="*/ 41 h 500"/>
                <a:gd name="T32" fmla="*/ 361 w 482"/>
                <a:gd name="T33" fmla="*/ 123 h 500"/>
                <a:gd name="T34" fmla="*/ 441 w 482"/>
                <a:gd name="T35" fmla="*/ 123 h 500"/>
                <a:gd name="T36" fmla="*/ 441 w 482"/>
                <a:gd name="T37" fmla="*/ 434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82" h="500">
                  <a:moveTo>
                    <a:pt x="382" y="0"/>
                  </a:moveTo>
                  <a:lnTo>
                    <a:pt x="67" y="0"/>
                  </a:lnTo>
                  <a:cubicBezTo>
                    <a:pt x="30" y="0"/>
                    <a:pt x="0" y="30"/>
                    <a:pt x="0" y="67"/>
                  </a:cubicBezTo>
                  <a:lnTo>
                    <a:pt x="0" y="434"/>
                  </a:lnTo>
                  <a:cubicBezTo>
                    <a:pt x="0" y="471"/>
                    <a:pt x="30" y="500"/>
                    <a:pt x="67" y="500"/>
                  </a:cubicBezTo>
                  <a:lnTo>
                    <a:pt x="415" y="500"/>
                  </a:lnTo>
                  <a:cubicBezTo>
                    <a:pt x="452" y="500"/>
                    <a:pt x="482" y="471"/>
                    <a:pt x="482" y="434"/>
                  </a:cubicBezTo>
                  <a:lnTo>
                    <a:pt x="482" y="99"/>
                  </a:lnTo>
                  <a:lnTo>
                    <a:pt x="382" y="0"/>
                  </a:lnTo>
                  <a:close/>
                  <a:moveTo>
                    <a:pt x="441" y="434"/>
                  </a:moveTo>
                  <a:cubicBezTo>
                    <a:pt x="441" y="448"/>
                    <a:pt x="430" y="460"/>
                    <a:pt x="415" y="460"/>
                  </a:cubicBezTo>
                  <a:lnTo>
                    <a:pt x="67" y="460"/>
                  </a:lnTo>
                  <a:cubicBezTo>
                    <a:pt x="52" y="460"/>
                    <a:pt x="41" y="448"/>
                    <a:pt x="41" y="434"/>
                  </a:cubicBezTo>
                  <a:lnTo>
                    <a:pt x="41" y="67"/>
                  </a:lnTo>
                  <a:cubicBezTo>
                    <a:pt x="41" y="52"/>
                    <a:pt x="52" y="41"/>
                    <a:pt x="67" y="41"/>
                  </a:cubicBezTo>
                  <a:lnTo>
                    <a:pt x="361" y="41"/>
                  </a:lnTo>
                  <a:lnTo>
                    <a:pt x="361" y="123"/>
                  </a:lnTo>
                  <a:lnTo>
                    <a:pt x="441" y="123"/>
                  </a:lnTo>
                  <a:lnTo>
                    <a:pt x="441" y="434"/>
                  </a:lnTo>
                  <a:close/>
                </a:path>
              </a:pathLst>
            </a:custGeom>
            <a:solidFill>
              <a:schemeClr val="bg1"/>
            </a:solidFill>
            <a:ln w="0">
              <a:noFill/>
              <a:prstDash val="solid"/>
              <a:round/>
              <a:headEnd/>
              <a:tailEnd/>
            </a:ln>
          </p:spPr>
          <p:txBody>
            <a:bodyPr vert="horz" wrap="square" lIns="93260" tIns="46630" rIns="93260" bIns="46630" numCol="1" anchor="t" anchorCtr="0" compatLnSpc="1">
              <a:prstTxWarp prst="textNoShape">
                <a:avLst/>
              </a:prstTxWarp>
            </a:bodyPr>
            <a:lstStyle/>
            <a:p>
              <a:endParaRPr lang="en-US" sz="1836">
                <a:solidFill>
                  <a:prstClr val="black"/>
                </a:solidFill>
              </a:endParaRPr>
            </a:p>
          </p:txBody>
        </p:sp>
        <p:sp>
          <p:nvSpPr>
            <p:cNvPr id="22" name="Freeform 124">
              <a:extLst>
                <a:ext uri="{FF2B5EF4-FFF2-40B4-BE49-F238E27FC236}">
                  <a16:creationId xmlns:a16="http://schemas.microsoft.com/office/drawing/2014/main" id="{C63B6876-3F2A-41AA-9EB4-652A770CADE4}"/>
                </a:ext>
              </a:extLst>
            </p:cNvPr>
            <p:cNvSpPr>
              <a:spLocks/>
            </p:cNvSpPr>
            <p:nvPr/>
          </p:nvSpPr>
          <p:spPr bwMode="auto">
            <a:xfrm>
              <a:off x="1390650" y="3284538"/>
              <a:ext cx="58738" cy="179388"/>
            </a:xfrm>
            <a:custGeom>
              <a:avLst/>
              <a:gdLst>
                <a:gd name="T0" fmla="*/ 23 w 86"/>
                <a:gd name="T1" fmla="*/ 56 h 265"/>
                <a:gd name="T2" fmla="*/ 23 w 86"/>
                <a:gd name="T3" fmla="*/ 89 h 265"/>
                <a:gd name="T4" fmla="*/ 0 w 86"/>
                <a:gd name="T5" fmla="*/ 118 h 265"/>
                <a:gd name="T6" fmla="*/ 0 w 86"/>
                <a:gd name="T7" fmla="*/ 146 h 265"/>
                <a:gd name="T8" fmla="*/ 23 w 86"/>
                <a:gd name="T9" fmla="*/ 174 h 265"/>
                <a:gd name="T10" fmla="*/ 23 w 86"/>
                <a:gd name="T11" fmla="*/ 210 h 265"/>
                <a:gd name="T12" fmla="*/ 35 w 86"/>
                <a:gd name="T13" fmla="*/ 250 h 265"/>
                <a:gd name="T14" fmla="*/ 86 w 86"/>
                <a:gd name="T15" fmla="*/ 265 h 265"/>
                <a:gd name="T16" fmla="*/ 86 w 86"/>
                <a:gd name="T17" fmla="*/ 236 h 265"/>
                <a:gd name="T18" fmla="*/ 67 w 86"/>
                <a:gd name="T19" fmla="*/ 230 h 265"/>
                <a:gd name="T20" fmla="*/ 61 w 86"/>
                <a:gd name="T21" fmla="*/ 209 h 265"/>
                <a:gd name="T22" fmla="*/ 61 w 86"/>
                <a:gd name="T23" fmla="*/ 179 h 265"/>
                <a:gd name="T24" fmla="*/ 38 w 86"/>
                <a:gd name="T25" fmla="*/ 132 h 265"/>
                <a:gd name="T26" fmla="*/ 38 w 86"/>
                <a:gd name="T27" fmla="*/ 132 h 265"/>
                <a:gd name="T28" fmla="*/ 61 w 86"/>
                <a:gd name="T29" fmla="*/ 86 h 265"/>
                <a:gd name="T30" fmla="*/ 61 w 86"/>
                <a:gd name="T31" fmla="*/ 54 h 265"/>
                <a:gd name="T32" fmla="*/ 86 w 86"/>
                <a:gd name="T33" fmla="*/ 28 h 265"/>
                <a:gd name="T34" fmla="*/ 86 w 86"/>
                <a:gd name="T35" fmla="*/ 0 h 265"/>
                <a:gd name="T36" fmla="*/ 36 w 86"/>
                <a:gd name="T37" fmla="*/ 14 h 265"/>
                <a:gd name="T38" fmla="*/ 23 w 86"/>
                <a:gd name="T39" fmla="*/ 56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6" h="265">
                  <a:moveTo>
                    <a:pt x="23" y="56"/>
                  </a:moveTo>
                  <a:lnTo>
                    <a:pt x="23" y="89"/>
                  </a:lnTo>
                  <a:cubicBezTo>
                    <a:pt x="23" y="109"/>
                    <a:pt x="15" y="118"/>
                    <a:pt x="0" y="118"/>
                  </a:cubicBezTo>
                  <a:lnTo>
                    <a:pt x="0" y="146"/>
                  </a:lnTo>
                  <a:cubicBezTo>
                    <a:pt x="15" y="146"/>
                    <a:pt x="23" y="155"/>
                    <a:pt x="23" y="174"/>
                  </a:cubicBezTo>
                  <a:lnTo>
                    <a:pt x="23" y="210"/>
                  </a:lnTo>
                  <a:cubicBezTo>
                    <a:pt x="23" y="229"/>
                    <a:pt x="27" y="242"/>
                    <a:pt x="35" y="250"/>
                  </a:cubicBezTo>
                  <a:cubicBezTo>
                    <a:pt x="45" y="260"/>
                    <a:pt x="62" y="265"/>
                    <a:pt x="86" y="265"/>
                  </a:cubicBezTo>
                  <a:lnTo>
                    <a:pt x="86" y="236"/>
                  </a:lnTo>
                  <a:cubicBezTo>
                    <a:pt x="77" y="236"/>
                    <a:pt x="71" y="234"/>
                    <a:pt x="67" y="230"/>
                  </a:cubicBezTo>
                  <a:cubicBezTo>
                    <a:pt x="63" y="226"/>
                    <a:pt x="61" y="219"/>
                    <a:pt x="61" y="209"/>
                  </a:cubicBezTo>
                  <a:lnTo>
                    <a:pt x="61" y="179"/>
                  </a:lnTo>
                  <a:cubicBezTo>
                    <a:pt x="61" y="154"/>
                    <a:pt x="54" y="139"/>
                    <a:pt x="38" y="132"/>
                  </a:cubicBezTo>
                  <a:lnTo>
                    <a:pt x="38" y="132"/>
                  </a:lnTo>
                  <a:cubicBezTo>
                    <a:pt x="54" y="125"/>
                    <a:pt x="61" y="110"/>
                    <a:pt x="61" y="86"/>
                  </a:cubicBezTo>
                  <a:lnTo>
                    <a:pt x="61" y="54"/>
                  </a:lnTo>
                  <a:cubicBezTo>
                    <a:pt x="61" y="37"/>
                    <a:pt x="70" y="28"/>
                    <a:pt x="86" y="28"/>
                  </a:cubicBezTo>
                  <a:lnTo>
                    <a:pt x="86" y="0"/>
                  </a:lnTo>
                  <a:cubicBezTo>
                    <a:pt x="62" y="0"/>
                    <a:pt x="46" y="5"/>
                    <a:pt x="36" y="14"/>
                  </a:cubicBezTo>
                  <a:cubicBezTo>
                    <a:pt x="27" y="23"/>
                    <a:pt x="23" y="37"/>
                    <a:pt x="23" y="56"/>
                  </a:cubicBezTo>
                  <a:close/>
                </a:path>
              </a:pathLst>
            </a:custGeom>
            <a:solidFill>
              <a:schemeClr val="bg1"/>
            </a:solidFill>
            <a:ln w="0">
              <a:noFill/>
              <a:prstDash val="solid"/>
              <a:round/>
              <a:headEnd/>
              <a:tailEnd/>
            </a:ln>
          </p:spPr>
          <p:txBody>
            <a:bodyPr vert="horz" wrap="square" lIns="93260" tIns="46630" rIns="93260" bIns="46630" numCol="1" anchor="t" anchorCtr="0" compatLnSpc="1">
              <a:prstTxWarp prst="textNoShape">
                <a:avLst/>
              </a:prstTxWarp>
            </a:bodyPr>
            <a:lstStyle/>
            <a:p>
              <a:endParaRPr lang="en-US" sz="1836">
                <a:solidFill>
                  <a:prstClr val="black"/>
                </a:solidFill>
              </a:endParaRPr>
            </a:p>
          </p:txBody>
        </p:sp>
        <p:sp>
          <p:nvSpPr>
            <p:cNvPr id="23" name="Freeform 125">
              <a:extLst>
                <a:ext uri="{FF2B5EF4-FFF2-40B4-BE49-F238E27FC236}">
                  <a16:creationId xmlns:a16="http://schemas.microsoft.com/office/drawing/2014/main" id="{F8B41589-DACD-4DBC-B8D0-0B92BFBBCD56}"/>
                </a:ext>
              </a:extLst>
            </p:cNvPr>
            <p:cNvSpPr>
              <a:spLocks/>
            </p:cNvSpPr>
            <p:nvPr/>
          </p:nvSpPr>
          <p:spPr bwMode="auto">
            <a:xfrm>
              <a:off x="1484313" y="3284538"/>
              <a:ext cx="57150" cy="179388"/>
            </a:xfrm>
            <a:custGeom>
              <a:avLst/>
              <a:gdLst>
                <a:gd name="T0" fmla="*/ 62 w 85"/>
                <a:gd name="T1" fmla="*/ 90 h 265"/>
                <a:gd name="T2" fmla="*/ 62 w 85"/>
                <a:gd name="T3" fmla="*/ 55 h 265"/>
                <a:gd name="T4" fmla="*/ 49 w 85"/>
                <a:gd name="T5" fmla="*/ 14 h 265"/>
                <a:gd name="T6" fmla="*/ 0 w 85"/>
                <a:gd name="T7" fmla="*/ 0 h 265"/>
                <a:gd name="T8" fmla="*/ 0 w 85"/>
                <a:gd name="T9" fmla="*/ 28 h 265"/>
                <a:gd name="T10" fmla="*/ 24 w 85"/>
                <a:gd name="T11" fmla="*/ 54 h 265"/>
                <a:gd name="T12" fmla="*/ 24 w 85"/>
                <a:gd name="T13" fmla="*/ 85 h 265"/>
                <a:gd name="T14" fmla="*/ 47 w 85"/>
                <a:gd name="T15" fmla="*/ 132 h 265"/>
                <a:gd name="T16" fmla="*/ 47 w 85"/>
                <a:gd name="T17" fmla="*/ 133 h 265"/>
                <a:gd name="T18" fmla="*/ 24 w 85"/>
                <a:gd name="T19" fmla="*/ 178 h 265"/>
                <a:gd name="T20" fmla="*/ 24 w 85"/>
                <a:gd name="T21" fmla="*/ 210 h 265"/>
                <a:gd name="T22" fmla="*/ 18 w 85"/>
                <a:gd name="T23" fmla="*/ 230 h 265"/>
                <a:gd name="T24" fmla="*/ 0 w 85"/>
                <a:gd name="T25" fmla="*/ 236 h 265"/>
                <a:gd name="T26" fmla="*/ 0 w 85"/>
                <a:gd name="T27" fmla="*/ 265 h 265"/>
                <a:gd name="T28" fmla="*/ 50 w 85"/>
                <a:gd name="T29" fmla="*/ 250 h 265"/>
                <a:gd name="T30" fmla="*/ 62 w 85"/>
                <a:gd name="T31" fmla="*/ 209 h 265"/>
                <a:gd name="T32" fmla="*/ 62 w 85"/>
                <a:gd name="T33" fmla="*/ 174 h 265"/>
                <a:gd name="T34" fmla="*/ 85 w 85"/>
                <a:gd name="T35" fmla="*/ 146 h 265"/>
                <a:gd name="T36" fmla="*/ 85 w 85"/>
                <a:gd name="T37" fmla="*/ 118 h 265"/>
                <a:gd name="T38" fmla="*/ 62 w 85"/>
                <a:gd name="T39" fmla="*/ 90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5" h="265">
                  <a:moveTo>
                    <a:pt x="62" y="90"/>
                  </a:moveTo>
                  <a:lnTo>
                    <a:pt x="62" y="55"/>
                  </a:lnTo>
                  <a:cubicBezTo>
                    <a:pt x="62" y="36"/>
                    <a:pt x="58" y="23"/>
                    <a:pt x="49" y="14"/>
                  </a:cubicBezTo>
                  <a:cubicBezTo>
                    <a:pt x="40" y="5"/>
                    <a:pt x="23" y="0"/>
                    <a:pt x="0" y="0"/>
                  </a:cubicBezTo>
                  <a:lnTo>
                    <a:pt x="0" y="28"/>
                  </a:lnTo>
                  <a:cubicBezTo>
                    <a:pt x="16" y="28"/>
                    <a:pt x="24" y="37"/>
                    <a:pt x="24" y="54"/>
                  </a:cubicBezTo>
                  <a:lnTo>
                    <a:pt x="24" y="85"/>
                  </a:lnTo>
                  <a:cubicBezTo>
                    <a:pt x="24" y="110"/>
                    <a:pt x="31" y="126"/>
                    <a:pt x="47" y="132"/>
                  </a:cubicBezTo>
                  <a:lnTo>
                    <a:pt x="47" y="133"/>
                  </a:lnTo>
                  <a:cubicBezTo>
                    <a:pt x="31" y="139"/>
                    <a:pt x="24" y="154"/>
                    <a:pt x="24" y="178"/>
                  </a:cubicBezTo>
                  <a:lnTo>
                    <a:pt x="24" y="210"/>
                  </a:lnTo>
                  <a:cubicBezTo>
                    <a:pt x="24" y="219"/>
                    <a:pt x="22" y="226"/>
                    <a:pt x="18" y="230"/>
                  </a:cubicBezTo>
                  <a:cubicBezTo>
                    <a:pt x="15" y="234"/>
                    <a:pt x="9" y="236"/>
                    <a:pt x="0" y="236"/>
                  </a:cubicBezTo>
                  <a:lnTo>
                    <a:pt x="0" y="265"/>
                  </a:lnTo>
                  <a:cubicBezTo>
                    <a:pt x="24" y="265"/>
                    <a:pt x="40" y="260"/>
                    <a:pt x="50" y="250"/>
                  </a:cubicBezTo>
                  <a:cubicBezTo>
                    <a:pt x="58" y="242"/>
                    <a:pt x="62" y="228"/>
                    <a:pt x="62" y="209"/>
                  </a:cubicBezTo>
                  <a:lnTo>
                    <a:pt x="62" y="174"/>
                  </a:lnTo>
                  <a:cubicBezTo>
                    <a:pt x="62" y="155"/>
                    <a:pt x="70" y="146"/>
                    <a:pt x="85" y="146"/>
                  </a:cubicBezTo>
                  <a:lnTo>
                    <a:pt x="85" y="118"/>
                  </a:lnTo>
                  <a:cubicBezTo>
                    <a:pt x="70" y="118"/>
                    <a:pt x="62" y="109"/>
                    <a:pt x="62" y="90"/>
                  </a:cubicBezTo>
                  <a:close/>
                </a:path>
              </a:pathLst>
            </a:custGeom>
            <a:solidFill>
              <a:schemeClr val="bg1"/>
            </a:solidFill>
            <a:ln w="0">
              <a:noFill/>
              <a:prstDash val="solid"/>
              <a:round/>
              <a:headEnd/>
              <a:tailEnd/>
            </a:ln>
          </p:spPr>
          <p:txBody>
            <a:bodyPr vert="horz" wrap="square" lIns="93260" tIns="46630" rIns="93260" bIns="46630" numCol="1" anchor="t" anchorCtr="0" compatLnSpc="1">
              <a:prstTxWarp prst="textNoShape">
                <a:avLst/>
              </a:prstTxWarp>
            </a:bodyPr>
            <a:lstStyle/>
            <a:p>
              <a:endParaRPr lang="en-US" sz="1836">
                <a:solidFill>
                  <a:prstClr val="black"/>
                </a:solidFill>
              </a:endParaRPr>
            </a:p>
          </p:txBody>
        </p:sp>
      </p:grpSp>
      <p:grpSp>
        <p:nvGrpSpPr>
          <p:cNvPr id="7" name="Group 6">
            <a:extLst>
              <a:ext uri="{FF2B5EF4-FFF2-40B4-BE49-F238E27FC236}">
                <a16:creationId xmlns:a16="http://schemas.microsoft.com/office/drawing/2014/main" id="{1D7E141F-C4AE-4A0E-8628-AC16110BFB4A}"/>
              </a:ext>
            </a:extLst>
          </p:cNvPr>
          <p:cNvGrpSpPr/>
          <p:nvPr/>
        </p:nvGrpSpPr>
        <p:grpSpPr>
          <a:xfrm>
            <a:off x="4038372" y="2476229"/>
            <a:ext cx="2092669" cy="1117706"/>
            <a:chOff x="3958683" y="2427896"/>
            <a:chExt cx="2051823" cy="1095890"/>
          </a:xfrm>
        </p:grpSpPr>
        <p:sp>
          <p:nvSpPr>
            <p:cNvPr id="11" name="TextBox 10">
              <a:extLst>
                <a:ext uri="{FF2B5EF4-FFF2-40B4-BE49-F238E27FC236}">
                  <a16:creationId xmlns:a16="http://schemas.microsoft.com/office/drawing/2014/main" id="{A23C1405-A633-4288-A70F-2929E7E45E3E}"/>
                </a:ext>
              </a:extLst>
            </p:cNvPr>
            <p:cNvSpPr txBox="1"/>
            <p:nvPr/>
          </p:nvSpPr>
          <p:spPr>
            <a:xfrm>
              <a:off x="4201655" y="2427896"/>
              <a:ext cx="1646605" cy="374846"/>
            </a:xfrm>
            <a:prstGeom prst="rect">
              <a:avLst/>
            </a:prstGeom>
            <a:noFill/>
          </p:spPr>
          <p:txBody>
            <a:bodyPr wrap="none" rtlCol="0">
              <a:spAutoFit/>
            </a:bodyPr>
            <a:lstStyle/>
            <a:p>
              <a:r>
                <a:rPr lang="en-US" sz="1836"/>
                <a:t>1. Asks for hub</a:t>
              </a:r>
            </a:p>
          </p:txBody>
        </p:sp>
        <p:cxnSp>
          <p:nvCxnSpPr>
            <p:cNvPr id="19" name="Connector: Curved 18">
              <a:extLst>
                <a:ext uri="{FF2B5EF4-FFF2-40B4-BE49-F238E27FC236}">
                  <a16:creationId xmlns:a16="http://schemas.microsoft.com/office/drawing/2014/main" id="{EA2F4B4E-A32B-4F19-8502-EBD835F8D7B5}"/>
                </a:ext>
              </a:extLst>
            </p:cNvPr>
            <p:cNvCxnSpPr>
              <a:cxnSpLocks/>
              <a:stCxn id="4" idx="3"/>
              <a:endCxn id="5" idx="0"/>
            </p:cNvCxnSpPr>
            <p:nvPr/>
          </p:nvCxnSpPr>
          <p:spPr>
            <a:xfrm flipV="1">
              <a:off x="3958683" y="3066586"/>
              <a:ext cx="2051823" cy="457200"/>
            </a:xfrm>
            <a:prstGeom prst="curvedConnector4">
              <a:avLst>
                <a:gd name="adj1" fmla="val 15489"/>
                <a:gd name="adj2" fmla="val 171951"/>
              </a:avLst>
            </a:prstGeom>
            <a:ln w="28575">
              <a:solidFill>
                <a:srgbClr val="0051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5C4258A0-1680-4410-935A-C3C564BF2DBE}"/>
              </a:ext>
            </a:extLst>
          </p:cNvPr>
          <p:cNvGrpSpPr/>
          <p:nvPr/>
        </p:nvGrpSpPr>
        <p:grpSpPr>
          <a:xfrm>
            <a:off x="6597343" y="2505453"/>
            <a:ext cx="2092669" cy="1088482"/>
            <a:chOff x="6467706" y="2456550"/>
            <a:chExt cx="2051823" cy="1067236"/>
          </a:xfrm>
        </p:grpSpPr>
        <p:sp>
          <p:nvSpPr>
            <p:cNvPr id="12" name="TextBox 11">
              <a:extLst>
                <a:ext uri="{FF2B5EF4-FFF2-40B4-BE49-F238E27FC236}">
                  <a16:creationId xmlns:a16="http://schemas.microsoft.com/office/drawing/2014/main" id="{6D11B065-BE80-488D-87C4-F68BEECB4F52}"/>
                </a:ext>
              </a:extLst>
            </p:cNvPr>
            <p:cNvSpPr txBox="1"/>
            <p:nvPr/>
          </p:nvSpPr>
          <p:spPr>
            <a:xfrm>
              <a:off x="6808782" y="2456550"/>
              <a:ext cx="1458926" cy="374846"/>
            </a:xfrm>
            <a:prstGeom prst="rect">
              <a:avLst/>
            </a:prstGeom>
            <a:noFill/>
          </p:spPr>
          <p:txBody>
            <a:bodyPr wrap="none" rtlCol="0">
              <a:spAutoFit/>
            </a:bodyPr>
            <a:lstStyle/>
            <a:p>
              <a:r>
                <a:rPr lang="en-US" sz="1836"/>
                <a:t>2. Creates ID</a:t>
              </a:r>
            </a:p>
          </p:txBody>
        </p:sp>
        <p:cxnSp>
          <p:nvCxnSpPr>
            <p:cNvPr id="32" name="Connector: Curved 31">
              <a:extLst>
                <a:ext uri="{FF2B5EF4-FFF2-40B4-BE49-F238E27FC236}">
                  <a16:creationId xmlns:a16="http://schemas.microsoft.com/office/drawing/2014/main" id="{6A0AB83B-86DF-4723-BEBF-39E0CD092A6D}"/>
                </a:ext>
              </a:extLst>
            </p:cNvPr>
            <p:cNvCxnSpPr>
              <a:cxnSpLocks/>
              <a:stCxn id="5" idx="3"/>
              <a:endCxn id="6" idx="0"/>
            </p:cNvCxnSpPr>
            <p:nvPr/>
          </p:nvCxnSpPr>
          <p:spPr>
            <a:xfrm flipV="1">
              <a:off x="6467706" y="3066586"/>
              <a:ext cx="2051823" cy="457200"/>
            </a:xfrm>
            <a:prstGeom prst="curvedConnector4">
              <a:avLst>
                <a:gd name="adj1" fmla="val 13315"/>
                <a:gd name="adj2" fmla="val 164634"/>
              </a:avLst>
            </a:prstGeom>
            <a:ln w="28575">
              <a:solidFill>
                <a:srgbClr val="0051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9" name="Group 8">
            <a:extLst>
              <a:ext uri="{FF2B5EF4-FFF2-40B4-BE49-F238E27FC236}">
                <a16:creationId xmlns:a16="http://schemas.microsoft.com/office/drawing/2014/main" id="{748A290B-E12D-46C3-85E1-0F2B96D5E070}"/>
              </a:ext>
            </a:extLst>
          </p:cNvPr>
          <p:cNvGrpSpPr/>
          <p:nvPr/>
        </p:nvGrpSpPr>
        <p:grpSpPr>
          <a:xfrm>
            <a:off x="4038372" y="3593935"/>
            <a:ext cx="1635914" cy="696432"/>
            <a:chOff x="3958683" y="3523786"/>
            <a:chExt cx="1603983" cy="682838"/>
          </a:xfrm>
        </p:grpSpPr>
        <p:sp>
          <p:nvSpPr>
            <p:cNvPr id="49" name="TextBox 48">
              <a:extLst>
                <a:ext uri="{FF2B5EF4-FFF2-40B4-BE49-F238E27FC236}">
                  <a16:creationId xmlns:a16="http://schemas.microsoft.com/office/drawing/2014/main" id="{4BE2DA6B-5FC1-4FBC-9628-8BF205E4D5F8}"/>
                </a:ext>
              </a:extLst>
            </p:cNvPr>
            <p:cNvSpPr txBox="1"/>
            <p:nvPr/>
          </p:nvSpPr>
          <p:spPr>
            <a:xfrm>
              <a:off x="3993608" y="3549265"/>
              <a:ext cx="1569058" cy="657359"/>
            </a:xfrm>
            <a:prstGeom prst="rect">
              <a:avLst/>
            </a:prstGeom>
            <a:noFill/>
          </p:spPr>
          <p:txBody>
            <a:bodyPr wrap="square" rtlCol="0">
              <a:spAutoFit/>
            </a:bodyPr>
            <a:lstStyle/>
            <a:p>
              <a:r>
                <a:rPr lang="en-US" sz="1836"/>
                <a:t>4. Returns hub</a:t>
              </a:r>
            </a:p>
          </p:txBody>
        </p:sp>
        <p:cxnSp>
          <p:nvCxnSpPr>
            <p:cNvPr id="8" name="Straight Arrow Connector 7">
              <a:extLst>
                <a:ext uri="{FF2B5EF4-FFF2-40B4-BE49-F238E27FC236}">
                  <a16:creationId xmlns:a16="http://schemas.microsoft.com/office/drawing/2014/main" id="{9D4594AA-8853-45DE-8AC8-1C1279941791}"/>
                </a:ext>
              </a:extLst>
            </p:cNvPr>
            <p:cNvCxnSpPr>
              <a:cxnSpLocks/>
              <a:stCxn id="5" idx="1"/>
              <a:endCxn id="4" idx="3"/>
            </p:cNvCxnSpPr>
            <p:nvPr/>
          </p:nvCxnSpPr>
          <p:spPr>
            <a:xfrm flipH="1">
              <a:off x="3958683" y="3523786"/>
              <a:ext cx="1594623" cy="0"/>
            </a:xfrm>
            <a:prstGeom prst="straightConnector1">
              <a:avLst/>
            </a:prstGeom>
            <a:ln w="28575">
              <a:solidFill>
                <a:srgbClr val="1199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84406032-9473-42E1-9F50-92A89D23A6D0}"/>
              </a:ext>
            </a:extLst>
          </p:cNvPr>
          <p:cNvGrpSpPr/>
          <p:nvPr/>
        </p:nvGrpSpPr>
        <p:grpSpPr>
          <a:xfrm>
            <a:off x="6597343" y="3593936"/>
            <a:ext cx="1626368" cy="408294"/>
            <a:chOff x="6467706" y="3523786"/>
            <a:chExt cx="1594623" cy="400325"/>
          </a:xfrm>
        </p:grpSpPr>
        <p:sp>
          <p:nvSpPr>
            <p:cNvPr id="48" name="TextBox 47">
              <a:extLst>
                <a:ext uri="{FF2B5EF4-FFF2-40B4-BE49-F238E27FC236}">
                  <a16:creationId xmlns:a16="http://schemas.microsoft.com/office/drawing/2014/main" id="{CDFF26C5-B549-4470-AD1A-99BD1B5D9A03}"/>
                </a:ext>
              </a:extLst>
            </p:cNvPr>
            <p:cNvSpPr txBox="1"/>
            <p:nvPr/>
          </p:nvSpPr>
          <p:spPr>
            <a:xfrm>
              <a:off x="6580182" y="3549265"/>
              <a:ext cx="1468094" cy="374846"/>
            </a:xfrm>
            <a:prstGeom prst="rect">
              <a:avLst/>
            </a:prstGeom>
            <a:noFill/>
          </p:spPr>
          <p:txBody>
            <a:bodyPr wrap="none" rtlCol="0">
              <a:spAutoFit/>
            </a:bodyPr>
            <a:lstStyle/>
            <a:p>
              <a:r>
                <a:rPr lang="en-US" sz="1836"/>
                <a:t>3. Returns ID</a:t>
              </a:r>
            </a:p>
          </p:txBody>
        </p:sp>
        <p:cxnSp>
          <p:nvCxnSpPr>
            <p:cNvPr id="10" name="Straight Arrow Connector 9">
              <a:extLst>
                <a:ext uri="{FF2B5EF4-FFF2-40B4-BE49-F238E27FC236}">
                  <a16:creationId xmlns:a16="http://schemas.microsoft.com/office/drawing/2014/main" id="{7BBA076C-5FD0-4624-BC20-DC1237B5B685}"/>
                </a:ext>
              </a:extLst>
            </p:cNvPr>
            <p:cNvCxnSpPr>
              <a:cxnSpLocks/>
              <a:stCxn id="6" idx="1"/>
              <a:endCxn id="5" idx="3"/>
            </p:cNvCxnSpPr>
            <p:nvPr/>
          </p:nvCxnSpPr>
          <p:spPr>
            <a:xfrm flipH="1">
              <a:off x="6467706" y="3523786"/>
              <a:ext cx="1594623" cy="0"/>
            </a:xfrm>
            <a:prstGeom prst="straightConnector1">
              <a:avLst/>
            </a:prstGeom>
            <a:ln w="28575">
              <a:solidFill>
                <a:srgbClr val="1199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3" name="Title 2">
            <a:extLst>
              <a:ext uri="{FF2B5EF4-FFF2-40B4-BE49-F238E27FC236}">
                <a16:creationId xmlns:a16="http://schemas.microsoft.com/office/drawing/2014/main" id="{1E3AFC93-C32D-4F10-AFF8-18B2D79181A1}"/>
              </a:ext>
            </a:extLst>
          </p:cNvPr>
          <p:cNvSpPr>
            <a:spLocks noGrp="1"/>
          </p:cNvSpPr>
          <p:nvPr>
            <p:ph type="title"/>
          </p:nvPr>
        </p:nvSpPr>
        <p:spPr/>
        <p:txBody>
          <a:bodyPr/>
          <a:lstStyle/>
          <a:p>
            <a:r>
              <a:rPr lang="en-US"/>
              <a:t>High level provisioning</a:t>
            </a:r>
          </a:p>
        </p:txBody>
      </p:sp>
    </p:spTree>
    <p:extLst>
      <p:ext uri="{BB962C8B-B14F-4D97-AF65-F5344CB8AC3E}">
        <p14:creationId xmlns:p14="http://schemas.microsoft.com/office/powerpoint/2010/main" val="3884971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D15601A-0DD7-4067-88A8-B3A4F2536376}"/>
              </a:ext>
            </a:extLst>
          </p:cNvPr>
          <p:cNvGrpSpPr/>
          <p:nvPr/>
        </p:nvGrpSpPr>
        <p:grpSpPr>
          <a:xfrm>
            <a:off x="6210009" y="2065037"/>
            <a:ext cx="3776781" cy="2573228"/>
            <a:chOff x="6443863" y="169652"/>
            <a:chExt cx="3703063" cy="2523002"/>
          </a:xfrm>
        </p:grpSpPr>
        <p:sp>
          <p:nvSpPr>
            <p:cNvPr id="27" name="Rectangle 26">
              <a:extLst>
                <a:ext uri="{FF2B5EF4-FFF2-40B4-BE49-F238E27FC236}">
                  <a16:creationId xmlns:a16="http://schemas.microsoft.com/office/drawing/2014/main" id="{B7E96807-417B-4853-823C-2CA2C160C939}"/>
                </a:ext>
              </a:extLst>
            </p:cNvPr>
            <p:cNvSpPr/>
            <p:nvPr/>
          </p:nvSpPr>
          <p:spPr>
            <a:xfrm>
              <a:off x="8108231" y="169652"/>
              <a:ext cx="2038695" cy="1305098"/>
            </a:xfrm>
            <a:prstGeom prst="rect">
              <a:avLst/>
            </a:prstGeom>
          </p:spPr>
          <p:style>
            <a:lnRef idx="1">
              <a:schemeClr val="accent1"/>
            </a:lnRef>
            <a:fillRef idx="2">
              <a:schemeClr val="accent1"/>
            </a:fillRef>
            <a:effectRef idx="1">
              <a:schemeClr val="accent1"/>
            </a:effectRef>
            <a:fontRef idx="minor">
              <a:schemeClr val="dk1"/>
            </a:fontRef>
          </p:style>
          <p:txBody>
            <a:bodyPr rtlCol="0" anchor="t"/>
            <a:lstStyle/>
            <a:p>
              <a:pPr algn="r"/>
              <a:r>
                <a:rPr lang="en-US" sz="1632">
                  <a:latin typeface="Segoe UI Light" panose="020B0502040204020203" pitchFamily="34" charset="0"/>
                  <a:cs typeface="Segoe UI Light" panose="020B0502040204020203" pitchFamily="34" charset="0"/>
                </a:rPr>
                <a:t>IoT Hub</a:t>
              </a:r>
            </a:p>
          </p:txBody>
        </p:sp>
        <p:sp>
          <p:nvSpPr>
            <p:cNvPr id="28" name="Rectangle 27">
              <a:extLst>
                <a:ext uri="{FF2B5EF4-FFF2-40B4-BE49-F238E27FC236}">
                  <a16:creationId xmlns:a16="http://schemas.microsoft.com/office/drawing/2014/main" id="{9D397BBE-DC6E-4BBE-A994-BB1730A23EE0}"/>
                </a:ext>
              </a:extLst>
            </p:cNvPr>
            <p:cNvSpPr/>
            <p:nvPr/>
          </p:nvSpPr>
          <p:spPr>
            <a:xfrm>
              <a:off x="7589820" y="566960"/>
              <a:ext cx="2038695" cy="1305098"/>
            </a:xfrm>
            <a:prstGeom prst="rect">
              <a:avLst/>
            </a:prstGeom>
          </p:spPr>
          <p:style>
            <a:lnRef idx="1">
              <a:schemeClr val="accent1"/>
            </a:lnRef>
            <a:fillRef idx="2">
              <a:schemeClr val="accent1"/>
            </a:fillRef>
            <a:effectRef idx="1">
              <a:schemeClr val="accent1"/>
            </a:effectRef>
            <a:fontRef idx="minor">
              <a:schemeClr val="dk1"/>
            </a:fontRef>
          </p:style>
          <p:txBody>
            <a:bodyPr rtlCol="0" anchor="t"/>
            <a:lstStyle/>
            <a:p>
              <a:pPr algn="r"/>
              <a:r>
                <a:rPr lang="en-US" sz="1632">
                  <a:latin typeface="Segoe UI Light" panose="020B0502040204020203" pitchFamily="34" charset="0"/>
                  <a:cs typeface="Segoe UI Light" panose="020B0502040204020203" pitchFamily="34" charset="0"/>
                </a:rPr>
                <a:t>IoT Hub</a:t>
              </a:r>
            </a:p>
          </p:txBody>
        </p:sp>
        <p:sp>
          <p:nvSpPr>
            <p:cNvPr id="30" name="Rectangle 29">
              <a:extLst>
                <a:ext uri="{FF2B5EF4-FFF2-40B4-BE49-F238E27FC236}">
                  <a16:creationId xmlns:a16="http://schemas.microsoft.com/office/drawing/2014/main" id="{DF11C572-FA63-45A4-9E4D-25E892EE9F3E}"/>
                </a:ext>
              </a:extLst>
            </p:cNvPr>
            <p:cNvSpPr/>
            <p:nvPr/>
          </p:nvSpPr>
          <p:spPr>
            <a:xfrm>
              <a:off x="7035155" y="985205"/>
              <a:ext cx="2038695" cy="1305098"/>
            </a:xfrm>
            <a:prstGeom prst="rect">
              <a:avLst/>
            </a:prstGeom>
          </p:spPr>
          <p:style>
            <a:lnRef idx="1">
              <a:schemeClr val="accent1"/>
            </a:lnRef>
            <a:fillRef idx="2">
              <a:schemeClr val="accent1"/>
            </a:fillRef>
            <a:effectRef idx="1">
              <a:schemeClr val="accent1"/>
            </a:effectRef>
            <a:fontRef idx="minor">
              <a:schemeClr val="dk1"/>
            </a:fontRef>
          </p:style>
          <p:txBody>
            <a:bodyPr rtlCol="0" anchor="t"/>
            <a:lstStyle/>
            <a:p>
              <a:pPr algn="r"/>
              <a:r>
                <a:rPr lang="en-US" sz="1632">
                  <a:latin typeface="Segoe UI Light" panose="020B0502040204020203" pitchFamily="34" charset="0"/>
                  <a:cs typeface="Segoe UI Light" panose="020B0502040204020203" pitchFamily="34" charset="0"/>
                </a:rPr>
                <a:t>IoT Hub</a:t>
              </a:r>
            </a:p>
          </p:txBody>
        </p:sp>
        <p:sp>
          <p:nvSpPr>
            <p:cNvPr id="31" name="Rectangle 30">
              <a:extLst>
                <a:ext uri="{FF2B5EF4-FFF2-40B4-BE49-F238E27FC236}">
                  <a16:creationId xmlns:a16="http://schemas.microsoft.com/office/drawing/2014/main" id="{417F5E8E-A339-453A-98CD-A5F92D008A86}"/>
                </a:ext>
              </a:extLst>
            </p:cNvPr>
            <p:cNvSpPr/>
            <p:nvPr/>
          </p:nvSpPr>
          <p:spPr>
            <a:xfrm>
              <a:off x="6443863" y="1387556"/>
              <a:ext cx="2038695" cy="1305098"/>
            </a:xfrm>
            <a:prstGeom prst="rect">
              <a:avLst/>
            </a:prstGeom>
          </p:spPr>
          <p:style>
            <a:lnRef idx="1">
              <a:schemeClr val="accent1"/>
            </a:lnRef>
            <a:fillRef idx="2">
              <a:schemeClr val="accent1"/>
            </a:fillRef>
            <a:effectRef idx="1">
              <a:schemeClr val="accent1"/>
            </a:effectRef>
            <a:fontRef idx="minor">
              <a:schemeClr val="dk1"/>
            </a:fontRef>
          </p:style>
          <p:txBody>
            <a:bodyPr rtlCol="0" anchor="t"/>
            <a:lstStyle/>
            <a:p>
              <a:pPr algn="r"/>
              <a:r>
                <a:rPr lang="en-US" sz="1632">
                  <a:latin typeface="Segoe UI Light" panose="020B0502040204020203" pitchFamily="34" charset="0"/>
                  <a:cs typeface="Segoe UI Light" panose="020B0502040204020203" pitchFamily="34" charset="0"/>
                </a:rPr>
                <a:t>IoT Hub</a:t>
              </a:r>
            </a:p>
          </p:txBody>
        </p:sp>
      </p:grpSp>
      <p:sp>
        <p:nvSpPr>
          <p:cNvPr id="2" name="Title 1">
            <a:extLst>
              <a:ext uri="{FF2B5EF4-FFF2-40B4-BE49-F238E27FC236}">
                <a16:creationId xmlns:a16="http://schemas.microsoft.com/office/drawing/2014/main" id="{0CC86FF5-28E4-458A-8D30-A9F042ACA464}"/>
              </a:ext>
            </a:extLst>
          </p:cNvPr>
          <p:cNvSpPr>
            <a:spLocks noGrp="1"/>
          </p:cNvSpPr>
          <p:nvPr>
            <p:ph type="title"/>
          </p:nvPr>
        </p:nvSpPr>
        <p:spPr>
          <a:xfrm>
            <a:off x="855768" y="372393"/>
            <a:ext cx="10724938" cy="1351952"/>
          </a:xfrm>
        </p:spPr>
        <p:txBody>
          <a:bodyPr/>
          <a:lstStyle/>
          <a:p>
            <a:r>
              <a:rPr lang="en-US"/>
              <a:t>Provisioning with DPS</a:t>
            </a:r>
          </a:p>
        </p:txBody>
      </p:sp>
      <p:sp>
        <p:nvSpPr>
          <p:cNvPr id="5" name="Rectangle 4">
            <a:extLst>
              <a:ext uri="{FF2B5EF4-FFF2-40B4-BE49-F238E27FC236}">
                <a16:creationId xmlns:a16="http://schemas.microsoft.com/office/drawing/2014/main" id="{8DD5B9B0-A1DC-44EE-8847-4C74B17A7EC8}"/>
              </a:ext>
            </a:extLst>
          </p:cNvPr>
          <p:cNvSpPr/>
          <p:nvPr/>
        </p:nvSpPr>
        <p:spPr>
          <a:xfrm>
            <a:off x="5718765" y="3723917"/>
            <a:ext cx="2079280" cy="13310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32">
                <a:latin typeface="Segoe UI Light" panose="020B0502040204020203" pitchFamily="34" charset="0"/>
                <a:cs typeface="Segoe UI Light" panose="020B0502040204020203" pitchFamily="34" charset="0"/>
              </a:rPr>
              <a:t>IoT Hub</a:t>
            </a:r>
          </a:p>
        </p:txBody>
      </p:sp>
      <p:sp>
        <p:nvSpPr>
          <p:cNvPr id="6" name="Rectangle 5">
            <a:extLst>
              <a:ext uri="{FF2B5EF4-FFF2-40B4-BE49-F238E27FC236}">
                <a16:creationId xmlns:a16="http://schemas.microsoft.com/office/drawing/2014/main" id="{95C10FCC-AFE6-40FD-ACE9-D58DF8AECBCD}"/>
              </a:ext>
            </a:extLst>
          </p:cNvPr>
          <p:cNvSpPr/>
          <p:nvPr/>
        </p:nvSpPr>
        <p:spPr>
          <a:xfrm>
            <a:off x="1189727" y="4681360"/>
            <a:ext cx="1283217" cy="61890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632">
                <a:latin typeface="Segoe UI Light" panose="020B0502040204020203" pitchFamily="34" charset="0"/>
                <a:cs typeface="Segoe UI Light" panose="020B0502040204020203" pitchFamily="34" charset="0"/>
              </a:rPr>
              <a:t>Device</a:t>
            </a:r>
          </a:p>
        </p:txBody>
      </p:sp>
      <p:sp>
        <p:nvSpPr>
          <p:cNvPr id="8" name="Rectangle 7">
            <a:extLst>
              <a:ext uri="{FF2B5EF4-FFF2-40B4-BE49-F238E27FC236}">
                <a16:creationId xmlns:a16="http://schemas.microsoft.com/office/drawing/2014/main" id="{77020A9B-E694-49AD-A013-864E87BF9714}"/>
              </a:ext>
            </a:extLst>
          </p:cNvPr>
          <p:cNvSpPr/>
          <p:nvPr/>
        </p:nvSpPr>
        <p:spPr>
          <a:xfrm>
            <a:off x="1831336" y="2646262"/>
            <a:ext cx="2392129" cy="7186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32">
                <a:latin typeface="Segoe UI Light" panose="020B0502040204020203" pitchFamily="34" charset="0"/>
                <a:cs typeface="Segoe UI Light" panose="020B0502040204020203" pitchFamily="34" charset="0"/>
              </a:rPr>
              <a:t>Device Provisioning Service</a:t>
            </a:r>
          </a:p>
        </p:txBody>
      </p:sp>
      <p:sp>
        <p:nvSpPr>
          <p:cNvPr id="10" name="Cloud 9">
            <a:extLst>
              <a:ext uri="{FF2B5EF4-FFF2-40B4-BE49-F238E27FC236}">
                <a16:creationId xmlns:a16="http://schemas.microsoft.com/office/drawing/2014/main" id="{58B43924-238F-4046-8A35-257C35D294E1}"/>
              </a:ext>
            </a:extLst>
          </p:cNvPr>
          <p:cNvSpPr/>
          <p:nvPr/>
        </p:nvSpPr>
        <p:spPr>
          <a:xfrm>
            <a:off x="9118907" y="3450269"/>
            <a:ext cx="2461799" cy="1828072"/>
          </a:xfrm>
          <a:prstGeom prst="cloud">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836">
                <a:latin typeface="Segoe UI Light" panose="020B0502040204020203" pitchFamily="34" charset="0"/>
                <a:cs typeface="Segoe UI Light" panose="020B0502040204020203" pitchFamily="34" charset="0"/>
              </a:rPr>
              <a:t>Business logic</a:t>
            </a:r>
          </a:p>
        </p:txBody>
      </p:sp>
      <p:cxnSp>
        <p:nvCxnSpPr>
          <p:cNvPr id="11" name="Straight Arrow Connector 10">
            <a:extLst>
              <a:ext uri="{FF2B5EF4-FFF2-40B4-BE49-F238E27FC236}">
                <a16:creationId xmlns:a16="http://schemas.microsoft.com/office/drawing/2014/main" id="{21AE8F44-B3FD-40FA-B29C-DB56E5211A21}"/>
              </a:ext>
            </a:extLst>
          </p:cNvPr>
          <p:cNvCxnSpPr>
            <a:cxnSpLocks/>
            <a:stCxn id="5" idx="3"/>
            <a:endCxn id="10" idx="2"/>
          </p:cNvCxnSpPr>
          <p:nvPr/>
        </p:nvCxnSpPr>
        <p:spPr>
          <a:xfrm flipV="1">
            <a:off x="7798045" y="4364305"/>
            <a:ext cx="1328498" cy="25152"/>
          </a:xfrm>
          <a:prstGeom prst="straightConnector1">
            <a:avLst/>
          </a:prstGeom>
          <a:ln w="28575">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2" name="Connector: Curved 31">
            <a:extLst>
              <a:ext uri="{FF2B5EF4-FFF2-40B4-BE49-F238E27FC236}">
                <a16:creationId xmlns:a16="http://schemas.microsoft.com/office/drawing/2014/main" id="{7042A24E-1330-436F-B474-46FA1A478EEB}"/>
              </a:ext>
            </a:extLst>
          </p:cNvPr>
          <p:cNvCxnSpPr>
            <a:cxnSpLocks/>
            <a:stCxn id="6" idx="0"/>
            <a:endCxn id="8" idx="2"/>
          </p:cNvCxnSpPr>
          <p:nvPr/>
        </p:nvCxnSpPr>
        <p:spPr>
          <a:xfrm rot="5400000" flipH="1" flipV="1">
            <a:off x="1771166" y="3425126"/>
            <a:ext cx="1316403" cy="1196065"/>
          </a:xfrm>
          <a:prstGeom prst="curvedConnector3">
            <a:avLst>
              <a:gd name="adj1" fmla="val 55313"/>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5" name="Connector: Curved 34">
            <a:extLst>
              <a:ext uri="{FF2B5EF4-FFF2-40B4-BE49-F238E27FC236}">
                <a16:creationId xmlns:a16="http://schemas.microsoft.com/office/drawing/2014/main" id="{B612B17F-CC58-42C7-9BE9-C4D26BDD52FB}"/>
              </a:ext>
            </a:extLst>
          </p:cNvPr>
          <p:cNvCxnSpPr>
            <a:cxnSpLocks/>
            <a:stCxn id="8" idx="3"/>
            <a:endCxn id="5" idx="0"/>
          </p:cNvCxnSpPr>
          <p:nvPr/>
        </p:nvCxnSpPr>
        <p:spPr>
          <a:xfrm>
            <a:off x="4223464" y="3005610"/>
            <a:ext cx="2534941" cy="718308"/>
          </a:xfrm>
          <a:prstGeom prst="curvedConnector2">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8" name="Connector: Curved 37">
            <a:extLst>
              <a:ext uri="{FF2B5EF4-FFF2-40B4-BE49-F238E27FC236}">
                <a16:creationId xmlns:a16="http://schemas.microsoft.com/office/drawing/2014/main" id="{4E37C41D-A347-450F-AC99-28EDF24A4B0B}"/>
              </a:ext>
            </a:extLst>
          </p:cNvPr>
          <p:cNvCxnSpPr>
            <a:cxnSpLocks/>
            <a:stCxn id="5" idx="0"/>
            <a:endCxn id="8" idx="3"/>
          </p:cNvCxnSpPr>
          <p:nvPr/>
        </p:nvCxnSpPr>
        <p:spPr>
          <a:xfrm rot="16200000" flipV="1">
            <a:off x="5131782" y="2097293"/>
            <a:ext cx="718308" cy="2534941"/>
          </a:xfrm>
          <a:prstGeom prst="curvedConnector2">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5" name="Connector: Curved 44">
            <a:extLst>
              <a:ext uri="{FF2B5EF4-FFF2-40B4-BE49-F238E27FC236}">
                <a16:creationId xmlns:a16="http://schemas.microsoft.com/office/drawing/2014/main" id="{440AB167-BAD3-46D8-92F6-E8AAB963C4CE}"/>
              </a:ext>
            </a:extLst>
          </p:cNvPr>
          <p:cNvCxnSpPr>
            <a:cxnSpLocks/>
            <a:stCxn id="8" idx="2"/>
            <a:endCxn id="6" idx="0"/>
          </p:cNvCxnSpPr>
          <p:nvPr/>
        </p:nvCxnSpPr>
        <p:spPr>
          <a:xfrm rot="5400000">
            <a:off x="1771167" y="3425126"/>
            <a:ext cx="1316403" cy="1196065"/>
          </a:xfrm>
          <a:prstGeom prst="curvedConnector3">
            <a:avLst>
              <a:gd name="adj1" fmla="val 58856"/>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2" name="Connector: Curved 51">
            <a:extLst>
              <a:ext uri="{FF2B5EF4-FFF2-40B4-BE49-F238E27FC236}">
                <a16:creationId xmlns:a16="http://schemas.microsoft.com/office/drawing/2014/main" id="{B9A758EE-6063-4553-95C6-725798228B87}"/>
              </a:ext>
            </a:extLst>
          </p:cNvPr>
          <p:cNvCxnSpPr>
            <a:cxnSpLocks/>
            <a:stCxn id="6" idx="3"/>
            <a:endCxn id="5" idx="1"/>
          </p:cNvCxnSpPr>
          <p:nvPr/>
        </p:nvCxnSpPr>
        <p:spPr>
          <a:xfrm flipV="1">
            <a:off x="2472944" y="4389457"/>
            <a:ext cx="3245821" cy="601358"/>
          </a:xfrm>
          <a:prstGeom prst="curvedConnector3">
            <a:avLst>
              <a:gd name="adj1" fmla="val 41380"/>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6" name="Connector: Curved 55">
            <a:extLst>
              <a:ext uri="{FF2B5EF4-FFF2-40B4-BE49-F238E27FC236}">
                <a16:creationId xmlns:a16="http://schemas.microsoft.com/office/drawing/2014/main" id="{09D99A7F-5694-41F8-B357-7F7E5300082D}"/>
              </a:ext>
            </a:extLst>
          </p:cNvPr>
          <p:cNvCxnSpPr>
            <a:cxnSpLocks/>
            <a:stCxn id="5" idx="1"/>
            <a:endCxn id="6" idx="3"/>
          </p:cNvCxnSpPr>
          <p:nvPr/>
        </p:nvCxnSpPr>
        <p:spPr>
          <a:xfrm rot="10800000" flipV="1">
            <a:off x="2472944" y="4389457"/>
            <a:ext cx="3245821" cy="601358"/>
          </a:xfrm>
          <a:prstGeom prst="curvedConnector3">
            <a:avLst>
              <a:gd name="adj1" fmla="val 36352"/>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2" name="Rectangle: Folded Corner 71">
            <a:extLst>
              <a:ext uri="{FF2B5EF4-FFF2-40B4-BE49-F238E27FC236}">
                <a16:creationId xmlns:a16="http://schemas.microsoft.com/office/drawing/2014/main" id="{10344EAF-05F0-4750-85A2-145921D5FDE9}"/>
              </a:ext>
            </a:extLst>
          </p:cNvPr>
          <p:cNvSpPr/>
          <p:nvPr/>
        </p:nvSpPr>
        <p:spPr>
          <a:xfrm>
            <a:off x="1496764" y="3824317"/>
            <a:ext cx="1865207" cy="420266"/>
          </a:xfrm>
          <a:prstGeom prst="foldedCorner">
            <a:avLst>
              <a:gd name="adj" fmla="val 2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28">
                <a:latin typeface="Segoe UI Light" panose="020B0502040204020203" pitchFamily="34" charset="0"/>
                <a:cs typeface="Segoe UI Light" panose="020B0502040204020203" pitchFamily="34" charset="0"/>
              </a:rPr>
              <a:t>“where’s my home?”</a:t>
            </a:r>
          </a:p>
        </p:txBody>
      </p:sp>
      <p:sp>
        <p:nvSpPr>
          <p:cNvPr id="73" name="Rectangle: Folded Corner 72">
            <a:extLst>
              <a:ext uri="{FF2B5EF4-FFF2-40B4-BE49-F238E27FC236}">
                <a16:creationId xmlns:a16="http://schemas.microsoft.com/office/drawing/2014/main" id="{8E5AB058-BEC1-4968-87E6-3E6C2CD0892A}"/>
              </a:ext>
            </a:extLst>
          </p:cNvPr>
          <p:cNvSpPr/>
          <p:nvPr/>
        </p:nvSpPr>
        <p:spPr>
          <a:xfrm>
            <a:off x="1496764" y="3830102"/>
            <a:ext cx="1865207" cy="420266"/>
          </a:xfrm>
          <a:prstGeom prst="foldedCorner">
            <a:avLst>
              <a:gd name="adj" fmla="val 2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28" dirty="0">
                <a:latin typeface="Segoe UI Light" panose="020B0502040204020203" pitchFamily="34" charset="0"/>
                <a:cs typeface="Segoe UI Light" panose="020B0502040204020203" pitchFamily="34" charset="0"/>
              </a:rPr>
              <a:t>Identity attestation</a:t>
            </a:r>
          </a:p>
        </p:txBody>
      </p:sp>
      <p:sp>
        <p:nvSpPr>
          <p:cNvPr id="74" name="Rectangle: Folded Corner 73">
            <a:extLst>
              <a:ext uri="{FF2B5EF4-FFF2-40B4-BE49-F238E27FC236}">
                <a16:creationId xmlns:a16="http://schemas.microsoft.com/office/drawing/2014/main" id="{8B35449B-3B60-4D1D-AFE8-1C11332990BB}"/>
              </a:ext>
            </a:extLst>
          </p:cNvPr>
          <p:cNvSpPr/>
          <p:nvPr/>
        </p:nvSpPr>
        <p:spPr>
          <a:xfrm>
            <a:off x="855768" y="1766154"/>
            <a:ext cx="2056833" cy="433779"/>
          </a:xfrm>
          <a:prstGeom prst="foldedCorner">
            <a:avLst>
              <a:gd name="adj" fmla="val 2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28">
                <a:latin typeface="Segoe UI Light" panose="020B0502040204020203" pitchFamily="34" charset="0"/>
                <a:cs typeface="Segoe UI Light" panose="020B0502040204020203" pitchFamily="34" charset="0"/>
              </a:rPr>
              <a:t>Device enrollment info</a:t>
            </a:r>
          </a:p>
        </p:txBody>
      </p:sp>
      <p:sp>
        <p:nvSpPr>
          <p:cNvPr id="75" name="Rectangle: Folded Corner 74">
            <a:extLst>
              <a:ext uri="{FF2B5EF4-FFF2-40B4-BE49-F238E27FC236}">
                <a16:creationId xmlns:a16="http://schemas.microsoft.com/office/drawing/2014/main" id="{8D02624A-5B6C-4752-806F-1D9A59C901C1}"/>
              </a:ext>
            </a:extLst>
          </p:cNvPr>
          <p:cNvSpPr/>
          <p:nvPr/>
        </p:nvSpPr>
        <p:spPr>
          <a:xfrm>
            <a:off x="4718758" y="2829077"/>
            <a:ext cx="1865207" cy="635973"/>
          </a:xfrm>
          <a:prstGeom prst="foldedCorner">
            <a:avLst>
              <a:gd name="adj" fmla="val 2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28">
                <a:latin typeface="Segoe UI Light" panose="020B0502040204020203" pitchFamily="34" charset="0"/>
                <a:cs typeface="Segoe UI Light" panose="020B0502040204020203" pitchFamily="34" charset="0"/>
              </a:rPr>
              <a:t>Register new device, populate initial config</a:t>
            </a:r>
          </a:p>
        </p:txBody>
      </p:sp>
      <p:sp>
        <p:nvSpPr>
          <p:cNvPr id="76" name="Rectangle: Folded Corner 75">
            <a:extLst>
              <a:ext uri="{FF2B5EF4-FFF2-40B4-BE49-F238E27FC236}">
                <a16:creationId xmlns:a16="http://schemas.microsoft.com/office/drawing/2014/main" id="{CD0DF124-E93C-4DF8-A3CA-6CC94790FC9B}"/>
              </a:ext>
            </a:extLst>
          </p:cNvPr>
          <p:cNvSpPr/>
          <p:nvPr/>
        </p:nvSpPr>
        <p:spPr>
          <a:xfrm>
            <a:off x="4718758" y="2941429"/>
            <a:ext cx="1865207" cy="420266"/>
          </a:xfrm>
          <a:prstGeom prst="foldedCorner">
            <a:avLst>
              <a:gd name="adj" fmla="val 2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28">
                <a:latin typeface="Segoe UI Light" panose="020B0502040204020203" pitchFamily="34" charset="0"/>
                <a:cs typeface="Segoe UI Light" panose="020B0502040204020203" pitchFamily="34" charset="0"/>
              </a:rPr>
              <a:t>Registered device info</a:t>
            </a:r>
          </a:p>
        </p:txBody>
      </p:sp>
      <p:sp>
        <p:nvSpPr>
          <p:cNvPr id="77" name="Rectangle: Folded Corner 76">
            <a:extLst>
              <a:ext uri="{FF2B5EF4-FFF2-40B4-BE49-F238E27FC236}">
                <a16:creationId xmlns:a16="http://schemas.microsoft.com/office/drawing/2014/main" id="{59F900C3-1802-4F3A-8CF0-ED479855B2D8}"/>
              </a:ext>
            </a:extLst>
          </p:cNvPr>
          <p:cNvSpPr/>
          <p:nvPr/>
        </p:nvSpPr>
        <p:spPr>
          <a:xfrm>
            <a:off x="1496764" y="3827210"/>
            <a:ext cx="1865207" cy="420266"/>
          </a:xfrm>
          <a:prstGeom prst="foldedCorner">
            <a:avLst>
              <a:gd name="adj" fmla="val 2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28">
                <a:latin typeface="Segoe UI Light" panose="020B0502040204020203" pitchFamily="34" charset="0"/>
                <a:cs typeface="Segoe UI Light" panose="020B0502040204020203" pitchFamily="34" charset="0"/>
              </a:rPr>
              <a:t>Registered device info</a:t>
            </a:r>
          </a:p>
        </p:txBody>
      </p:sp>
      <p:sp>
        <p:nvSpPr>
          <p:cNvPr id="78" name="Rectangle: Folded Corner 77">
            <a:extLst>
              <a:ext uri="{FF2B5EF4-FFF2-40B4-BE49-F238E27FC236}">
                <a16:creationId xmlns:a16="http://schemas.microsoft.com/office/drawing/2014/main" id="{41726772-ECBD-494A-8F02-8340A1EB50E3}"/>
              </a:ext>
            </a:extLst>
          </p:cNvPr>
          <p:cNvSpPr/>
          <p:nvPr/>
        </p:nvSpPr>
        <p:spPr>
          <a:xfrm>
            <a:off x="3163251" y="4380458"/>
            <a:ext cx="1865207" cy="420266"/>
          </a:xfrm>
          <a:prstGeom prst="foldedCorner">
            <a:avLst>
              <a:gd name="adj" fmla="val 2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28">
                <a:latin typeface="Segoe UI Light" panose="020B0502040204020203" pitchFamily="34" charset="0"/>
                <a:cs typeface="Segoe UI Light" panose="020B0502040204020203" pitchFamily="34" charset="0"/>
              </a:rPr>
              <a:t>Establish connection</a:t>
            </a:r>
          </a:p>
        </p:txBody>
      </p:sp>
      <p:sp>
        <p:nvSpPr>
          <p:cNvPr id="79" name="Rectangle: Folded Corner 78">
            <a:extLst>
              <a:ext uri="{FF2B5EF4-FFF2-40B4-BE49-F238E27FC236}">
                <a16:creationId xmlns:a16="http://schemas.microsoft.com/office/drawing/2014/main" id="{41D5C8D9-0BBC-45A3-AF29-18E21B19FD52}"/>
              </a:ext>
            </a:extLst>
          </p:cNvPr>
          <p:cNvSpPr/>
          <p:nvPr/>
        </p:nvSpPr>
        <p:spPr>
          <a:xfrm>
            <a:off x="3378765" y="4681360"/>
            <a:ext cx="1865207" cy="420266"/>
          </a:xfrm>
          <a:prstGeom prst="foldedCorner">
            <a:avLst>
              <a:gd name="adj" fmla="val 2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28">
                <a:latin typeface="Segoe UI Light" panose="020B0502040204020203" pitchFamily="34" charset="0"/>
                <a:cs typeface="Segoe UI Light" panose="020B0502040204020203" pitchFamily="34" charset="0"/>
              </a:rPr>
              <a:t>Initial configuration</a:t>
            </a:r>
          </a:p>
        </p:txBody>
      </p:sp>
      <p:sp>
        <p:nvSpPr>
          <p:cNvPr id="80" name="Rectangle: Folded Corner 79">
            <a:extLst>
              <a:ext uri="{FF2B5EF4-FFF2-40B4-BE49-F238E27FC236}">
                <a16:creationId xmlns:a16="http://schemas.microsoft.com/office/drawing/2014/main" id="{D84A4F77-E75E-4978-92E3-B2843077B17A}"/>
              </a:ext>
            </a:extLst>
          </p:cNvPr>
          <p:cNvSpPr/>
          <p:nvPr/>
        </p:nvSpPr>
        <p:spPr>
          <a:xfrm>
            <a:off x="7006053" y="3759059"/>
            <a:ext cx="1865207" cy="420266"/>
          </a:xfrm>
          <a:prstGeom prst="foldedCorner">
            <a:avLst>
              <a:gd name="adj" fmla="val 2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28">
                <a:latin typeface="Segoe UI Light" panose="020B0502040204020203" pitchFamily="34" charset="0"/>
                <a:cs typeface="Segoe UI Light" panose="020B0502040204020203" pitchFamily="34" charset="0"/>
              </a:rPr>
              <a:t>Device telemetry</a:t>
            </a:r>
          </a:p>
        </p:txBody>
      </p:sp>
      <p:sp>
        <p:nvSpPr>
          <p:cNvPr id="81" name="Rectangle: Folded Corner 80">
            <a:extLst>
              <a:ext uri="{FF2B5EF4-FFF2-40B4-BE49-F238E27FC236}">
                <a16:creationId xmlns:a16="http://schemas.microsoft.com/office/drawing/2014/main" id="{F00D6A06-3366-4793-991A-F20836A6015C}"/>
              </a:ext>
            </a:extLst>
          </p:cNvPr>
          <p:cNvSpPr/>
          <p:nvPr/>
        </p:nvSpPr>
        <p:spPr>
          <a:xfrm>
            <a:off x="9417203" y="4738197"/>
            <a:ext cx="1865207" cy="420266"/>
          </a:xfrm>
          <a:prstGeom prst="foldedCorner">
            <a:avLst>
              <a:gd name="adj" fmla="val 2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28">
                <a:latin typeface="Segoe UI Light" panose="020B0502040204020203" pitchFamily="34" charset="0"/>
                <a:cs typeface="Segoe UI Light" panose="020B0502040204020203" pitchFamily="34" charset="0"/>
              </a:rPr>
              <a:t>Insights</a:t>
            </a:r>
          </a:p>
        </p:txBody>
      </p:sp>
      <p:sp>
        <p:nvSpPr>
          <p:cNvPr id="25" name="Rectangle: Folded Corner 24">
            <a:extLst>
              <a:ext uri="{FF2B5EF4-FFF2-40B4-BE49-F238E27FC236}">
                <a16:creationId xmlns:a16="http://schemas.microsoft.com/office/drawing/2014/main" id="{F8562333-19CE-4BF7-896C-87CEEA54E190}"/>
              </a:ext>
            </a:extLst>
          </p:cNvPr>
          <p:cNvSpPr/>
          <p:nvPr/>
        </p:nvSpPr>
        <p:spPr>
          <a:xfrm>
            <a:off x="3163250" y="4374673"/>
            <a:ext cx="1865207" cy="420266"/>
          </a:xfrm>
          <a:prstGeom prst="foldedCorner">
            <a:avLst>
              <a:gd name="adj" fmla="val 2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28">
                <a:latin typeface="Segoe UI Light" panose="020B0502040204020203" pitchFamily="34" charset="0"/>
                <a:cs typeface="Segoe UI Light" panose="020B0502040204020203" pitchFamily="34" charset="0"/>
              </a:rPr>
              <a:t>Device telemetry</a:t>
            </a:r>
          </a:p>
        </p:txBody>
      </p:sp>
      <p:sp>
        <p:nvSpPr>
          <p:cNvPr id="26" name="Rectangle: Folded Corner 25">
            <a:extLst>
              <a:ext uri="{FF2B5EF4-FFF2-40B4-BE49-F238E27FC236}">
                <a16:creationId xmlns:a16="http://schemas.microsoft.com/office/drawing/2014/main" id="{7996EABC-3C9D-49DB-8477-763D4830F3ED}"/>
              </a:ext>
            </a:extLst>
          </p:cNvPr>
          <p:cNvSpPr/>
          <p:nvPr/>
        </p:nvSpPr>
        <p:spPr>
          <a:xfrm>
            <a:off x="5863037" y="4621584"/>
            <a:ext cx="1865207" cy="420266"/>
          </a:xfrm>
          <a:prstGeom prst="foldedCorner">
            <a:avLst>
              <a:gd name="adj" fmla="val 2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28">
                <a:latin typeface="Segoe UI Light" panose="020B0502040204020203" pitchFamily="34" charset="0"/>
                <a:cs typeface="Segoe UI Light" panose="020B0502040204020203" pitchFamily="34" charset="0"/>
              </a:rPr>
              <a:t>…</a:t>
            </a:r>
            <a:r>
              <a:rPr lang="en-US" sz="1428" err="1">
                <a:latin typeface="Segoe UI Light" panose="020B0502040204020203" pitchFamily="34" charset="0"/>
                <a:cs typeface="Segoe UI Light" panose="020B0502040204020203" pitchFamily="34" charset="0"/>
              </a:rPr>
              <a:t>etc</a:t>
            </a:r>
            <a:endParaRPr lang="en-US" sz="1428">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2227668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74"/>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3"/>
                                        </p:tgtEl>
                                        <p:attrNameLst>
                                          <p:attrName>style.visibility</p:attrName>
                                        </p:attrNameLst>
                                      </p:cBhvr>
                                      <p:to>
                                        <p:strVal val="hidden"/>
                                      </p:to>
                                    </p:set>
                                  </p:childTnLst>
                                </p:cTn>
                              </p:par>
                              <p:par>
                                <p:cTn id="9" presetID="37" presetClass="path" presetSubtype="0" accel="50000" decel="50000" fill="hold" grpId="0" nodeType="withEffect">
                                  <p:stCondLst>
                                    <p:cond delay="0"/>
                                  </p:stCondLst>
                                  <p:childTnLst>
                                    <p:animMotion origin="layout" path="M -0.03294 -0.05231 L 0.02058 -0.03564 C 0.03164 -0.03148 0.04453 -0.01851 0.05625 -0.00069 C 0.06914 0.01991 0.07696 0.04121 0.07995 0.06065 L 0.09571 0.15186 " pathEditMode="relative" rAng="2520000" ptsTypes="AAAAA">
                                      <p:cBhvr>
                                        <p:cTn id="10" dur="2000" fill="hold"/>
                                        <p:tgtEl>
                                          <p:spTgt spid="74"/>
                                        </p:tgtEl>
                                        <p:attrNameLst>
                                          <p:attrName>ppt_x</p:attrName>
                                          <p:attrName>ppt_y</p:attrName>
                                        </p:attrNameLst>
                                      </p:cBhvr>
                                      <p:rCtr x="7682" y="7731"/>
                                    </p:animMotion>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3"/>
                                        </p:tgtEl>
                                        <p:attrNameLst>
                                          <p:attrName>style.visibility</p:attrName>
                                        </p:attrNameLst>
                                      </p:cBhvr>
                                      <p:to>
                                        <p:strVal val="visible"/>
                                      </p:to>
                                    </p:set>
                                  </p:childTnLst>
                                </p:cTn>
                              </p:par>
                              <p:par>
                                <p:cTn id="21" presetID="0" presetClass="path" presetSubtype="0" accel="50000" decel="50000" fill="hold" grpId="2" nodeType="withEffect">
                                  <p:stCondLst>
                                    <p:cond delay="0"/>
                                  </p:stCondLst>
                                  <p:childTnLst>
                                    <p:animMotion origin="layout" path="M 0.03503 -0.09051 L 0.03503 -0.09028 C 0.03412 -0.08658 0.03347 -0.08264 0.03255 -0.07871 C 0.0319 -0.07639 0.03099 -0.07454 0.03021 -0.07223 C 0.02956 -0.07061 0.0293 -0.06852 0.02852 -0.0669 C 0.02787 -0.06551 0.02696 -0.06459 0.02617 -0.06297 C 0.02513 -0.06042 0.02435 -0.05764 0.02305 -0.0551 C 0.02071 -0.05024 0.0181 -0.04584 0.01602 -0.04051 C 0.01498 -0.03797 0.01407 -0.03519 0.01289 -0.03264 C 0.01224 -0.03125 0.0112 -0.03033 0.01055 -0.02871 C 0.00886 -0.02524 0.00703 -0.02199 0.00573 -0.01829 C 0.00469 -0.01505 0.00391 -0.01181 0.00261 -0.00903 C 0.00143 -0.00649 -0.00039 -0.0051 -0.0013 -0.00232 C -0.00182 -0.0007 -0.00234 0.00115 -0.00286 0.00301 C -0.00338 0.00416 -0.00403 0.00532 -0.00442 0.00694 C -0.00755 0.01689 -0.00195 0.00324 -0.00755 0.01597 C -0.00911 0.02407 -0.00742 0.01597 -0.00989 0.02384 C -0.01107 0.02754 -0.01315 0.03449 -0.01315 0.03472 C -0.01471 0.0456 -0.01276 0.03472 -0.01549 0.04375 C -0.01588 0.0449 -0.01588 0.04652 -0.01627 0.04768 C -0.02148 0.06319 -0.01562 0.04166 -0.02096 0.05949 C -0.02135 0.06088 -0.02135 0.06226 -0.02187 0.06342 C -0.02278 0.0662 -0.02383 0.06875 -0.025 0.07129 L -0.02812 0.07916 C -0.02838 0.08055 -0.02838 0.08194 -0.0289 0.08333 C -0.02982 0.08588 -0.03151 0.08819 -0.03203 0.0912 C -0.03346 0.09838 -0.0319 0.09189 -0.03437 0.09907 C -0.03841 0.11064 -0.03372 0.09861 -0.0375 0.10833 C -0.03945 0.11759 -0.03672 0.10648 -0.04062 0.1162 C -0.04114 0.11736 -0.04101 0.11921 -0.0414 0.12014 C -0.04205 0.12129 -0.0431 0.12176 -0.04375 0.12268 C -0.04935 0.13009 -0.04049 0.1199 -0.04765 0.12824 C -0.05247 0.12523 -0.05078 0.12777 -0.04843 0.11342 C -0.04661 0.10162 -0.04804 0.11088 -0.04531 0.10439 C -0.04127 0.09375 -0.04661 0.1037 -0.0414 0.09514 C -0.03997 0.08773 -0.04153 0.09444 -0.03906 0.08726 C -0.03854 0.08541 -0.03802 0.08379 -0.0375 0.08194 C -0.03711 0.08055 -0.03646 0.07939 -0.03593 0.07801 C -0.03476 0.07453 -0.03398 0.07083 -0.03281 0.06736 C -0.03125 0.06319 -0.02942 0.05879 -0.02812 0.05439 C -0.02539 0.04537 -0.0276 0.05231 -0.025 0.04514 C -0.02409 0.04282 -0.02343 0.04051 -0.02265 0.03865 C -0.0207 0.03379 -0.02057 0.03379 -0.01862 0.03055 C -0.01836 0.0287 -0.01836 0.02685 -0.01784 0.02523 C -0.01718 0.02338 -0.01627 0.02199 -0.01549 0.0199 C -0.01484 0.01875 -0.01445 0.01736 -0.01393 0.01597 C -0.01315 0.01412 -0.01224 0.01273 -0.01159 0.01088 C -0.01093 0.00902 -0.01054 0.00717 -0.00989 0.00555 C -0.0095 0.00416 -0.00898 0.00301 -0.00833 0.00162 C -0.0069 -0.00602 -0.00872 0.00115 -0.00521 -0.00625 C -0.00416 -0.0088 -0.00312 -0.01158 -0.00208 -0.01436 L -0.00052 -0.01829 C -2.5E-6 -0.01945 0.00078 -0.02061 0.00104 -0.02223 C 0.00235 -0.02848 0.00235 -0.02986 0.00417 -0.03519 C 0.00469 -0.03658 0.00534 -0.03797 0.00573 -0.03912 C 0.00612 -0.04051 0.00612 -0.04213 0.00651 -0.04306 C 0.00755 -0.04607 0.00886 -0.04815 0.00977 -0.05093 C 0.01016 -0.05278 0.01055 -0.05486 0.01133 -0.05649 C 0.01224 -0.05834 0.01328 -0.05973 0.01446 -0.06181 L 0.01602 -0.06436 C 0.01654 -0.06505 0.01719 -0.06574 0.01758 -0.0669 C 0.0181 -0.06829 0.01849 -0.06968 0.01914 -0.07084 C 0.02018 -0.07269 0.02149 -0.07408 0.02227 -0.07616 L 0.02539 -0.08403 C 0.02604 -0.08542 0.02617 -0.08727 0.02696 -0.08797 L 0.0293 -0.09051 C 0.02995 -0.0919 0.03021 -0.09352 0.03099 -0.09445 C 0.03164 -0.09537 0.03255 -0.09514 0.03334 -0.09584 C 0.0336 -0.09607 0.03386 -0.09676 0.03412 -0.09699 L 0.03503 -0.09051 Z " pathEditMode="relative" rAng="0" ptsTypes="AAAAAAAAAAAAAAAAAAAAAAAAAAAAAAAAAAAAAAAAAAAAAAAAAAAAAAAAAAAAAAAAAAAAAA">
                                      <p:cBhvr>
                                        <p:cTn id="22" dur="2000" fill="hold"/>
                                        <p:tgtEl>
                                          <p:spTgt spid="73"/>
                                        </p:tgtEl>
                                        <p:attrNameLst>
                                          <p:attrName>ppt_x</p:attrName>
                                          <p:attrName>ppt_y</p:attrName>
                                        </p:attrNameLst>
                                      </p:cBhvr>
                                      <p:rCtr x="-4297" y="10602"/>
                                    </p:animMotion>
                                  </p:childTnLst>
                                </p:cTn>
                              </p:par>
                              <p:par>
                                <p:cTn id="23" presetID="1" presetClass="exit" presetSubtype="0" fill="hold" grpId="1" nodeType="withEffect">
                                  <p:stCondLst>
                                    <p:cond delay="0"/>
                                  </p:stCondLst>
                                  <p:childTnLst>
                                    <p:set>
                                      <p:cBhvr>
                                        <p:cTn id="24" dur="1" fill="hold">
                                          <p:stCondLst>
                                            <p:cond delay="0"/>
                                          </p:stCondLst>
                                        </p:cTn>
                                        <p:tgtEl>
                                          <p:spTgt spid="72"/>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par>
                                <p:cTn id="29" presetID="1" presetClass="exit" presetSubtype="0" fill="hold" grpId="1" nodeType="withEffect">
                                  <p:stCondLst>
                                    <p:cond delay="0"/>
                                  </p:stCondLst>
                                  <p:childTnLst>
                                    <p:set>
                                      <p:cBhvr>
                                        <p:cTn id="30" dur="1" fill="hold">
                                          <p:stCondLst>
                                            <p:cond delay="0"/>
                                          </p:stCondLst>
                                        </p:cTn>
                                        <p:tgtEl>
                                          <p:spTgt spid="73"/>
                                        </p:tgtEl>
                                        <p:attrNameLst>
                                          <p:attrName>style.visibility</p:attrName>
                                        </p:attrNameLst>
                                      </p:cBhvr>
                                      <p:to>
                                        <p:strVal val="hidden"/>
                                      </p:to>
                                    </p:set>
                                  </p:childTnLst>
                                </p:cTn>
                              </p:par>
                              <p:par>
                                <p:cTn id="31" presetID="1" presetClass="entr" presetSubtype="0" fill="hold" grpId="0" nodeType="withEffect">
                                  <p:stCondLst>
                                    <p:cond delay="0"/>
                                  </p:stCondLst>
                                  <p:childTnLst>
                                    <p:set>
                                      <p:cBhvr>
                                        <p:cTn id="32" dur="1" fill="hold">
                                          <p:stCondLst>
                                            <p:cond delay="0"/>
                                          </p:stCondLst>
                                        </p:cTn>
                                        <p:tgtEl>
                                          <p:spTgt spid="7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par>
                                <p:cTn id="37" presetID="1" presetClass="exit" presetSubtype="0" fill="hold" grpId="1" nodeType="withEffect">
                                  <p:stCondLst>
                                    <p:cond delay="0"/>
                                  </p:stCondLst>
                                  <p:childTnLst>
                                    <p:set>
                                      <p:cBhvr>
                                        <p:cTn id="38" dur="1" fill="hold">
                                          <p:stCondLst>
                                            <p:cond delay="0"/>
                                          </p:stCondLst>
                                        </p:cTn>
                                        <p:tgtEl>
                                          <p:spTgt spid="75"/>
                                        </p:tgtEl>
                                        <p:attrNameLst>
                                          <p:attrName>style.visibility</p:attrName>
                                        </p:attrNameLst>
                                      </p:cBhvr>
                                      <p:to>
                                        <p:strVal val="hidden"/>
                                      </p:to>
                                    </p:set>
                                  </p:childTnLst>
                                </p:cTn>
                              </p:par>
                              <p:par>
                                <p:cTn id="39" presetID="1" presetClass="entr" presetSubtype="0" fill="hold" grpId="0" nodeType="withEffect">
                                  <p:stCondLst>
                                    <p:cond delay="0"/>
                                  </p:stCondLst>
                                  <p:childTnLst>
                                    <p:set>
                                      <p:cBhvr>
                                        <p:cTn id="40" dur="1" fill="hold">
                                          <p:stCondLst>
                                            <p:cond delay="0"/>
                                          </p:stCondLst>
                                        </p:cTn>
                                        <p:tgtEl>
                                          <p:spTgt spid="76"/>
                                        </p:tgtEl>
                                        <p:attrNameLst>
                                          <p:attrName>style.visibility</p:attrName>
                                        </p:attrNameLst>
                                      </p:cBhvr>
                                      <p:to>
                                        <p:strVal val="visible"/>
                                      </p:to>
                                    </p:set>
                                  </p:childTnLst>
                                </p:cTn>
                              </p:par>
                              <p:par>
                                <p:cTn id="41" presetID="1" presetClass="exit" presetSubtype="0" fill="hold" nodeType="withEffect">
                                  <p:stCondLst>
                                    <p:cond delay="0"/>
                                  </p:stCondLst>
                                  <p:childTnLst>
                                    <p:set>
                                      <p:cBhvr>
                                        <p:cTn id="42" dur="1" fill="hold">
                                          <p:stCondLst>
                                            <p:cond delay="0"/>
                                          </p:stCondLst>
                                        </p:cTn>
                                        <p:tgtEl>
                                          <p:spTgt spid="35"/>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5"/>
                                        </p:tgtEl>
                                        <p:attrNameLst>
                                          <p:attrName>style.visibility</p:attrName>
                                        </p:attrNameLst>
                                      </p:cBhvr>
                                      <p:to>
                                        <p:strVal val="visible"/>
                                      </p:to>
                                    </p:set>
                                  </p:childTnLst>
                                </p:cTn>
                              </p:par>
                              <p:par>
                                <p:cTn id="47" presetID="1" presetClass="exit" presetSubtype="0" fill="hold" grpId="1" nodeType="withEffect">
                                  <p:stCondLst>
                                    <p:cond delay="0"/>
                                  </p:stCondLst>
                                  <p:childTnLst>
                                    <p:set>
                                      <p:cBhvr>
                                        <p:cTn id="48" dur="1" fill="hold">
                                          <p:stCondLst>
                                            <p:cond delay="0"/>
                                          </p:stCondLst>
                                        </p:cTn>
                                        <p:tgtEl>
                                          <p:spTgt spid="76"/>
                                        </p:tgtEl>
                                        <p:attrNameLst>
                                          <p:attrName>style.visibility</p:attrName>
                                        </p:attrNameLst>
                                      </p:cBhvr>
                                      <p:to>
                                        <p:strVal val="hidden"/>
                                      </p:to>
                                    </p:set>
                                  </p:childTnLst>
                                </p:cTn>
                              </p:par>
                              <p:par>
                                <p:cTn id="49" presetID="1" presetClass="entr" presetSubtype="0" fill="hold" grpId="0" nodeType="withEffect">
                                  <p:stCondLst>
                                    <p:cond delay="0"/>
                                  </p:stCondLst>
                                  <p:childTnLst>
                                    <p:set>
                                      <p:cBhvr>
                                        <p:cTn id="50" dur="1" fill="hold">
                                          <p:stCondLst>
                                            <p:cond delay="0"/>
                                          </p:stCondLst>
                                        </p:cTn>
                                        <p:tgtEl>
                                          <p:spTgt spid="77"/>
                                        </p:tgtEl>
                                        <p:attrNameLst>
                                          <p:attrName>style.visibility</p:attrName>
                                        </p:attrNameLst>
                                      </p:cBhvr>
                                      <p:to>
                                        <p:strVal val="visible"/>
                                      </p:to>
                                    </p:set>
                                  </p:childTnLst>
                                </p:cTn>
                              </p:par>
                              <p:par>
                                <p:cTn id="51" presetID="1" presetClass="exit" presetSubtype="0" fill="hold" nodeType="withEffect">
                                  <p:stCondLst>
                                    <p:cond delay="0"/>
                                  </p:stCondLst>
                                  <p:childTnLst>
                                    <p:set>
                                      <p:cBhvr>
                                        <p:cTn id="52" dur="1" fill="hold">
                                          <p:stCondLst>
                                            <p:cond delay="0"/>
                                          </p:stCondLst>
                                        </p:cTn>
                                        <p:tgtEl>
                                          <p:spTgt spid="32"/>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5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8"/>
                                        </p:tgtEl>
                                        <p:attrNameLst>
                                          <p:attrName>style.visibility</p:attrName>
                                        </p:attrNameLst>
                                      </p:cBhvr>
                                      <p:to>
                                        <p:strVal val="visible"/>
                                      </p:to>
                                    </p:set>
                                  </p:childTnLst>
                                </p:cTn>
                              </p:par>
                              <p:par>
                                <p:cTn id="59" presetID="1" presetClass="exit" presetSubtype="0" fill="hold" grpId="1" nodeType="withEffect">
                                  <p:stCondLst>
                                    <p:cond delay="0"/>
                                  </p:stCondLst>
                                  <p:childTnLst>
                                    <p:set>
                                      <p:cBhvr>
                                        <p:cTn id="60" dur="1" fill="hold">
                                          <p:stCondLst>
                                            <p:cond delay="0"/>
                                          </p:stCondLst>
                                        </p:cTn>
                                        <p:tgtEl>
                                          <p:spTgt spid="77"/>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5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9"/>
                                        </p:tgtEl>
                                        <p:attrNameLst>
                                          <p:attrName>style.visibility</p:attrName>
                                        </p:attrNameLst>
                                      </p:cBhvr>
                                      <p:to>
                                        <p:strVal val="visible"/>
                                      </p:to>
                                    </p:set>
                                  </p:childTnLst>
                                </p:cTn>
                              </p:par>
                              <p:par>
                                <p:cTn id="67" presetID="1" presetClass="exit" presetSubtype="0" fill="hold" grpId="1" nodeType="withEffect">
                                  <p:stCondLst>
                                    <p:cond delay="0"/>
                                  </p:stCondLst>
                                  <p:childTnLst>
                                    <p:set>
                                      <p:cBhvr>
                                        <p:cTn id="68" dur="1" fill="hold">
                                          <p:stCondLst>
                                            <p:cond delay="0"/>
                                          </p:stCondLst>
                                        </p:cTn>
                                        <p:tgtEl>
                                          <p:spTgt spid="78"/>
                                        </p:tgtEl>
                                        <p:attrNameLst>
                                          <p:attrName>style.visibility</p:attrName>
                                        </p:attrNameLst>
                                      </p:cBhvr>
                                      <p:to>
                                        <p:strVal val="hidden"/>
                                      </p:to>
                                    </p:set>
                                  </p:childTnLst>
                                </p:cTn>
                              </p:par>
                              <p:par>
                                <p:cTn id="69" presetID="1" presetClass="exit" presetSubtype="0" fill="hold" nodeType="withEffect">
                                  <p:stCondLst>
                                    <p:cond delay="0"/>
                                  </p:stCondLst>
                                  <p:childTnLst>
                                    <p:set>
                                      <p:cBhvr>
                                        <p:cTn id="70" dur="1" fill="hold">
                                          <p:stCondLst>
                                            <p:cond delay="0"/>
                                          </p:stCondLst>
                                        </p:cTn>
                                        <p:tgtEl>
                                          <p:spTgt spid="52"/>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childTnLst>
                                </p:cTn>
                              </p:par>
                              <p:par>
                                <p:cTn id="75" presetID="1" presetClass="exit" presetSubtype="0" fill="hold" grpId="2" nodeType="withEffect">
                                  <p:stCondLst>
                                    <p:cond delay="0"/>
                                  </p:stCondLst>
                                  <p:childTnLst>
                                    <p:set>
                                      <p:cBhvr>
                                        <p:cTn id="76" dur="1" fill="hold">
                                          <p:stCondLst>
                                            <p:cond delay="0"/>
                                          </p:stCondLst>
                                        </p:cTn>
                                        <p:tgtEl>
                                          <p:spTgt spid="79"/>
                                        </p:tgtEl>
                                        <p:attrNameLst>
                                          <p:attrName>style.visibility</p:attrName>
                                        </p:attrNameLst>
                                      </p:cBhvr>
                                      <p:to>
                                        <p:strVal val="hidden"/>
                                      </p:to>
                                    </p:set>
                                  </p:childTnLst>
                                </p:cTn>
                              </p:par>
                              <p:par>
                                <p:cTn id="77" presetID="1" presetClass="exit" presetSubtype="0" fill="hold" nodeType="withEffect">
                                  <p:stCondLst>
                                    <p:cond delay="0"/>
                                  </p:stCondLst>
                                  <p:childTnLst>
                                    <p:set>
                                      <p:cBhvr>
                                        <p:cTn id="78" dur="1" fill="hold">
                                          <p:stCondLst>
                                            <p:cond delay="0"/>
                                          </p:stCondLst>
                                        </p:cTn>
                                        <p:tgtEl>
                                          <p:spTgt spid="56"/>
                                        </p:tgtEl>
                                        <p:attrNameLst>
                                          <p:attrName>style.visibility</p:attrName>
                                        </p:attrNameLst>
                                      </p:cBhvr>
                                      <p:to>
                                        <p:strVal val="hidden"/>
                                      </p:to>
                                    </p:set>
                                  </p:childTnLst>
                                </p:cTn>
                              </p:par>
                              <p:par>
                                <p:cTn id="79" presetID="1" presetClass="entr" presetSubtype="0" fill="hold" nodeType="withEffect">
                                  <p:stCondLst>
                                    <p:cond delay="0"/>
                                  </p:stCondLst>
                                  <p:childTnLst>
                                    <p:set>
                                      <p:cBhvr>
                                        <p:cTn id="80" dur="1" fill="hold">
                                          <p:stCondLst>
                                            <p:cond delay="0"/>
                                          </p:stCondLst>
                                        </p:cTn>
                                        <p:tgtEl>
                                          <p:spTgt spid="52"/>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11"/>
                                        </p:tgtEl>
                                        <p:attrNameLst>
                                          <p:attrName>style.visibility</p:attrName>
                                        </p:attrNameLst>
                                      </p:cBhvr>
                                      <p:to>
                                        <p:strVal val="visible"/>
                                      </p:to>
                                    </p:set>
                                  </p:childTnLst>
                                </p:cTn>
                              </p:par>
                              <p:par>
                                <p:cTn id="85" presetID="1" presetClass="exit" presetSubtype="0" fill="hold" grpId="1" nodeType="withEffect">
                                  <p:stCondLst>
                                    <p:cond delay="0"/>
                                  </p:stCondLst>
                                  <p:childTnLst>
                                    <p:set>
                                      <p:cBhvr>
                                        <p:cTn id="86" dur="1" fill="hold">
                                          <p:stCondLst>
                                            <p:cond delay="0"/>
                                          </p:stCondLst>
                                        </p:cTn>
                                        <p:tgtEl>
                                          <p:spTgt spid="25"/>
                                        </p:tgtEl>
                                        <p:attrNameLst>
                                          <p:attrName>style.visibility</p:attrName>
                                        </p:attrNameLst>
                                      </p:cBhvr>
                                      <p:to>
                                        <p:strVal val="hidden"/>
                                      </p:to>
                                    </p:set>
                                  </p:childTnLst>
                                </p:cTn>
                              </p:par>
                              <p:par>
                                <p:cTn id="87" presetID="1" presetClass="exit" presetSubtype="0" fill="hold" grpId="1" nodeType="withEffect">
                                  <p:stCondLst>
                                    <p:cond delay="0"/>
                                  </p:stCondLst>
                                  <p:childTnLst>
                                    <p:set>
                                      <p:cBhvr>
                                        <p:cTn id="88" dur="1" fill="hold">
                                          <p:stCondLst>
                                            <p:cond delay="0"/>
                                          </p:stCondLst>
                                        </p:cTn>
                                        <p:tgtEl>
                                          <p:spTgt spid="79"/>
                                        </p:tgtEl>
                                        <p:attrNameLst>
                                          <p:attrName>style.visibility</p:attrName>
                                        </p:attrNameLst>
                                      </p:cBhvr>
                                      <p:to>
                                        <p:strVal val="hidden"/>
                                      </p:to>
                                    </p:set>
                                  </p:childTnLst>
                                </p:cTn>
                              </p:par>
                              <p:par>
                                <p:cTn id="89" presetID="1" presetClass="entr" presetSubtype="0" fill="hold" grpId="2" nodeType="withEffect">
                                  <p:stCondLst>
                                    <p:cond delay="0"/>
                                  </p:stCondLst>
                                  <p:childTnLst>
                                    <p:set>
                                      <p:cBhvr>
                                        <p:cTn id="90" dur="1" fill="hold">
                                          <p:stCondLst>
                                            <p:cond delay="0"/>
                                          </p:stCondLst>
                                        </p:cTn>
                                        <p:tgtEl>
                                          <p:spTgt spid="80"/>
                                        </p:tgtEl>
                                        <p:attrNameLst>
                                          <p:attrName>style.visibility</p:attrName>
                                        </p:attrNameLst>
                                      </p:cBhvr>
                                      <p:to>
                                        <p:strVal val="visible"/>
                                      </p:to>
                                    </p:set>
                                  </p:childTnLst>
                                </p:cTn>
                              </p:par>
                              <p:par>
                                <p:cTn id="91" presetID="37" presetClass="path" presetSubtype="0" accel="50000" decel="50000" fill="hold" grpId="0" nodeType="withEffect">
                                  <p:stCondLst>
                                    <p:cond delay="0"/>
                                  </p:stCondLst>
                                  <p:childTnLst>
                                    <p:animMotion origin="layout" path="M -0.02956 0.0588 L 0.00391 0.02199 C 0.01094 0.01366 0.02136 0.00949 0.03242 0.00949 C 0.04492 0.00949 0.05495 0.01366 0.06185 0.02199 L 0.09544 0.0588 " pathEditMode="relative" rAng="0" ptsTypes="AAAAA">
                                      <p:cBhvr>
                                        <p:cTn id="92" dur="1500" fill="hold"/>
                                        <p:tgtEl>
                                          <p:spTgt spid="80"/>
                                        </p:tgtEl>
                                        <p:attrNameLst>
                                          <p:attrName>ppt_x</p:attrName>
                                          <p:attrName>ppt_y</p:attrName>
                                        </p:attrNameLst>
                                      </p:cBhvr>
                                      <p:rCtr x="6250" y="-2477"/>
                                    </p:animMotion>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1" nodeType="clickEffect">
                                  <p:stCondLst>
                                    <p:cond delay="0"/>
                                  </p:stCondLst>
                                  <p:childTnLst>
                                    <p:set>
                                      <p:cBhvr>
                                        <p:cTn id="96" dur="1" fill="hold">
                                          <p:stCondLst>
                                            <p:cond delay="0"/>
                                          </p:stCondLst>
                                        </p:cTn>
                                        <p:tgtEl>
                                          <p:spTgt spid="81"/>
                                        </p:tgtEl>
                                        <p:attrNameLst>
                                          <p:attrName>style.visibility</p:attrName>
                                        </p:attrNameLst>
                                      </p:cBhvr>
                                      <p:to>
                                        <p:strVal val="visible"/>
                                      </p:to>
                                    </p:set>
                                  </p:childTnLst>
                                </p:cTn>
                              </p:par>
                              <p:par>
                                <p:cTn id="97" presetID="0" presetClass="path" presetSubtype="0" accel="50000" decel="50000" fill="hold" grpId="0" nodeType="withEffect">
                                  <p:stCondLst>
                                    <p:cond delay="0"/>
                                  </p:stCondLst>
                                  <p:childTnLst>
                                    <p:animMotion origin="layout" path="M -0.02916 -0.08125 C -0.16627 -0.08704 -0.30325 -0.09283 -0.38945 -0.07824 C -0.47552 -0.06366 -0.5056 -0.00926 -0.54635 0.00555 C -0.58685 0.02037 -0.6194 0.00926 -0.63346 0.01018 " pathEditMode="relative" rAng="0" ptsTypes="AAAA">
                                      <p:cBhvr>
                                        <p:cTn id="98" dur="2000" fill="hold"/>
                                        <p:tgtEl>
                                          <p:spTgt spid="81"/>
                                        </p:tgtEl>
                                        <p:attrNameLst>
                                          <p:attrName>ppt_x</p:attrName>
                                          <p:attrName>ppt_y</p:attrName>
                                        </p:attrNameLst>
                                      </p:cBhvr>
                                      <p:rCtr x="-30221" y="4398"/>
                                    </p:animMotion>
                                  </p:childTnLst>
                                </p:cTn>
                              </p:par>
                              <p:par>
                                <p:cTn id="99" presetID="1" presetClass="exit" presetSubtype="0" fill="hold" grpId="1" nodeType="withEffect">
                                  <p:stCondLst>
                                    <p:cond delay="0"/>
                                  </p:stCondLst>
                                  <p:childTnLst>
                                    <p:set>
                                      <p:cBhvr>
                                        <p:cTn id="100" dur="1" fill="hold">
                                          <p:stCondLst>
                                            <p:cond delay="0"/>
                                          </p:stCondLst>
                                        </p:cTn>
                                        <p:tgtEl>
                                          <p:spTgt spid="80"/>
                                        </p:tgtEl>
                                        <p:attrNameLst>
                                          <p:attrName>style.visibility</p:attrName>
                                        </p:attrNameLst>
                                      </p:cBhvr>
                                      <p:to>
                                        <p:strVal val="hidden"/>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P spid="72" grpId="1" animBg="1"/>
      <p:bldP spid="73" grpId="0" animBg="1"/>
      <p:bldP spid="73" grpId="1" animBg="1"/>
      <p:bldP spid="73" grpId="2" animBg="1"/>
      <p:bldP spid="74" grpId="0" animBg="1"/>
      <p:bldP spid="74" grpId="1" animBg="1"/>
      <p:bldP spid="75" grpId="0" animBg="1"/>
      <p:bldP spid="75" grpId="1" animBg="1"/>
      <p:bldP spid="76" grpId="0" animBg="1"/>
      <p:bldP spid="76" grpId="1" animBg="1"/>
      <p:bldP spid="77" grpId="0" animBg="1"/>
      <p:bldP spid="77" grpId="1" animBg="1"/>
      <p:bldP spid="78" grpId="0" animBg="1"/>
      <p:bldP spid="78" grpId="1" animBg="1"/>
      <p:bldP spid="79" grpId="0" animBg="1"/>
      <p:bldP spid="79" grpId="1" animBg="1"/>
      <p:bldP spid="79" grpId="2" animBg="1"/>
      <p:bldP spid="80" grpId="0" animBg="1"/>
      <p:bldP spid="80" grpId="1" animBg="1"/>
      <p:bldP spid="80" grpId="2" animBg="1"/>
      <p:bldP spid="81" grpId="0" animBg="1"/>
      <p:bldP spid="81" grpId="1" animBg="1"/>
      <p:bldP spid="25" grpId="0" animBg="1"/>
      <p:bldP spid="25" grpId="1" animBg="1"/>
      <p:bldP spid="2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cloud"/>
          <p:cNvSpPr>
            <a:spLocks noChangeAspect="1"/>
          </p:cNvSpPr>
          <p:nvPr/>
        </p:nvSpPr>
        <p:spPr bwMode="black">
          <a:xfrm>
            <a:off x="4756106" y="1668462"/>
            <a:ext cx="7253331" cy="4419600"/>
          </a:xfrm>
          <a:custGeom>
            <a:avLst/>
            <a:gdLst>
              <a:gd name="T0" fmla="*/ 396 w 509"/>
              <a:gd name="T1" fmla="*/ 281 h 281"/>
              <a:gd name="T2" fmla="*/ 57 w 509"/>
              <a:gd name="T3" fmla="*/ 281 h 281"/>
              <a:gd name="T4" fmla="*/ 0 w 509"/>
              <a:gd name="T5" fmla="*/ 223 h 281"/>
              <a:gd name="T6" fmla="*/ 43 w 509"/>
              <a:gd name="T7" fmla="*/ 168 h 281"/>
              <a:gd name="T8" fmla="*/ 110 w 509"/>
              <a:gd name="T9" fmla="*/ 116 h 281"/>
              <a:gd name="T10" fmla="*/ 232 w 509"/>
              <a:gd name="T11" fmla="*/ 0 h 281"/>
              <a:gd name="T12" fmla="*/ 343 w 509"/>
              <a:gd name="T13" fmla="*/ 70 h 281"/>
              <a:gd name="T14" fmla="*/ 396 w 509"/>
              <a:gd name="T15" fmla="*/ 56 h 281"/>
              <a:gd name="T16" fmla="*/ 509 w 509"/>
              <a:gd name="T17" fmla="*/ 169 h 281"/>
              <a:gd name="T18" fmla="*/ 396 w 509"/>
              <a:gd name="T19" fmla="*/ 281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9" h="281">
                <a:moveTo>
                  <a:pt x="396" y="281"/>
                </a:moveTo>
                <a:cubicBezTo>
                  <a:pt x="57" y="281"/>
                  <a:pt x="57" y="281"/>
                  <a:pt x="57" y="281"/>
                </a:cubicBezTo>
                <a:cubicBezTo>
                  <a:pt x="26" y="281"/>
                  <a:pt x="0" y="255"/>
                  <a:pt x="0" y="223"/>
                </a:cubicBezTo>
                <a:cubicBezTo>
                  <a:pt x="0" y="196"/>
                  <a:pt x="18" y="174"/>
                  <a:pt x="43" y="168"/>
                </a:cubicBezTo>
                <a:cubicBezTo>
                  <a:pt x="55" y="140"/>
                  <a:pt x="80" y="120"/>
                  <a:pt x="110" y="116"/>
                </a:cubicBezTo>
                <a:cubicBezTo>
                  <a:pt x="113" y="52"/>
                  <a:pt x="167" y="0"/>
                  <a:pt x="232" y="0"/>
                </a:cubicBezTo>
                <a:cubicBezTo>
                  <a:pt x="280" y="0"/>
                  <a:pt x="323" y="28"/>
                  <a:pt x="343" y="70"/>
                </a:cubicBezTo>
                <a:cubicBezTo>
                  <a:pt x="359" y="61"/>
                  <a:pt x="377" y="56"/>
                  <a:pt x="396" y="56"/>
                </a:cubicBezTo>
                <a:cubicBezTo>
                  <a:pt x="458" y="56"/>
                  <a:pt x="509" y="107"/>
                  <a:pt x="509" y="169"/>
                </a:cubicBezTo>
                <a:cubicBezTo>
                  <a:pt x="509" y="230"/>
                  <a:pt x="458" y="281"/>
                  <a:pt x="396" y="281"/>
                </a:cubicBezTo>
                <a:close/>
              </a:path>
            </a:pathLst>
          </a:custGeom>
          <a:solidFill>
            <a:schemeClr val="bg1">
              <a:alpha val="18000"/>
            </a:schemeClr>
          </a:solidFill>
          <a:ln w="28575" cap="flat" cmpd="sng" algn="ctr">
            <a:solidFill>
              <a:schemeClr val="tx1"/>
            </a:solidFill>
            <a:prstDash val="solid"/>
          </a:ln>
          <a:effectLst/>
          <a:extLst/>
        </p:spPr>
        <p:txBody>
          <a:bodyPr tIns="839224" rtlCol="0" anchor="ctr"/>
          <a:lstStyle/>
          <a:p>
            <a:pPr algn="ctr" defTabSz="932418">
              <a:lnSpc>
                <a:spcPct val="80000"/>
              </a:lnSpc>
              <a:defRPr/>
            </a:pPr>
            <a:endParaRPr lang="en-US" sz="3600" kern="0" spc="-153">
              <a:solidFill>
                <a:srgbClr val="1C6294"/>
              </a:solidFill>
              <a:latin typeface="+mj-lt"/>
            </a:endParaRPr>
          </a:p>
        </p:txBody>
      </p:sp>
      <p:sp>
        <p:nvSpPr>
          <p:cNvPr id="84" name="Rectangle 83"/>
          <p:cNvSpPr/>
          <p:nvPr/>
        </p:nvSpPr>
        <p:spPr bwMode="auto">
          <a:xfrm>
            <a:off x="6763489" y="2596029"/>
            <a:ext cx="2083638" cy="447571"/>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lIns="146283" rtlCol="0" anchor="ctr"/>
          <a:lstStyle/>
          <a:p>
            <a:pPr defTabSz="913873"/>
            <a:r>
              <a:rPr lang="en-US" sz="1600" kern="0">
                <a:solidFill>
                  <a:srgbClr val="FFFFFF"/>
                </a:solidFill>
                <a:latin typeface="+mj-lt"/>
                <a:cs typeface="Segoe UI" panose="020B0502040204020203" pitchFamily="34" charset="0"/>
              </a:rPr>
              <a:t>IoT Hub 1</a:t>
            </a:r>
          </a:p>
        </p:txBody>
      </p:sp>
      <p:sp>
        <p:nvSpPr>
          <p:cNvPr id="85" name="Rectangle 84"/>
          <p:cNvSpPr/>
          <p:nvPr/>
        </p:nvSpPr>
        <p:spPr bwMode="auto">
          <a:xfrm>
            <a:off x="6751637" y="5030891"/>
            <a:ext cx="2095489" cy="447571"/>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lIns="146283" rtlCol="0" anchor="ctr"/>
          <a:lstStyle/>
          <a:p>
            <a:pPr defTabSz="913873"/>
            <a:r>
              <a:rPr lang="en-US" sz="1600" kern="0">
                <a:solidFill>
                  <a:srgbClr val="FFFFFF"/>
                </a:solidFill>
                <a:latin typeface="+mj-lt"/>
                <a:cs typeface="Segoe UI" panose="020B0502040204020203" pitchFamily="34" charset="0"/>
              </a:rPr>
              <a:t>IoT Hub 2</a:t>
            </a:r>
          </a:p>
        </p:txBody>
      </p:sp>
      <p:sp>
        <p:nvSpPr>
          <p:cNvPr id="86" name="Rectangle 85"/>
          <p:cNvSpPr/>
          <p:nvPr/>
        </p:nvSpPr>
        <p:spPr bwMode="auto">
          <a:xfrm>
            <a:off x="2473603" y="2622431"/>
            <a:ext cx="1463040" cy="548640"/>
          </a:xfrm>
          <a:prstGeom prst="rect">
            <a:avLst/>
          </a:prstGeom>
          <a:ln/>
        </p:spPr>
        <p:style>
          <a:lnRef idx="2">
            <a:schemeClr val="accent4">
              <a:shade val="50000"/>
            </a:schemeClr>
          </a:lnRef>
          <a:fillRef idx="1">
            <a:schemeClr val="accent4"/>
          </a:fillRef>
          <a:effectRef idx="0">
            <a:schemeClr val="accent4"/>
          </a:effectRef>
          <a:fontRef idx="minor">
            <a:schemeClr val="lt1"/>
          </a:fontRef>
        </p:style>
        <p:txBody>
          <a:bodyPr lIns="146283" rtlCol="0" anchor="ctr"/>
          <a:lstStyle/>
          <a:p>
            <a:pPr defTabSz="913873"/>
            <a:r>
              <a:rPr lang="en-US" sz="1600" kern="0" dirty="0">
                <a:solidFill>
                  <a:srgbClr val="FFFFFF"/>
                </a:solidFill>
                <a:latin typeface="+mj-lt"/>
                <a:cs typeface="Segoe UI" panose="020B0502040204020203" pitchFamily="34" charset="0"/>
              </a:rPr>
              <a:t>Device A</a:t>
            </a:r>
          </a:p>
        </p:txBody>
      </p:sp>
      <p:sp>
        <p:nvSpPr>
          <p:cNvPr id="88" name="Rectangle 87"/>
          <p:cNvSpPr/>
          <p:nvPr/>
        </p:nvSpPr>
        <p:spPr bwMode="auto">
          <a:xfrm>
            <a:off x="2469197" y="4880021"/>
            <a:ext cx="1463040" cy="548640"/>
          </a:xfrm>
          <a:prstGeom prst="rect">
            <a:avLst/>
          </a:prstGeom>
          <a:ln/>
        </p:spPr>
        <p:style>
          <a:lnRef idx="2">
            <a:schemeClr val="accent4">
              <a:shade val="50000"/>
            </a:schemeClr>
          </a:lnRef>
          <a:fillRef idx="1">
            <a:schemeClr val="accent4"/>
          </a:fillRef>
          <a:effectRef idx="0">
            <a:schemeClr val="accent4"/>
          </a:effectRef>
          <a:fontRef idx="minor">
            <a:schemeClr val="lt1"/>
          </a:fontRef>
        </p:style>
        <p:txBody>
          <a:bodyPr lIns="146283" rtlCol="0" anchor="ctr"/>
          <a:lstStyle/>
          <a:p>
            <a:pPr defTabSz="913873"/>
            <a:r>
              <a:rPr lang="en-US" sz="1600" kern="0">
                <a:solidFill>
                  <a:srgbClr val="FFFFFF"/>
                </a:solidFill>
                <a:latin typeface="+mj-lt"/>
                <a:cs typeface="Segoe UI" panose="020B0502040204020203" pitchFamily="34" charset="0"/>
              </a:rPr>
              <a:t>Device B</a:t>
            </a:r>
          </a:p>
        </p:txBody>
      </p:sp>
      <p:cxnSp>
        <p:nvCxnSpPr>
          <p:cNvPr id="89" name="Straight Arrow Connector 88"/>
          <p:cNvCxnSpPr>
            <a:cxnSpLocks/>
          </p:cNvCxnSpPr>
          <p:nvPr/>
        </p:nvCxnSpPr>
        <p:spPr>
          <a:xfrm>
            <a:off x="3983186" y="3041273"/>
            <a:ext cx="2668554" cy="895411"/>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a:cxnSpLocks/>
          </p:cNvCxnSpPr>
          <p:nvPr/>
        </p:nvCxnSpPr>
        <p:spPr>
          <a:xfrm flipV="1">
            <a:off x="4058065" y="4161621"/>
            <a:ext cx="2569653" cy="962808"/>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p:cNvCxnSpPr>
            <a:cxnSpLocks/>
          </p:cNvCxnSpPr>
          <p:nvPr/>
        </p:nvCxnSpPr>
        <p:spPr>
          <a:xfrm flipV="1">
            <a:off x="7748058" y="3109988"/>
            <a:ext cx="3026" cy="255808"/>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p:cNvCxnSpPr>
            <a:cxnSpLocks/>
          </p:cNvCxnSpPr>
          <p:nvPr/>
        </p:nvCxnSpPr>
        <p:spPr>
          <a:xfrm>
            <a:off x="7856527" y="4713654"/>
            <a:ext cx="0" cy="273819"/>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p:cNvCxnSpPr>
            <a:cxnSpLocks/>
          </p:cNvCxnSpPr>
          <p:nvPr/>
        </p:nvCxnSpPr>
        <p:spPr>
          <a:xfrm>
            <a:off x="3966984" y="2841684"/>
            <a:ext cx="2696818" cy="0"/>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p:cNvCxnSpPr>
            <a:cxnSpLocks/>
          </p:cNvCxnSpPr>
          <p:nvPr/>
        </p:nvCxnSpPr>
        <p:spPr>
          <a:xfrm flipV="1">
            <a:off x="4067597" y="5314985"/>
            <a:ext cx="2580227" cy="12596"/>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00" name="Rectangle 99"/>
          <p:cNvSpPr/>
          <p:nvPr/>
        </p:nvSpPr>
        <p:spPr bwMode="auto">
          <a:xfrm>
            <a:off x="6763047" y="3397540"/>
            <a:ext cx="2084080" cy="123444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lIns="146283" rtlCol="0" anchor="t"/>
          <a:lstStyle/>
          <a:p>
            <a:pPr defTabSz="913873"/>
            <a:r>
              <a:rPr lang="en-US" sz="1600" kern="0">
                <a:solidFill>
                  <a:srgbClr val="FFFFFF"/>
                </a:solidFill>
                <a:latin typeface="+mj-lt"/>
                <a:cs typeface="Segoe UI" panose="020B0502040204020203" pitchFamily="34" charset="0"/>
              </a:rPr>
              <a:t>IoT Hub Device Provisioning Service</a:t>
            </a:r>
          </a:p>
        </p:txBody>
      </p:sp>
      <p:sp>
        <p:nvSpPr>
          <p:cNvPr id="101" name="Flowchart: Document 100"/>
          <p:cNvSpPr/>
          <p:nvPr/>
        </p:nvSpPr>
        <p:spPr>
          <a:xfrm>
            <a:off x="6974422" y="4024272"/>
            <a:ext cx="1626880" cy="442501"/>
          </a:xfrm>
          <a:prstGeom prst="flowChartDocument">
            <a:avLst/>
          </a:prstGeom>
          <a:ln/>
        </p:spPr>
        <p:style>
          <a:lnRef idx="2">
            <a:schemeClr val="accent6">
              <a:shade val="50000"/>
            </a:schemeClr>
          </a:lnRef>
          <a:fillRef idx="1">
            <a:schemeClr val="accent6"/>
          </a:fillRef>
          <a:effectRef idx="0">
            <a:schemeClr val="accent6"/>
          </a:effectRef>
          <a:fontRef idx="minor">
            <a:schemeClr val="lt1"/>
          </a:fontRef>
        </p:style>
        <p:txBody>
          <a:bodyPr lIns="146283" rIns="0" rtlCol="0" anchor="ctr"/>
          <a:lstStyle/>
          <a:p>
            <a:pPr defTabSz="932418"/>
            <a:r>
              <a:rPr lang="en-US" sz="1000">
                <a:solidFill>
                  <a:srgbClr val="353535"/>
                </a:solidFill>
                <a:latin typeface="+mj-lt"/>
              </a:rPr>
              <a:t>Device A Information</a:t>
            </a:r>
          </a:p>
          <a:p>
            <a:pPr defTabSz="932418"/>
            <a:r>
              <a:rPr lang="en-US" sz="1000">
                <a:solidFill>
                  <a:srgbClr val="353535"/>
                </a:solidFill>
                <a:latin typeface="+mj-lt"/>
              </a:rPr>
              <a:t>Device B Information</a:t>
            </a:r>
          </a:p>
        </p:txBody>
      </p:sp>
      <p:cxnSp>
        <p:nvCxnSpPr>
          <p:cNvPr id="103" name="Straight Arrow Connector 102"/>
          <p:cNvCxnSpPr>
            <a:cxnSpLocks/>
          </p:cNvCxnSpPr>
          <p:nvPr/>
        </p:nvCxnSpPr>
        <p:spPr>
          <a:xfrm flipH="1" flipV="1">
            <a:off x="3980277" y="2961666"/>
            <a:ext cx="2667548" cy="898560"/>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a:cxnSpLocks/>
          </p:cNvCxnSpPr>
          <p:nvPr/>
        </p:nvCxnSpPr>
        <p:spPr>
          <a:xfrm flipH="1">
            <a:off x="4031712" y="4118764"/>
            <a:ext cx="2493135" cy="925488"/>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a:cxnSpLocks/>
          </p:cNvCxnSpPr>
          <p:nvPr/>
        </p:nvCxnSpPr>
        <p:spPr>
          <a:xfrm>
            <a:off x="7838970" y="3109989"/>
            <a:ext cx="0" cy="263042"/>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p:cNvCxnSpPr>
            <a:cxnSpLocks/>
          </p:cNvCxnSpPr>
          <p:nvPr/>
        </p:nvCxnSpPr>
        <p:spPr>
          <a:xfrm flipV="1">
            <a:off x="7777781" y="4710188"/>
            <a:ext cx="0" cy="277285"/>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p:cNvCxnSpPr>
            <a:cxnSpLocks/>
          </p:cNvCxnSpPr>
          <p:nvPr/>
        </p:nvCxnSpPr>
        <p:spPr>
          <a:xfrm flipH="1">
            <a:off x="4055790" y="5215119"/>
            <a:ext cx="2592035" cy="3993"/>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p:cNvCxnSpPr>
            <a:cxnSpLocks/>
          </p:cNvCxnSpPr>
          <p:nvPr/>
        </p:nvCxnSpPr>
        <p:spPr>
          <a:xfrm flipH="1">
            <a:off x="3966984" y="2757993"/>
            <a:ext cx="2681565" cy="9549"/>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5" name="Title 1">
            <a:extLst>
              <a:ext uri="{FF2B5EF4-FFF2-40B4-BE49-F238E27FC236}">
                <a16:creationId xmlns:a16="http://schemas.microsoft.com/office/drawing/2014/main" id="{2844A78E-5F9F-48BE-9041-3A2004E32139}"/>
              </a:ext>
            </a:extLst>
          </p:cNvPr>
          <p:cNvSpPr txBox="1">
            <a:spLocks/>
          </p:cNvSpPr>
          <p:nvPr/>
        </p:nvSpPr>
        <p:spPr>
          <a:xfrm>
            <a:off x="275482" y="295730"/>
            <a:ext cx="11887878" cy="917444"/>
          </a:xfrm>
          <a:prstGeom prst="rect">
            <a:avLst/>
          </a:prstGeom>
        </p:spPr>
        <p:txBody>
          <a:bodyPr vert="horz" wrap="square" lIns="146283" tIns="91427" rIns="146283" bIns="91427" rtlCol="0" anchor="ctr">
            <a:noAutofit/>
          </a:bodyPr>
          <a:lstStyle>
            <a:lvl1pPr algn="ctr"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defTabSz="932563">
              <a:defRPr/>
            </a:pPr>
            <a:endParaRPr lang="en-US" sz="4799">
              <a:gradFill>
                <a:gsLst>
                  <a:gs pos="1250">
                    <a:srgbClr val="353535"/>
                  </a:gs>
                  <a:gs pos="100000">
                    <a:srgbClr val="353535"/>
                  </a:gs>
                </a:gsLst>
                <a:lin ang="5400000" scaled="0"/>
              </a:gradFill>
              <a:latin typeface="Segoe UI Light"/>
            </a:endParaRPr>
          </a:p>
        </p:txBody>
      </p:sp>
      <p:sp>
        <p:nvSpPr>
          <p:cNvPr id="7" name="Title 6">
            <a:extLst>
              <a:ext uri="{FF2B5EF4-FFF2-40B4-BE49-F238E27FC236}">
                <a16:creationId xmlns:a16="http://schemas.microsoft.com/office/drawing/2014/main" id="{97EE2AA0-CB3B-4EE2-920E-230CA4883C5F}"/>
              </a:ext>
            </a:extLst>
          </p:cNvPr>
          <p:cNvSpPr>
            <a:spLocks noGrp="1"/>
          </p:cNvSpPr>
          <p:nvPr>
            <p:ph type="title"/>
          </p:nvPr>
        </p:nvSpPr>
        <p:spPr>
          <a:xfrm>
            <a:off x="274639" y="295274"/>
            <a:ext cx="11889564" cy="917575"/>
          </a:xfrm>
        </p:spPr>
        <p:txBody>
          <a:bodyPr/>
          <a:lstStyle/>
          <a:p>
            <a:r>
              <a:rPr lang="en-US" dirty="0"/>
              <a:t>Using a global device endpoint</a:t>
            </a:r>
          </a:p>
        </p:txBody>
      </p:sp>
      <p:sp>
        <p:nvSpPr>
          <p:cNvPr id="44" name="chip" descr="Technology&#10;">
            <a:extLst>
              <a:ext uri="{FF2B5EF4-FFF2-40B4-BE49-F238E27FC236}">
                <a16:creationId xmlns:a16="http://schemas.microsoft.com/office/drawing/2014/main" id="{FB186249-ACB2-48E0-A734-CBE9BD50FFE5}"/>
              </a:ext>
            </a:extLst>
          </p:cNvPr>
          <p:cNvSpPr>
            <a:spLocks noChangeAspect="1" noEditPoints="1"/>
          </p:cNvSpPr>
          <p:nvPr/>
        </p:nvSpPr>
        <p:spPr bwMode="auto">
          <a:xfrm>
            <a:off x="3514051" y="2710093"/>
            <a:ext cx="365760" cy="373317"/>
          </a:xfrm>
          <a:custGeom>
            <a:avLst/>
            <a:gdLst>
              <a:gd name="T0" fmla="*/ 267 w 334"/>
              <a:gd name="T1" fmla="*/ 298 h 341"/>
              <a:gd name="T2" fmla="*/ 60 w 334"/>
              <a:gd name="T3" fmla="*/ 298 h 341"/>
              <a:gd name="T4" fmla="*/ 36 w 334"/>
              <a:gd name="T5" fmla="*/ 273 h 341"/>
              <a:gd name="T6" fmla="*/ 36 w 334"/>
              <a:gd name="T7" fmla="*/ 61 h 341"/>
              <a:gd name="T8" fmla="*/ 60 w 334"/>
              <a:gd name="T9" fmla="*/ 36 h 341"/>
              <a:gd name="T10" fmla="*/ 267 w 334"/>
              <a:gd name="T11" fmla="*/ 36 h 341"/>
              <a:gd name="T12" fmla="*/ 291 w 334"/>
              <a:gd name="T13" fmla="*/ 61 h 341"/>
              <a:gd name="T14" fmla="*/ 291 w 334"/>
              <a:gd name="T15" fmla="*/ 273 h 341"/>
              <a:gd name="T16" fmla="*/ 267 w 334"/>
              <a:gd name="T17" fmla="*/ 298 h 341"/>
              <a:gd name="T18" fmla="*/ 78 w 334"/>
              <a:gd name="T19" fmla="*/ 36 h 341"/>
              <a:gd name="T20" fmla="*/ 78 w 334"/>
              <a:gd name="T21" fmla="*/ 0 h 341"/>
              <a:gd name="T22" fmla="*/ 121 w 334"/>
              <a:gd name="T23" fmla="*/ 36 h 341"/>
              <a:gd name="T24" fmla="*/ 121 w 334"/>
              <a:gd name="T25" fmla="*/ 0 h 341"/>
              <a:gd name="T26" fmla="*/ 163 w 334"/>
              <a:gd name="T27" fmla="*/ 0 h 341"/>
              <a:gd name="T28" fmla="*/ 163 w 334"/>
              <a:gd name="T29" fmla="*/ 36 h 341"/>
              <a:gd name="T30" fmla="*/ 206 w 334"/>
              <a:gd name="T31" fmla="*/ 0 h 341"/>
              <a:gd name="T32" fmla="*/ 206 w 334"/>
              <a:gd name="T33" fmla="*/ 36 h 341"/>
              <a:gd name="T34" fmla="*/ 256 w 334"/>
              <a:gd name="T35" fmla="*/ 0 h 341"/>
              <a:gd name="T36" fmla="*/ 256 w 334"/>
              <a:gd name="T37" fmla="*/ 36 h 341"/>
              <a:gd name="T38" fmla="*/ 334 w 334"/>
              <a:gd name="T39" fmla="*/ 78 h 341"/>
              <a:gd name="T40" fmla="*/ 291 w 334"/>
              <a:gd name="T41" fmla="*/ 78 h 341"/>
              <a:gd name="T42" fmla="*/ 334 w 334"/>
              <a:gd name="T43" fmla="*/ 121 h 341"/>
              <a:gd name="T44" fmla="*/ 291 w 334"/>
              <a:gd name="T45" fmla="*/ 121 h 341"/>
              <a:gd name="T46" fmla="*/ 334 w 334"/>
              <a:gd name="T47" fmla="*/ 163 h 341"/>
              <a:gd name="T48" fmla="*/ 291 w 334"/>
              <a:gd name="T49" fmla="*/ 163 h 341"/>
              <a:gd name="T50" fmla="*/ 334 w 334"/>
              <a:gd name="T51" fmla="*/ 213 h 341"/>
              <a:gd name="T52" fmla="*/ 291 w 334"/>
              <a:gd name="T53" fmla="*/ 213 h 341"/>
              <a:gd name="T54" fmla="*/ 334 w 334"/>
              <a:gd name="T55" fmla="*/ 256 h 341"/>
              <a:gd name="T56" fmla="*/ 291 w 334"/>
              <a:gd name="T57" fmla="*/ 256 h 341"/>
              <a:gd name="T58" fmla="*/ 36 w 334"/>
              <a:gd name="T59" fmla="*/ 78 h 341"/>
              <a:gd name="T60" fmla="*/ 0 w 334"/>
              <a:gd name="T61" fmla="*/ 78 h 341"/>
              <a:gd name="T62" fmla="*/ 36 w 334"/>
              <a:gd name="T63" fmla="*/ 121 h 341"/>
              <a:gd name="T64" fmla="*/ 0 w 334"/>
              <a:gd name="T65" fmla="*/ 121 h 341"/>
              <a:gd name="T66" fmla="*/ 36 w 334"/>
              <a:gd name="T67" fmla="*/ 163 h 341"/>
              <a:gd name="T68" fmla="*/ 0 w 334"/>
              <a:gd name="T69" fmla="*/ 163 h 341"/>
              <a:gd name="T70" fmla="*/ 36 w 334"/>
              <a:gd name="T71" fmla="*/ 213 h 341"/>
              <a:gd name="T72" fmla="*/ 0 w 334"/>
              <a:gd name="T73" fmla="*/ 213 h 341"/>
              <a:gd name="T74" fmla="*/ 36 w 334"/>
              <a:gd name="T75" fmla="*/ 256 h 341"/>
              <a:gd name="T76" fmla="*/ 0 w 334"/>
              <a:gd name="T77" fmla="*/ 256 h 341"/>
              <a:gd name="T78" fmla="*/ 78 w 334"/>
              <a:gd name="T79" fmla="*/ 298 h 341"/>
              <a:gd name="T80" fmla="*/ 78 w 334"/>
              <a:gd name="T81" fmla="*/ 341 h 341"/>
              <a:gd name="T82" fmla="*/ 121 w 334"/>
              <a:gd name="T83" fmla="*/ 298 h 341"/>
              <a:gd name="T84" fmla="*/ 121 w 334"/>
              <a:gd name="T85" fmla="*/ 341 h 341"/>
              <a:gd name="T86" fmla="*/ 163 w 334"/>
              <a:gd name="T87" fmla="*/ 341 h 341"/>
              <a:gd name="T88" fmla="*/ 163 w 334"/>
              <a:gd name="T89" fmla="*/ 298 h 341"/>
              <a:gd name="T90" fmla="*/ 206 w 334"/>
              <a:gd name="T91" fmla="*/ 298 h 341"/>
              <a:gd name="T92" fmla="*/ 206 w 334"/>
              <a:gd name="T93" fmla="*/ 341 h 341"/>
              <a:gd name="T94" fmla="*/ 256 w 334"/>
              <a:gd name="T95" fmla="*/ 298 h 341"/>
              <a:gd name="T96" fmla="*/ 256 w 334"/>
              <a:gd name="T97" fmla="*/ 341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34" h="341">
                <a:moveTo>
                  <a:pt x="267" y="298"/>
                </a:moveTo>
                <a:cubicBezTo>
                  <a:pt x="60" y="298"/>
                  <a:pt x="60" y="298"/>
                  <a:pt x="60" y="298"/>
                </a:cubicBezTo>
                <a:cubicBezTo>
                  <a:pt x="48" y="298"/>
                  <a:pt x="36" y="286"/>
                  <a:pt x="36" y="273"/>
                </a:cubicBezTo>
                <a:cubicBezTo>
                  <a:pt x="36" y="61"/>
                  <a:pt x="36" y="61"/>
                  <a:pt x="36" y="61"/>
                </a:cubicBezTo>
                <a:cubicBezTo>
                  <a:pt x="36" y="45"/>
                  <a:pt x="48" y="36"/>
                  <a:pt x="60" y="36"/>
                </a:cubicBezTo>
                <a:cubicBezTo>
                  <a:pt x="267" y="36"/>
                  <a:pt x="267" y="36"/>
                  <a:pt x="267" y="36"/>
                </a:cubicBezTo>
                <a:cubicBezTo>
                  <a:pt x="282" y="36"/>
                  <a:pt x="291" y="45"/>
                  <a:pt x="291" y="61"/>
                </a:cubicBezTo>
                <a:cubicBezTo>
                  <a:pt x="291" y="273"/>
                  <a:pt x="291" y="273"/>
                  <a:pt x="291" y="273"/>
                </a:cubicBezTo>
                <a:cubicBezTo>
                  <a:pt x="291" y="286"/>
                  <a:pt x="282" y="298"/>
                  <a:pt x="267" y="298"/>
                </a:cubicBezTo>
                <a:close/>
                <a:moveTo>
                  <a:pt x="78" y="36"/>
                </a:moveTo>
                <a:cubicBezTo>
                  <a:pt x="78" y="0"/>
                  <a:pt x="78" y="0"/>
                  <a:pt x="78" y="0"/>
                </a:cubicBezTo>
                <a:moveTo>
                  <a:pt x="121" y="36"/>
                </a:moveTo>
                <a:cubicBezTo>
                  <a:pt x="121" y="0"/>
                  <a:pt x="121" y="0"/>
                  <a:pt x="121" y="0"/>
                </a:cubicBezTo>
                <a:moveTo>
                  <a:pt x="163" y="0"/>
                </a:moveTo>
                <a:cubicBezTo>
                  <a:pt x="163" y="36"/>
                  <a:pt x="163" y="36"/>
                  <a:pt x="163" y="36"/>
                </a:cubicBezTo>
                <a:moveTo>
                  <a:pt x="206" y="0"/>
                </a:moveTo>
                <a:cubicBezTo>
                  <a:pt x="206" y="36"/>
                  <a:pt x="206" y="36"/>
                  <a:pt x="206" y="36"/>
                </a:cubicBezTo>
                <a:moveTo>
                  <a:pt x="256" y="0"/>
                </a:moveTo>
                <a:cubicBezTo>
                  <a:pt x="256" y="36"/>
                  <a:pt x="256" y="36"/>
                  <a:pt x="256" y="36"/>
                </a:cubicBezTo>
                <a:moveTo>
                  <a:pt x="334" y="78"/>
                </a:moveTo>
                <a:cubicBezTo>
                  <a:pt x="291" y="78"/>
                  <a:pt x="291" y="78"/>
                  <a:pt x="291" y="78"/>
                </a:cubicBezTo>
                <a:moveTo>
                  <a:pt x="334" y="121"/>
                </a:moveTo>
                <a:cubicBezTo>
                  <a:pt x="291" y="121"/>
                  <a:pt x="291" y="121"/>
                  <a:pt x="291" y="121"/>
                </a:cubicBezTo>
                <a:moveTo>
                  <a:pt x="334" y="163"/>
                </a:moveTo>
                <a:cubicBezTo>
                  <a:pt x="291" y="163"/>
                  <a:pt x="291" y="163"/>
                  <a:pt x="291" y="163"/>
                </a:cubicBezTo>
                <a:moveTo>
                  <a:pt x="334" y="213"/>
                </a:moveTo>
                <a:cubicBezTo>
                  <a:pt x="291" y="213"/>
                  <a:pt x="291" y="213"/>
                  <a:pt x="291" y="213"/>
                </a:cubicBezTo>
                <a:moveTo>
                  <a:pt x="334" y="256"/>
                </a:moveTo>
                <a:cubicBezTo>
                  <a:pt x="291" y="256"/>
                  <a:pt x="291" y="256"/>
                  <a:pt x="291" y="256"/>
                </a:cubicBezTo>
                <a:moveTo>
                  <a:pt x="36" y="78"/>
                </a:moveTo>
                <a:cubicBezTo>
                  <a:pt x="0" y="78"/>
                  <a:pt x="0" y="78"/>
                  <a:pt x="0" y="78"/>
                </a:cubicBezTo>
                <a:moveTo>
                  <a:pt x="36" y="121"/>
                </a:moveTo>
                <a:cubicBezTo>
                  <a:pt x="0" y="121"/>
                  <a:pt x="0" y="121"/>
                  <a:pt x="0" y="121"/>
                </a:cubicBezTo>
                <a:moveTo>
                  <a:pt x="36" y="163"/>
                </a:moveTo>
                <a:cubicBezTo>
                  <a:pt x="0" y="163"/>
                  <a:pt x="0" y="163"/>
                  <a:pt x="0" y="163"/>
                </a:cubicBezTo>
                <a:moveTo>
                  <a:pt x="36" y="213"/>
                </a:moveTo>
                <a:cubicBezTo>
                  <a:pt x="0" y="213"/>
                  <a:pt x="0" y="213"/>
                  <a:pt x="0" y="213"/>
                </a:cubicBezTo>
                <a:moveTo>
                  <a:pt x="36" y="256"/>
                </a:moveTo>
                <a:cubicBezTo>
                  <a:pt x="0" y="256"/>
                  <a:pt x="0" y="256"/>
                  <a:pt x="0" y="256"/>
                </a:cubicBezTo>
                <a:moveTo>
                  <a:pt x="78" y="298"/>
                </a:moveTo>
                <a:cubicBezTo>
                  <a:pt x="78" y="341"/>
                  <a:pt x="78" y="341"/>
                  <a:pt x="78" y="341"/>
                </a:cubicBezTo>
                <a:moveTo>
                  <a:pt x="121" y="298"/>
                </a:moveTo>
                <a:cubicBezTo>
                  <a:pt x="121" y="341"/>
                  <a:pt x="121" y="341"/>
                  <a:pt x="121" y="341"/>
                </a:cubicBezTo>
                <a:moveTo>
                  <a:pt x="163" y="341"/>
                </a:moveTo>
                <a:cubicBezTo>
                  <a:pt x="163" y="298"/>
                  <a:pt x="163" y="298"/>
                  <a:pt x="163" y="298"/>
                </a:cubicBezTo>
                <a:moveTo>
                  <a:pt x="206" y="298"/>
                </a:moveTo>
                <a:cubicBezTo>
                  <a:pt x="206" y="341"/>
                  <a:pt x="206" y="341"/>
                  <a:pt x="206" y="341"/>
                </a:cubicBezTo>
                <a:moveTo>
                  <a:pt x="256" y="298"/>
                </a:moveTo>
                <a:cubicBezTo>
                  <a:pt x="256" y="341"/>
                  <a:pt x="256" y="341"/>
                  <a:pt x="256" y="341"/>
                </a:cubicBezTo>
              </a:path>
            </a:pathLst>
          </a:custGeom>
          <a:noFill/>
          <a:ln w="1905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2400" dirty="0">
              <a:gradFill>
                <a:gsLst>
                  <a:gs pos="0">
                    <a:srgbClr val="505050"/>
                  </a:gs>
                  <a:gs pos="100000">
                    <a:srgbClr val="505050"/>
                  </a:gs>
                </a:gsLst>
              </a:gradFill>
            </a:endParaRPr>
          </a:p>
        </p:txBody>
      </p:sp>
      <p:sp>
        <p:nvSpPr>
          <p:cNvPr id="29" name="chip" descr="Technology&#10;">
            <a:extLst>
              <a:ext uri="{FF2B5EF4-FFF2-40B4-BE49-F238E27FC236}">
                <a16:creationId xmlns:a16="http://schemas.microsoft.com/office/drawing/2014/main" id="{8CF49C26-2494-404B-A213-BE3036DC50B6}"/>
              </a:ext>
            </a:extLst>
          </p:cNvPr>
          <p:cNvSpPr>
            <a:spLocks noChangeAspect="1" noEditPoints="1"/>
          </p:cNvSpPr>
          <p:nvPr/>
        </p:nvSpPr>
        <p:spPr bwMode="auto">
          <a:xfrm>
            <a:off x="3510017" y="4971328"/>
            <a:ext cx="365760" cy="373317"/>
          </a:xfrm>
          <a:custGeom>
            <a:avLst/>
            <a:gdLst>
              <a:gd name="T0" fmla="*/ 267 w 334"/>
              <a:gd name="T1" fmla="*/ 298 h 341"/>
              <a:gd name="T2" fmla="*/ 60 w 334"/>
              <a:gd name="T3" fmla="*/ 298 h 341"/>
              <a:gd name="T4" fmla="*/ 36 w 334"/>
              <a:gd name="T5" fmla="*/ 273 h 341"/>
              <a:gd name="T6" fmla="*/ 36 w 334"/>
              <a:gd name="T7" fmla="*/ 61 h 341"/>
              <a:gd name="T8" fmla="*/ 60 w 334"/>
              <a:gd name="T9" fmla="*/ 36 h 341"/>
              <a:gd name="T10" fmla="*/ 267 w 334"/>
              <a:gd name="T11" fmla="*/ 36 h 341"/>
              <a:gd name="T12" fmla="*/ 291 w 334"/>
              <a:gd name="T13" fmla="*/ 61 h 341"/>
              <a:gd name="T14" fmla="*/ 291 w 334"/>
              <a:gd name="T15" fmla="*/ 273 h 341"/>
              <a:gd name="T16" fmla="*/ 267 w 334"/>
              <a:gd name="T17" fmla="*/ 298 h 341"/>
              <a:gd name="T18" fmla="*/ 78 w 334"/>
              <a:gd name="T19" fmla="*/ 36 h 341"/>
              <a:gd name="T20" fmla="*/ 78 w 334"/>
              <a:gd name="T21" fmla="*/ 0 h 341"/>
              <a:gd name="T22" fmla="*/ 121 w 334"/>
              <a:gd name="T23" fmla="*/ 36 h 341"/>
              <a:gd name="T24" fmla="*/ 121 w 334"/>
              <a:gd name="T25" fmla="*/ 0 h 341"/>
              <a:gd name="T26" fmla="*/ 163 w 334"/>
              <a:gd name="T27" fmla="*/ 0 h 341"/>
              <a:gd name="T28" fmla="*/ 163 w 334"/>
              <a:gd name="T29" fmla="*/ 36 h 341"/>
              <a:gd name="T30" fmla="*/ 206 w 334"/>
              <a:gd name="T31" fmla="*/ 0 h 341"/>
              <a:gd name="T32" fmla="*/ 206 w 334"/>
              <a:gd name="T33" fmla="*/ 36 h 341"/>
              <a:gd name="T34" fmla="*/ 256 w 334"/>
              <a:gd name="T35" fmla="*/ 0 h 341"/>
              <a:gd name="T36" fmla="*/ 256 w 334"/>
              <a:gd name="T37" fmla="*/ 36 h 341"/>
              <a:gd name="T38" fmla="*/ 334 w 334"/>
              <a:gd name="T39" fmla="*/ 78 h 341"/>
              <a:gd name="T40" fmla="*/ 291 w 334"/>
              <a:gd name="T41" fmla="*/ 78 h 341"/>
              <a:gd name="T42" fmla="*/ 334 w 334"/>
              <a:gd name="T43" fmla="*/ 121 h 341"/>
              <a:gd name="T44" fmla="*/ 291 w 334"/>
              <a:gd name="T45" fmla="*/ 121 h 341"/>
              <a:gd name="T46" fmla="*/ 334 w 334"/>
              <a:gd name="T47" fmla="*/ 163 h 341"/>
              <a:gd name="T48" fmla="*/ 291 w 334"/>
              <a:gd name="T49" fmla="*/ 163 h 341"/>
              <a:gd name="T50" fmla="*/ 334 w 334"/>
              <a:gd name="T51" fmla="*/ 213 h 341"/>
              <a:gd name="T52" fmla="*/ 291 w 334"/>
              <a:gd name="T53" fmla="*/ 213 h 341"/>
              <a:gd name="T54" fmla="*/ 334 w 334"/>
              <a:gd name="T55" fmla="*/ 256 h 341"/>
              <a:gd name="T56" fmla="*/ 291 w 334"/>
              <a:gd name="T57" fmla="*/ 256 h 341"/>
              <a:gd name="T58" fmla="*/ 36 w 334"/>
              <a:gd name="T59" fmla="*/ 78 h 341"/>
              <a:gd name="T60" fmla="*/ 0 w 334"/>
              <a:gd name="T61" fmla="*/ 78 h 341"/>
              <a:gd name="T62" fmla="*/ 36 w 334"/>
              <a:gd name="T63" fmla="*/ 121 h 341"/>
              <a:gd name="T64" fmla="*/ 0 w 334"/>
              <a:gd name="T65" fmla="*/ 121 h 341"/>
              <a:gd name="T66" fmla="*/ 36 w 334"/>
              <a:gd name="T67" fmla="*/ 163 h 341"/>
              <a:gd name="T68" fmla="*/ 0 w 334"/>
              <a:gd name="T69" fmla="*/ 163 h 341"/>
              <a:gd name="T70" fmla="*/ 36 w 334"/>
              <a:gd name="T71" fmla="*/ 213 h 341"/>
              <a:gd name="T72" fmla="*/ 0 w 334"/>
              <a:gd name="T73" fmla="*/ 213 h 341"/>
              <a:gd name="T74" fmla="*/ 36 w 334"/>
              <a:gd name="T75" fmla="*/ 256 h 341"/>
              <a:gd name="T76" fmla="*/ 0 w 334"/>
              <a:gd name="T77" fmla="*/ 256 h 341"/>
              <a:gd name="T78" fmla="*/ 78 w 334"/>
              <a:gd name="T79" fmla="*/ 298 h 341"/>
              <a:gd name="T80" fmla="*/ 78 w 334"/>
              <a:gd name="T81" fmla="*/ 341 h 341"/>
              <a:gd name="T82" fmla="*/ 121 w 334"/>
              <a:gd name="T83" fmla="*/ 298 h 341"/>
              <a:gd name="T84" fmla="*/ 121 w 334"/>
              <a:gd name="T85" fmla="*/ 341 h 341"/>
              <a:gd name="T86" fmla="*/ 163 w 334"/>
              <a:gd name="T87" fmla="*/ 341 h 341"/>
              <a:gd name="T88" fmla="*/ 163 w 334"/>
              <a:gd name="T89" fmla="*/ 298 h 341"/>
              <a:gd name="T90" fmla="*/ 206 w 334"/>
              <a:gd name="T91" fmla="*/ 298 h 341"/>
              <a:gd name="T92" fmla="*/ 206 w 334"/>
              <a:gd name="T93" fmla="*/ 341 h 341"/>
              <a:gd name="T94" fmla="*/ 256 w 334"/>
              <a:gd name="T95" fmla="*/ 298 h 341"/>
              <a:gd name="T96" fmla="*/ 256 w 334"/>
              <a:gd name="T97" fmla="*/ 341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34" h="341">
                <a:moveTo>
                  <a:pt x="267" y="298"/>
                </a:moveTo>
                <a:cubicBezTo>
                  <a:pt x="60" y="298"/>
                  <a:pt x="60" y="298"/>
                  <a:pt x="60" y="298"/>
                </a:cubicBezTo>
                <a:cubicBezTo>
                  <a:pt x="48" y="298"/>
                  <a:pt x="36" y="286"/>
                  <a:pt x="36" y="273"/>
                </a:cubicBezTo>
                <a:cubicBezTo>
                  <a:pt x="36" y="61"/>
                  <a:pt x="36" y="61"/>
                  <a:pt x="36" y="61"/>
                </a:cubicBezTo>
                <a:cubicBezTo>
                  <a:pt x="36" y="45"/>
                  <a:pt x="48" y="36"/>
                  <a:pt x="60" y="36"/>
                </a:cubicBezTo>
                <a:cubicBezTo>
                  <a:pt x="267" y="36"/>
                  <a:pt x="267" y="36"/>
                  <a:pt x="267" y="36"/>
                </a:cubicBezTo>
                <a:cubicBezTo>
                  <a:pt x="282" y="36"/>
                  <a:pt x="291" y="45"/>
                  <a:pt x="291" y="61"/>
                </a:cubicBezTo>
                <a:cubicBezTo>
                  <a:pt x="291" y="273"/>
                  <a:pt x="291" y="273"/>
                  <a:pt x="291" y="273"/>
                </a:cubicBezTo>
                <a:cubicBezTo>
                  <a:pt x="291" y="286"/>
                  <a:pt x="282" y="298"/>
                  <a:pt x="267" y="298"/>
                </a:cubicBezTo>
                <a:close/>
                <a:moveTo>
                  <a:pt x="78" y="36"/>
                </a:moveTo>
                <a:cubicBezTo>
                  <a:pt x="78" y="0"/>
                  <a:pt x="78" y="0"/>
                  <a:pt x="78" y="0"/>
                </a:cubicBezTo>
                <a:moveTo>
                  <a:pt x="121" y="36"/>
                </a:moveTo>
                <a:cubicBezTo>
                  <a:pt x="121" y="0"/>
                  <a:pt x="121" y="0"/>
                  <a:pt x="121" y="0"/>
                </a:cubicBezTo>
                <a:moveTo>
                  <a:pt x="163" y="0"/>
                </a:moveTo>
                <a:cubicBezTo>
                  <a:pt x="163" y="36"/>
                  <a:pt x="163" y="36"/>
                  <a:pt x="163" y="36"/>
                </a:cubicBezTo>
                <a:moveTo>
                  <a:pt x="206" y="0"/>
                </a:moveTo>
                <a:cubicBezTo>
                  <a:pt x="206" y="36"/>
                  <a:pt x="206" y="36"/>
                  <a:pt x="206" y="36"/>
                </a:cubicBezTo>
                <a:moveTo>
                  <a:pt x="256" y="0"/>
                </a:moveTo>
                <a:cubicBezTo>
                  <a:pt x="256" y="36"/>
                  <a:pt x="256" y="36"/>
                  <a:pt x="256" y="36"/>
                </a:cubicBezTo>
                <a:moveTo>
                  <a:pt x="334" y="78"/>
                </a:moveTo>
                <a:cubicBezTo>
                  <a:pt x="291" y="78"/>
                  <a:pt x="291" y="78"/>
                  <a:pt x="291" y="78"/>
                </a:cubicBezTo>
                <a:moveTo>
                  <a:pt x="334" y="121"/>
                </a:moveTo>
                <a:cubicBezTo>
                  <a:pt x="291" y="121"/>
                  <a:pt x="291" y="121"/>
                  <a:pt x="291" y="121"/>
                </a:cubicBezTo>
                <a:moveTo>
                  <a:pt x="334" y="163"/>
                </a:moveTo>
                <a:cubicBezTo>
                  <a:pt x="291" y="163"/>
                  <a:pt x="291" y="163"/>
                  <a:pt x="291" y="163"/>
                </a:cubicBezTo>
                <a:moveTo>
                  <a:pt x="334" y="213"/>
                </a:moveTo>
                <a:cubicBezTo>
                  <a:pt x="291" y="213"/>
                  <a:pt x="291" y="213"/>
                  <a:pt x="291" y="213"/>
                </a:cubicBezTo>
                <a:moveTo>
                  <a:pt x="334" y="256"/>
                </a:moveTo>
                <a:cubicBezTo>
                  <a:pt x="291" y="256"/>
                  <a:pt x="291" y="256"/>
                  <a:pt x="291" y="256"/>
                </a:cubicBezTo>
                <a:moveTo>
                  <a:pt x="36" y="78"/>
                </a:moveTo>
                <a:cubicBezTo>
                  <a:pt x="0" y="78"/>
                  <a:pt x="0" y="78"/>
                  <a:pt x="0" y="78"/>
                </a:cubicBezTo>
                <a:moveTo>
                  <a:pt x="36" y="121"/>
                </a:moveTo>
                <a:cubicBezTo>
                  <a:pt x="0" y="121"/>
                  <a:pt x="0" y="121"/>
                  <a:pt x="0" y="121"/>
                </a:cubicBezTo>
                <a:moveTo>
                  <a:pt x="36" y="163"/>
                </a:moveTo>
                <a:cubicBezTo>
                  <a:pt x="0" y="163"/>
                  <a:pt x="0" y="163"/>
                  <a:pt x="0" y="163"/>
                </a:cubicBezTo>
                <a:moveTo>
                  <a:pt x="36" y="213"/>
                </a:moveTo>
                <a:cubicBezTo>
                  <a:pt x="0" y="213"/>
                  <a:pt x="0" y="213"/>
                  <a:pt x="0" y="213"/>
                </a:cubicBezTo>
                <a:moveTo>
                  <a:pt x="36" y="256"/>
                </a:moveTo>
                <a:cubicBezTo>
                  <a:pt x="0" y="256"/>
                  <a:pt x="0" y="256"/>
                  <a:pt x="0" y="256"/>
                </a:cubicBezTo>
                <a:moveTo>
                  <a:pt x="78" y="298"/>
                </a:moveTo>
                <a:cubicBezTo>
                  <a:pt x="78" y="341"/>
                  <a:pt x="78" y="341"/>
                  <a:pt x="78" y="341"/>
                </a:cubicBezTo>
                <a:moveTo>
                  <a:pt x="121" y="298"/>
                </a:moveTo>
                <a:cubicBezTo>
                  <a:pt x="121" y="341"/>
                  <a:pt x="121" y="341"/>
                  <a:pt x="121" y="341"/>
                </a:cubicBezTo>
                <a:moveTo>
                  <a:pt x="163" y="341"/>
                </a:moveTo>
                <a:cubicBezTo>
                  <a:pt x="163" y="298"/>
                  <a:pt x="163" y="298"/>
                  <a:pt x="163" y="298"/>
                </a:cubicBezTo>
                <a:moveTo>
                  <a:pt x="206" y="298"/>
                </a:moveTo>
                <a:cubicBezTo>
                  <a:pt x="206" y="341"/>
                  <a:pt x="206" y="341"/>
                  <a:pt x="206" y="341"/>
                </a:cubicBezTo>
                <a:moveTo>
                  <a:pt x="256" y="298"/>
                </a:moveTo>
                <a:cubicBezTo>
                  <a:pt x="256" y="341"/>
                  <a:pt x="256" y="341"/>
                  <a:pt x="256" y="341"/>
                </a:cubicBezTo>
              </a:path>
            </a:pathLst>
          </a:custGeom>
          <a:noFill/>
          <a:ln w="1905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2400" dirty="0">
              <a:gradFill>
                <a:gsLst>
                  <a:gs pos="0">
                    <a:srgbClr val="505050"/>
                  </a:gs>
                  <a:gs pos="100000">
                    <a:srgbClr val="505050"/>
                  </a:gs>
                </a:gsLst>
              </a:gradFill>
            </a:endParaRPr>
          </a:p>
        </p:txBody>
      </p:sp>
    </p:spTree>
    <p:extLst>
      <p:ext uri="{BB962C8B-B14F-4D97-AF65-F5344CB8AC3E}">
        <p14:creationId xmlns:p14="http://schemas.microsoft.com/office/powerpoint/2010/main" val="1618910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9"/>
                                        </p:tgtEl>
                                        <p:attrNameLst>
                                          <p:attrName>style.visibility</p:attrName>
                                        </p:attrNameLst>
                                      </p:cBhvr>
                                      <p:to>
                                        <p:strVal val="visible"/>
                                      </p:to>
                                    </p:set>
                                    <p:animEffect transition="in" filter="fade">
                                      <p:cBhvr>
                                        <p:cTn id="7" dur="500"/>
                                        <p:tgtEl>
                                          <p:spTgt spid="8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1"/>
                                        </p:tgtEl>
                                        <p:attrNameLst>
                                          <p:attrName>style.visibility</p:attrName>
                                        </p:attrNameLst>
                                      </p:cBhvr>
                                      <p:to>
                                        <p:strVal val="visible"/>
                                      </p:to>
                                    </p:set>
                                    <p:animEffect transition="in" filter="fade">
                                      <p:cBhvr>
                                        <p:cTn id="12" dur="500"/>
                                        <p:tgtEl>
                                          <p:spTgt spid="9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5"/>
                                        </p:tgtEl>
                                        <p:attrNameLst>
                                          <p:attrName>style.visibility</p:attrName>
                                        </p:attrNameLst>
                                      </p:cBhvr>
                                      <p:to>
                                        <p:strVal val="visible"/>
                                      </p:to>
                                    </p:set>
                                    <p:animEffect transition="in" filter="fade">
                                      <p:cBhvr>
                                        <p:cTn id="17" dur="500"/>
                                        <p:tgtEl>
                                          <p:spTgt spid="10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3"/>
                                        </p:tgtEl>
                                        <p:attrNameLst>
                                          <p:attrName>style.visibility</p:attrName>
                                        </p:attrNameLst>
                                      </p:cBhvr>
                                      <p:to>
                                        <p:strVal val="visible"/>
                                      </p:to>
                                    </p:set>
                                    <p:animEffect transition="in" filter="fade">
                                      <p:cBhvr>
                                        <p:cTn id="22" dur="500"/>
                                        <p:tgtEl>
                                          <p:spTgt spid="10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3"/>
                                        </p:tgtEl>
                                        <p:attrNameLst>
                                          <p:attrName>style.visibility</p:attrName>
                                        </p:attrNameLst>
                                      </p:cBhvr>
                                      <p:to>
                                        <p:strVal val="visible"/>
                                      </p:to>
                                    </p:set>
                                    <p:animEffect transition="in" filter="fade">
                                      <p:cBhvr>
                                        <p:cTn id="27" dur="500"/>
                                        <p:tgtEl>
                                          <p:spTgt spid="93"/>
                                        </p:tgtEl>
                                      </p:cBhvr>
                                    </p:animEffect>
                                  </p:childTnLst>
                                </p:cTn>
                              </p:par>
                              <p:par>
                                <p:cTn id="28" presetID="10" presetClass="exit" presetSubtype="0" fill="hold" nodeType="withEffect">
                                  <p:stCondLst>
                                    <p:cond delay="0"/>
                                  </p:stCondLst>
                                  <p:childTnLst>
                                    <p:animEffect transition="out" filter="fade">
                                      <p:cBhvr>
                                        <p:cTn id="29" dur="500"/>
                                        <p:tgtEl>
                                          <p:spTgt spid="89"/>
                                        </p:tgtEl>
                                      </p:cBhvr>
                                    </p:animEffect>
                                    <p:set>
                                      <p:cBhvr>
                                        <p:cTn id="30" dur="1" fill="hold">
                                          <p:stCondLst>
                                            <p:cond delay="499"/>
                                          </p:stCondLst>
                                        </p:cTn>
                                        <p:tgtEl>
                                          <p:spTgt spid="89"/>
                                        </p:tgtEl>
                                        <p:attrNameLst>
                                          <p:attrName>style.visibility</p:attrName>
                                        </p:attrNameLst>
                                      </p:cBhvr>
                                      <p:to>
                                        <p:strVal val="hidden"/>
                                      </p:to>
                                    </p:set>
                                  </p:childTnLst>
                                </p:cTn>
                              </p:par>
                              <p:par>
                                <p:cTn id="31" presetID="10" presetClass="exit" presetSubtype="0" fill="hold" nodeType="withEffect">
                                  <p:stCondLst>
                                    <p:cond delay="0"/>
                                  </p:stCondLst>
                                  <p:childTnLst>
                                    <p:animEffect transition="out" filter="fade">
                                      <p:cBhvr>
                                        <p:cTn id="32" dur="500"/>
                                        <p:tgtEl>
                                          <p:spTgt spid="91"/>
                                        </p:tgtEl>
                                      </p:cBhvr>
                                    </p:animEffect>
                                    <p:set>
                                      <p:cBhvr>
                                        <p:cTn id="33" dur="1" fill="hold">
                                          <p:stCondLst>
                                            <p:cond delay="499"/>
                                          </p:stCondLst>
                                        </p:cTn>
                                        <p:tgtEl>
                                          <p:spTgt spid="91"/>
                                        </p:tgtEl>
                                        <p:attrNameLst>
                                          <p:attrName>style.visibility</p:attrName>
                                        </p:attrNameLst>
                                      </p:cBhvr>
                                      <p:to>
                                        <p:strVal val="hidden"/>
                                      </p:to>
                                    </p:set>
                                  </p:childTnLst>
                                </p:cTn>
                              </p:par>
                              <p:par>
                                <p:cTn id="34" presetID="10" presetClass="exit" presetSubtype="0" fill="hold" nodeType="withEffect">
                                  <p:stCondLst>
                                    <p:cond delay="0"/>
                                  </p:stCondLst>
                                  <p:childTnLst>
                                    <p:animEffect transition="out" filter="fade">
                                      <p:cBhvr>
                                        <p:cTn id="35" dur="500"/>
                                        <p:tgtEl>
                                          <p:spTgt spid="105"/>
                                        </p:tgtEl>
                                      </p:cBhvr>
                                    </p:animEffect>
                                    <p:set>
                                      <p:cBhvr>
                                        <p:cTn id="36" dur="1" fill="hold">
                                          <p:stCondLst>
                                            <p:cond delay="499"/>
                                          </p:stCondLst>
                                        </p:cTn>
                                        <p:tgtEl>
                                          <p:spTgt spid="105"/>
                                        </p:tgtEl>
                                        <p:attrNameLst>
                                          <p:attrName>style.visibility</p:attrName>
                                        </p:attrNameLst>
                                      </p:cBhvr>
                                      <p:to>
                                        <p:strVal val="hidden"/>
                                      </p:to>
                                    </p:set>
                                  </p:childTnLst>
                                </p:cTn>
                              </p:par>
                              <p:par>
                                <p:cTn id="37" presetID="10" presetClass="exit" presetSubtype="0" fill="hold" nodeType="withEffect">
                                  <p:stCondLst>
                                    <p:cond delay="0"/>
                                  </p:stCondLst>
                                  <p:childTnLst>
                                    <p:animEffect transition="out" filter="fade">
                                      <p:cBhvr>
                                        <p:cTn id="38" dur="500"/>
                                        <p:tgtEl>
                                          <p:spTgt spid="103"/>
                                        </p:tgtEl>
                                      </p:cBhvr>
                                    </p:animEffect>
                                    <p:set>
                                      <p:cBhvr>
                                        <p:cTn id="39" dur="1" fill="hold">
                                          <p:stCondLst>
                                            <p:cond delay="499"/>
                                          </p:stCondLst>
                                        </p:cTn>
                                        <p:tgtEl>
                                          <p:spTgt spid="103"/>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21"/>
                                        </p:tgtEl>
                                        <p:attrNameLst>
                                          <p:attrName>style.visibility</p:attrName>
                                        </p:attrNameLst>
                                      </p:cBhvr>
                                      <p:to>
                                        <p:strVal val="visible"/>
                                      </p:to>
                                    </p:set>
                                    <p:animEffect transition="in" filter="fade">
                                      <p:cBhvr>
                                        <p:cTn id="44" dur="500"/>
                                        <p:tgtEl>
                                          <p:spTgt spid="121"/>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nodeType="clickEffect">
                                  <p:stCondLst>
                                    <p:cond delay="0"/>
                                  </p:stCondLst>
                                  <p:childTnLst>
                                    <p:animEffect transition="out" filter="fade">
                                      <p:cBhvr>
                                        <p:cTn id="48" dur="500"/>
                                        <p:tgtEl>
                                          <p:spTgt spid="93"/>
                                        </p:tgtEl>
                                      </p:cBhvr>
                                    </p:animEffect>
                                    <p:set>
                                      <p:cBhvr>
                                        <p:cTn id="49" dur="1" fill="hold">
                                          <p:stCondLst>
                                            <p:cond delay="499"/>
                                          </p:stCondLst>
                                        </p:cTn>
                                        <p:tgtEl>
                                          <p:spTgt spid="93"/>
                                        </p:tgtEl>
                                        <p:attrNameLst>
                                          <p:attrName>style.visibility</p:attrName>
                                        </p:attrNameLst>
                                      </p:cBhvr>
                                      <p:to>
                                        <p:strVal val="hidden"/>
                                      </p:to>
                                    </p:set>
                                  </p:childTnLst>
                                </p:cTn>
                              </p:par>
                              <p:par>
                                <p:cTn id="50" presetID="10" presetClass="exit" presetSubtype="0" fill="hold" nodeType="withEffect">
                                  <p:stCondLst>
                                    <p:cond delay="0"/>
                                  </p:stCondLst>
                                  <p:childTnLst>
                                    <p:animEffect transition="out" filter="fade">
                                      <p:cBhvr>
                                        <p:cTn id="51" dur="500"/>
                                        <p:tgtEl>
                                          <p:spTgt spid="121"/>
                                        </p:tgtEl>
                                      </p:cBhvr>
                                    </p:animEffect>
                                    <p:set>
                                      <p:cBhvr>
                                        <p:cTn id="52" dur="1" fill="hold">
                                          <p:stCondLst>
                                            <p:cond delay="499"/>
                                          </p:stCondLst>
                                        </p:cTn>
                                        <p:tgtEl>
                                          <p:spTgt spid="121"/>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90"/>
                                        </p:tgtEl>
                                        <p:attrNameLst>
                                          <p:attrName>style.visibility</p:attrName>
                                        </p:attrNameLst>
                                      </p:cBhvr>
                                      <p:to>
                                        <p:strVal val="visible"/>
                                      </p:to>
                                    </p:set>
                                    <p:animEffect transition="in" filter="fade">
                                      <p:cBhvr>
                                        <p:cTn id="57" dur="500"/>
                                        <p:tgtEl>
                                          <p:spTgt spid="90"/>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92"/>
                                        </p:tgtEl>
                                        <p:attrNameLst>
                                          <p:attrName>style.visibility</p:attrName>
                                        </p:attrNameLst>
                                      </p:cBhvr>
                                      <p:to>
                                        <p:strVal val="visible"/>
                                      </p:to>
                                    </p:set>
                                    <p:animEffect transition="in" filter="fade">
                                      <p:cBhvr>
                                        <p:cTn id="62" dur="500"/>
                                        <p:tgtEl>
                                          <p:spTgt spid="92"/>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17"/>
                                        </p:tgtEl>
                                        <p:attrNameLst>
                                          <p:attrName>style.visibility</p:attrName>
                                        </p:attrNameLst>
                                      </p:cBhvr>
                                      <p:to>
                                        <p:strVal val="visible"/>
                                      </p:to>
                                    </p:set>
                                    <p:animEffect transition="in" filter="fade">
                                      <p:cBhvr>
                                        <p:cTn id="67" dur="500"/>
                                        <p:tgtEl>
                                          <p:spTgt spid="11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04"/>
                                        </p:tgtEl>
                                        <p:attrNameLst>
                                          <p:attrName>style.visibility</p:attrName>
                                        </p:attrNameLst>
                                      </p:cBhvr>
                                      <p:to>
                                        <p:strVal val="visible"/>
                                      </p:to>
                                    </p:set>
                                    <p:animEffect transition="in" filter="fade">
                                      <p:cBhvr>
                                        <p:cTn id="72" dur="500"/>
                                        <p:tgtEl>
                                          <p:spTgt spid="104"/>
                                        </p:tgtEl>
                                      </p:cBhvr>
                                    </p:animEffect>
                                  </p:childTnLst>
                                </p:cTn>
                              </p:par>
                              <p:par>
                                <p:cTn id="73" presetID="10" presetClass="exit" presetSubtype="0" fill="hold" nodeType="withEffect">
                                  <p:stCondLst>
                                    <p:cond delay="0"/>
                                  </p:stCondLst>
                                  <p:childTnLst>
                                    <p:animEffect transition="out" filter="fade">
                                      <p:cBhvr>
                                        <p:cTn id="74" dur="500"/>
                                        <p:tgtEl>
                                          <p:spTgt spid="92"/>
                                        </p:tgtEl>
                                      </p:cBhvr>
                                    </p:animEffect>
                                    <p:set>
                                      <p:cBhvr>
                                        <p:cTn id="75" dur="1" fill="hold">
                                          <p:stCondLst>
                                            <p:cond delay="499"/>
                                          </p:stCondLst>
                                        </p:cTn>
                                        <p:tgtEl>
                                          <p:spTgt spid="92"/>
                                        </p:tgtEl>
                                        <p:attrNameLst>
                                          <p:attrName>style.visibility</p:attrName>
                                        </p:attrNameLst>
                                      </p:cBhvr>
                                      <p:to>
                                        <p:strVal val="hidden"/>
                                      </p:to>
                                    </p:set>
                                  </p:childTnLst>
                                </p:cTn>
                              </p:par>
                              <p:par>
                                <p:cTn id="76" presetID="10" presetClass="exit" presetSubtype="0" fill="hold" nodeType="withEffect">
                                  <p:stCondLst>
                                    <p:cond delay="0"/>
                                  </p:stCondLst>
                                  <p:childTnLst>
                                    <p:animEffect transition="out" filter="fade">
                                      <p:cBhvr>
                                        <p:cTn id="77" dur="500"/>
                                        <p:tgtEl>
                                          <p:spTgt spid="117"/>
                                        </p:tgtEl>
                                      </p:cBhvr>
                                    </p:animEffect>
                                    <p:set>
                                      <p:cBhvr>
                                        <p:cTn id="78" dur="1" fill="hold">
                                          <p:stCondLst>
                                            <p:cond delay="499"/>
                                          </p:stCondLst>
                                        </p:cTn>
                                        <p:tgtEl>
                                          <p:spTgt spid="117"/>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94"/>
                                        </p:tgtEl>
                                        <p:attrNameLst>
                                          <p:attrName>style.visibility</p:attrName>
                                        </p:attrNameLst>
                                      </p:cBhvr>
                                      <p:to>
                                        <p:strVal val="visible"/>
                                      </p:to>
                                    </p:set>
                                    <p:animEffect transition="in" filter="fade">
                                      <p:cBhvr>
                                        <p:cTn id="83" dur="500"/>
                                        <p:tgtEl>
                                          <p:spTgt spid="94"/>
                                        </p:tgtEl>
                                      </p:cBhvr>
                                    </p:animEffect>
                                  </p:childTnLst>
                                </p:cTn>
                              </p:par>
                              <p:par>
                                <p:cTn id="84" presetID="10" presetClass="exit" presetSubtype="0" fill="hold" nodeType="withEffect">
                                  <p:stCondLst>
                                    <p:cond delay="0"/>
                                  </p:stCondLst>
                                  <p:childTnLst>
                                    <p:animEffect transition="out" filter="fade">
                                      <p:cBhvr>
                                        <p:cTn id="85" dur="500"/>
                                        <p:tgtEl>
                                          <p:spTgt spid="90"/>
                                        </p:tgtEl>
                                      </p:cBhvr>
                                    </p:animEffect>
                                    <p:set>
                                      <p:cBhvr>
                                        <p:cTn id="86" dur="1" fill="hold">
                                          <p:stCondLst>
                                            <p:cond delay="499"/>
                                          </p:stCondLst>
                                        </p:cTn>
                                        <p:tgtEl>
                                          <p:spTgt spid="90"/>
                                        </p:tgtEl>
                                        <p:attrNameLst>
                                          <p:attrName>style.visibility</p:attrName>
                                        </p:attrNameLst>
                                      </p:cBhvr>
                                      <p:to>
                                        <p:strVal val="hidden"/>
                                      </p:to>
                                    </p:set>
                                  </p:childTnLst>
                                </p:cTn>
                              </p:par>
                              <p:par>
                                <p:cTn id="87" presetID="10" presetClass="exit" presetSubtype="0" fill="hold" nodeType="withEffect">
                                  <p:stCondLst>
                                    <p:cond delay="0"/>
                                  </p:stCondLst>
                                  <p:childTnLst>
                                    <p:animEffect transition="out" filter="fade">
                                      <p:cBhvr>
                                        <p:cTn id="88" dur="500"/>
                                        <p:tgtEl>
                                          <p:spTgt spid="104"/>
                                        </p:tgtEl>
                                      </p:cBhvr>
                                    </p:animEffect>
                                    <p:set>
                                      <p:cBhvr>
                                        <p:cTn id="89" dur="1" fill="hold">
                                          <p:stCondLst>
                                            <p:cond delay="499"/>
                                          </p:stCondLst>
                                        </p:cTn>
                                        <p:tgtEl>
                                          <p:spTgt spid="104"/>
                                        </p:tgtEl>
                                        <p:attrNameLst>
                                          <p:attrName>style.visibility</p:attrName>
                                        </p:attrNameLst>
                                      </p:cBhvr>
                                      <p:to>
                                        <p:strVal val="hidden"/>
                                      </p:to>
                                    </p:se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120"/>
                                        </p:tgtEl>
                                        <p:attrNameLst>
                                          <p:attrName>style.visibility</p:attrName>
                                        </p:attrNameLst>
                                      </p:cBhvr>
                                      <p:to>
                                        <p:strVal val="visible"/>
                                      </p:to>
                                    </p:set>
                                    <p:animEffect transition="in" filter="fade">
                                      <p:cBhvr>
                                        <p:cTn id="94" dur="500"/>
                                        <p:tgtEl>
                                          <p:spTgt spid="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D2C853-94D7-4B17-8272-91C82C594DA6}"/>
              </a:ext>
            </a:extLst>
          </p:cNvPr>
          <p:cNvSpPr>
            <a:spLocks noGrp="1"/>
          </p:cNvSpPr>
          <p:nvPr>
            <p:ph type="title"/>
          </p:nvPr>
        </p:nvSpPr>
        <p:spPr/>
        <p:txBody>
          <a:bodyPr/>
          <a:lstStyle/>
          <a:p>
            <a:r>
              <a:rPr lang="en-US" dirty="0"/>
              <a:t>Using a global device endpoint</a:t>
            </a:r>
          </a:p>
        </p:txBody>
      </p:sp>
      <p:sp>
        <p:nvSpPr>
          <p:cNvPr id="5" name="Oval 209">
            <a:extLst>
              <a:ext uri="{FF2B5EF4-FFF2-40B4-BE49-F238E27FC236}">
                <a16:creationId xmlns:a16="http://schemas.microsoft.com/office/drawing/2014/main" id="{44A8BD85-AC74-4198-9A58-10BE96E5E68E}"/>
              </a:ext>
            </a:extLst>
          </p:cNvPr>
          <p:cNvSpPr>
            <a:spLocks noChangeAspect="1"/>
          </p:cNvSpPr>
          <p:nvPr/>
        </p:nvSpPr>
        <p:spPr bwMode="auto">
          <a:xfrm flipH="1">
            <a:off x="3590321" y="1447717"/>
            <a:ext cx="8726291" cy="5394983"/>
          </a:xfrm>
          <a:custGeom>
            <a:avLst/>
            <a:gdLst/>
            <a:ahLst/>
            <a:cxnLst/>
            <a:rect l="l" t="t" r="r" b="b"/>
            <a:pathLst>
              <a:path w="3499493" h="2054868">
                <a:moveTo>
                  <a:pt x="1951464" y="0"/>
                </a:moveTo>
                <a:cubicBezTo>
                  <a:pt x="2462838" y="0"/>
                  <a:pt x="2877388" y="395874"/>
                  <a:pt x="2877388" y="884210"/>
                </a:cubicBezTo>
                <a:cubicBezTo>
                  <a:pt x="2877388" y="918469"/>
                  <a:pt x="2875348" y="952273"/>
                  <a:pt x="2870875" y="985457"/>
                </a:cubicBezTo>
                <a:cubicBezTo>
                  <a:pt x="2899773" y="978985"/>
                  <a:pt x="2929730" y="976444"/>
                  <a:pt x="2960281" y="976444"/>
                </a:cubicBezTo>
                <a:cubicBezTo>
                  <a:pt x="3258080" y="976444"/>
                  <a:pt x="3499493" y="1217857"/>
                  <a:pt x="3499493" y="1515656"/>
                </a:cubicBezTo>
                <a:cubicBezTo>
                  <a:pt x="3499493" y="1813455"/>
                  <a:pt x="3258080" y="2054868"/>
                  <a:pt x="2960281" y="2054868"/>
                </a:cubicBezTo>
                <a:lnTo>
                  <a:pt x="2928952" y="2052151"/>
                </a:lnTo>
                <a:lnTo>
                  <a:pt x="509786" y="2052151"/>
                </a:lnTo>
                <a:cubicBezTo>
                  <a:pt x="494036" y="2052151"/>
                  <a:pt x="479849" y="2045457"/>
                  <a:pt x="470177" y="2034517"/>
                </a:cubicBezTo>
                <a:cubicBezTo>
                  <a:pt x="204777" y="1999829"/>
                  <a:pt x="0" y="1750739"/>
                  <a:pt x="0" y="1449039"/>
                </a:cubicBezTo>
                <a:cubicBezTo>
                  <a:pt x="0" y="1152224"/>
                  <a:pt x="198199" y="906330"/>
                  <a:pt x="457331" y="864986"/>
                </a:cubicBezTo>
                <a:cubicBezTo>
                  <a:pt x="465918" y="656655"/>
                  <a:pt x="637955" y="490895"/>
                  <a:pt x="848708" y="490895"/>
                </a:cubicBezTo>
                <a:cubicBezTo>
                  <a:pt x="938214" y="490895"/>
                  <a:pt x="1020736" y="520793"/>
                  <a:pt x="1085920" y="572346"/>
                </a:cubicBezTo>
                <a:cubicBezTo>
                  <a:pt x="1217075" y="237711"/>
                  <a:pt x="1555199" y="0"/>
                  <a:pt x="1951464" y="0"/>
                </a:cubicBezTo>
                <a:close/>
              </a:path>
            </a:pathLst>
          </a:custGeom>
          <a:solidFill>
            <a:schemeClr val="bg2">
              <a:lumMod val="60000"/>
              <a:lumOff val="40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6557" tIns="48278" rIns="48278" bIns="96557" numCol="1" spcCol="0" rtlCol="0" fromWordArt="0" anchor="b" anchorCtr="0" forceAA="0" compatLnSpc="1">
            <a:prstTxWarp prst="textNoShape">
              <a:avLst/>
            </a:prstTxWarp>
            <a:noAutofit/>
          </a:bodyPr>
          <a:lstStyle/>
          <a:p>
            <a:pPr algn="ctr" defTabSz="965211" fontAlgn="base">
              <a:spcBef>
                <a:spcPct val="0"/>
              </a:spcBef>
              <a:spcAft>
                <a:spcPct val="0"/>
              </a:spcAft>
            </a:pPr>
            <a:endParaRPr lang="en-US" sz="1689" spc="-53">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7">
            <a:extLst>
              <a:ext uri="{FF2B5EF4-FFF2-40B4-BE49-F238E27FC236}">
                <a16:creationId xmlns:a16="http://schemas.microsoft.com/office/drawing/2014/main" id="{EF3202B0-F758-45F8-AA45-33130D5285B6}"/>
              </a:ext>
            </a:extLst>
          </p:cNvPr>
          <p:cNvSpPr/>
          <p:nvPr/>
        </p:nvSpPr>
        <p:spPr>
          <a:xfrm>
            <a:off x="641816" y="4230990"/>
            <a:ext cx="1068787" cy="932603"/>
          </a:xfrm>
          <a:prstGeom prst="rect">
            <a:avLst/>
          </a:prstGeom>
          <a:solidFill>
            <a:srgbClr val="0072C6"/>
          </a:solidFill>
          <a:ln>
            <a:solidFill>
              <a:srgbClr val="0072C6"/>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836" dirty="0"/>
              <a:t>device1</a:t>
            </a:r>
          </a:p>
        </p:txBody>
      </p:sp>
      <p:sp>
        <p:nvSpPr>
          <p:cNvPr id="13" name="Rectangle 12">
            <a:extLst>
              <a:ext uri="{FF2B5EF4-FFF2-40B4-BE49-F238E27FC236}">
                <a16:creationId xmlns:a16="http://schemas.microsoft.com/office/drawing/2014/main" id="{BE05CB6F-9422-4C91-AC2E-59C3A1ADE57C}"/>
              </a:ext>
            </a:extLst>
          </p:cNvPr>
          <p:cNvSpPr/>
          <p:nvPr/>
        </p:nvSpPr>
        <p:spPr>
          <a:xfrm>
            <a:off x="4701682" y="4054832"/>
            <a:ext cx="470701" cy="27878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632" dirty="0"/>
              <a:t>Global.azure-devices-provisioning.net</a:t>
            </a:r>
          </a:p>
        </p:txBody>
      </p:sp>
      <p:cxnSp>
        <p:nvCxnSpPr>
          <p:cNvPr id="14" name="Straight Arrow Connector 13">
            <a:extLst>
              <a:ext uri="{FF2B5EF4-FFF2-40B4-BE49-F238E27FC236}">
                <a16:creationId xmlns:a16="http://schemas.microsoft.com/office/drawing/2014/main" id="{3C953B87-2E26-48EB-920A-8B5AC3C3BE8D}"/>
              </a:ext>
            </a:extLst>
          </p:cNvPr>
          <p:cNvCxnSpPr>
            <a:cxnSpLocks/>
            <a:stCxn id="8" idx="3"/>
            <a:endCxn id="13" idx="1"/>
          </p:cNvCxnSpPr>
          <p:nvPr/>
        </p:nvCxnSpPr>
        <p:spPr>
          <a:xfrm>
            <a:off x="1710603" y="4697292"/>
            <a:ext cx="2991079" cy="751474"/>
          </a:xfrm>
          <a:prstGeom prst="straightConnector1">
            <a:avLst/>
          </a:prstGeom>
          <a:ln w="28575">
            <a:solidFill>
              <a:srgbClr val="1199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 name="Rectangle: Folded Corner 16">
            <a:extLst>
              <a:ext uri="{FF2B5EF4-FFF2-40B4-BE49-F238E27FC236}">
                <a16:creationId xmlns:a16="http://schemas.microsoft.com/office/drawing/2014/main" id="{51768F5B-0413-4205-B7FF-BB8A71F4C596}"/>
              </a:ext>
            </a:extLst>
          </p:cNvPr>
          <p:cNvSpPr/>
          <p:nvPr/>
        </p:nvSpPr>
        <p:spPr>
          <a:xfrm>
            <a:off x="2205452" y="4442502"/>
            <a:ext cx="1925491" cy="821007"/>
          </a:xfrm>
          <a:prstGeom prst="foldedCorner">
            <a:avLst/>
          </a:prstGeom>
        </p:spPr>
        <p:style>
          <a:lnRef idx="2">
            <a:schemeClr val="accent5">
              <a:shade val="50000"/>
            </a:schemeClr>
          </a:lnRef>
          <a:fillRef idx="1">
            <a:schemeClr val="accent5"/>
          </a:fillRef>
          <a:effectRef idx="0">
            <a:schemeClr val="accent5"/>
          </a:effectRef>
          <a:fontRef idx="minor">
            <a:schemeClr val="lt1"/>
          </a:fontRef>
        </p:style>
        <p:txBody>
          <a:bodyPr rtlCol="0" anchor="t"/>
          <a:lstStyle/>
          <a:p>
            <a:r>
              <a:rPr lang="en-US" sz="1428"/>
              <a:t>ID scope: </a:t>
            </a:r>
            <a:r>
              <a:rPr lang="en-US" sz="1428" err="1"/>
              <a:t>xyz</a:t>
            </a:r>
            <a:endParaRPr lang="en-US" sz="1428"/>
          </a:p>
          <a:p>
            <a:r>
              <a:rPr lang="en-US" sz="1428" err="1"/>
              <a:t>RegistrationID</a:t>
            </a:r>
            <a:r>
              <a:rPr lang="en-US" sz="1428"/>
              <a:t>: rai212</a:t>
            </a:r>
          </a:p>
          <a:p>
            <a:r>
              <a:rPr lang="en-US" sz="1428"/>
              <a:t>Secret: &lt;X.509 cert&gt;</a:t>
            </a:r>
          </a:p>
        </p:txBody>
      </p:sp>
      <p:sp>
        <p:nvSpPr>
          <p:cNvPr id="18" name="TextBox 17">
            <a:extLst>
              <a:ext uri="{FF2B5EF4-FFF2-40B4-BE49-F238E27FC236}">
                <a16:creationId xmlns:a16="http://schemas.microsoft.com/office/drawing/2014/main" id="{8F3A68AF-A44B-4B3A-88D4-68D5BB5B516F}"/>
              </a:ext>
            </a:extLst>
          </p:cNvPr>
          <p:cNvSpPr txBox="1"/>
          <p:nvPr/>
        </p:nvSpPr>
        <p:spPr>
          <a:xfrm>
            <a:off x="7016334" y="1447716"/>
            <a:ext cx="1030324" cy="670512"/>
          </a:xfrm>
          <a:prstGeom prst="rect">
            <a:avLst/>
          </a:prstGeom>
          <a:noFill/>
        </p:spPr>
        <p:txBody>
          <a:bodyPr wrap="none" rtlCol="0">
            <a:spAutoFit/>
          </a:bodyPr>
          <a:lstStyle/>
          <a:p>
            <a:r>
              <a:rPr lang="en-US" sz="3672"/>
              <a:t>DPS</a:t>
            </a:r>
          </a:p>
        </p:txBody>
      </p:sp>
      <p:sp>
        <p:nvSpPr>
          <p:cNvPr id="20" name="Rectangle 19">
            <a:extLst>
              <a:ext uri="{FF2B5EF4-FFF2-40B4-BE49-F238E27FC236}">
                <a16:creationId xmlns:a16="http://schemas.microsoft.com/office/drawing/2014/main" id="{4B793139-6726-4885-8768-FBA479118CD4}"/>
              </a:ext>
            </a:extLst>
          </p:cNvPr>
          <p:cNvSpPr/>
          <p:nvPr/>
        </p:nvSpPr>
        <p:spPr>
          <a:xfrm>
            <a:off x="8805633" y="3714185"/>
            <a:ext cx="2158760" cy="9326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a:t>DPS</a:t>
            </a:r>
          </a:p>
          <a:p>
            <a:r>
              <a:rPr lang="en-US" sz="1600"/>
              <a:t>ID scope: </a:t>
            </a:r>
            <a:r>
              <a:rPr lang="en-US" sz="1600" err="1"/>
              <a:t>xyz</a:t>
            </a:r>
            <a:endParaRPr lang="en-US" sz="1600"/>
          </a:p>
          <a:p>
            <a:r>
              <a:rPr lang="en-US" sz="1600"/>
              <a:t>Name: </a:t>
            </a:r>
            <a:r>
              <a:rPr lang="en-US" sz="1600" err="1"/>
              <a:t>contosoDPS</a:t>
            </a:r>
            <a:endParaRPr lang="en-US" sz="1600"/>
          </a:p>
        </p:txBody>
      </p:sp>
      <p:sp>
        <p:nvSpPr>
          <p:cNvPr id="21" name="Rectangle 20">
            <a:extLst>
              <a:ext uri="{FF2B5EF4-FFF2-40B4-BE49-F238E27FC236}">
                <a16:creationId xmlns:a16="http://schemas.microsoft.com/office/drawing/2014/main" id="{E5E682A5-219A-41FE-924A-BD1F6846883C}"/>
              </a:ext>
            </a:extLst>
          </p:cNvPr>
          <p:cNvSpPr/>
          <p:nvPr/>
        </p:nvSpPr>
        <p:spPr>
          <a:xfrm>
            <a:off x="8805632" y="5745598"/>
            <a:ext cx="2158762" cy="9326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dirty="0"/>
              <a:t>DPS</a:t>
            </a:r>
          </a:p>
          <a:p>
            <a:r>
              <a:rPr lang="en-US" sz="1600" dirty="0"/>
              <a:t>ID scope: </a:t>
            </a:r>
            <a:r>
              <a:rPr lang="en-US" sz="1600" dirty="0" err="1"/>
              <a:t>abc</a:t>
            </a:r>
            <a:endParaRPr lang="en-US" sz="1600" dirty="0"/>
          </a:p>
          <a:p>
            <a:r>
              <a:rPr lang="en-US" sz="1600" dirty="0"/>
              <a:t>Name: </a:t>
            </a:r>
            <a:r>
              <a:rPr lang="en-US" sz="1600" dirty="0" err="1"/>
              <a:t>relecloudDPS</a:t>
            </a:r>
            <a:r>
              <a:rPr lang="en-US" sz="1600" dirty="0"/>
              <a:t> </a:t>
            </a:r>
          </a:p>
        </p:txBody>
      </p:sp>
      <p:sp>
        <p:nvSpPr>
          <p:cNvPr id="24" name="Flowchart: Magnetic Disk 23">
            <a:extLst>
              <a:ext uri="{FF2B5EF4-FFF2-40B4-BE49-F238E27FC236}">
                <a16:creationId xmlns:a16="http://schemas.microsoft.com/office/drawing/2014/main" id="{AF29EB6C-859E-40E2-81B6-95B3EC2027D1}"/>
              </a:ext>
            </a:extLst>
          </p:cNvPr>
          <p:cNvSpPr/>
          <p:nvPr/>
        </p:nvSpPr>
        <p:spPr>
          <a:xfrm>
            <a:off x="5991554" y="4054832"/>
            <a:ext cx="2603279" cy="1759250"/>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836"/>
          </a:p>
        </p:txBody>
      </p:sp>
      <p:sp>
        <p:nvSpPr>
          <p:cNvPr id="25" name="TextBox 24">
            <a:extLst>
              <a:ext uri="{FF2B5EF4-FFF2-40B4-BE49-F238E27FC236}">
                <a16:creationId xmlns:a16="http://schemas.microsoft.com/office/drawing/2014/main" id="{3FB1DDD2-F052-4543-83A3-666EEE11E502}"/>
              </a:ext>
            </a:extLst>
          </p:cNvPr>
          <p:cNvSpPr txBox="1"/>
          <p:nvPr/>
        </p:nvSpPr>
        <p:spPr>
          <a:xfrm>
            <a:off x="6609636" y="4180487"/>
            <a:ext cx="1479924" cy="382308"/>
          </a:xfrm>
          <a:prstGeom prst="rect">
            <a:avLst/>
          </a:prstGeom>
          <a:noFill/>
        </p:spPr>
        <p:txBody>
          <a:bodyPr wrap="none" rtlCol="0">
            <a:spAutoFit/>
          </a:bodyPr>
          <a:lstStyle/>
          <a:p>
            <a:r>
              <a:rPr lang="en-US" sz="1836">
                <a:solidFill>
                  <a:schemeClr val="bg1"/>
                </a:solidFill>
              </a:rPr>
              <a:t>Mapping DB</a:t>
            </a:r>
          </a:p>
        </p:txBody>
      </p:sp>
      <p:sp>
        <p:nvSpPr>
          <p:cNvPr id="27" name="TextBox 26">
            <a:extLst>
              <a:ext uri="{FF2B5EF4-FFF2-40B4-BE49-F238E27FC236}">
                <a16:creationId xmlns:a16="http://schemas.microsoft.com/office/drawing/2014/main" id="{FA0921AF-BF7D-415E-9B11-134A79422154}"/>
              </a:ext>
            </a:extLst>
          </p:cNvPr>
          <p:cNvSpPr txBox="1"/>
          <p:nvPr/>
        </p:nvSpPr>
        <p:spPr>
          <a:xfrm>
            <a:off x="7101788" y="4928544"/>
            <a:ext cx="1555130" cy="382308"/>
          </a:xfrm>
          <a:prstGeom prst="rect">
            <a:avLst/>
          </a:prstGeom>
          <a:noFill/>
        </p:spPr>
        <p:txBody>
          <a:bodyPr wrap="none" rtlCol="0">
            <a:spAutoFit/>
          </a:bodyPr>
          <a:lstStyle/>
          <a:p>
            <a:r>
              <a:rPr lang="en-US" sz="1836">
                <a:solidFill>
                  <a:schemeClr val="bg1"/>
                </a:solidFill>
                <a:sym typeface="Wingdings" panose="05000000000000000000" pitchFamily="2" charset="2"/>
              </a:rPr>
              <a:t> DPS name</a:t>
            </a:r>
            <a:endParaRPr lang="en-US" sz="1836">
              <a:solidFill>
                <a:schemeClr val="bg1"/>
              </a:solidFill>
            </a:endParaRPr>
          </a:p>
        </p:txBody>
      </p:sp>
      <p:sp>
        <p:nvSpPr>
          <p:cNvPr id="28" name="Double Bracket 27">
            <a:extLst>
              <a:ext uri="{FF2B5EF4-FFF2-40B4-BE49-F238E27FC236}">
                <a16:creationId xmlns:a16="http://schemas.microsoft.com/office/drawing/2014/main" id="{28548ABE-253E-445D-AA1B-628207EE0F28}"/>
              </a:ext>
            </a:extLst>
          </p:cNvPr>
          <p:cNvSpPr/>
          <p:nvPr/>
        </p:nvSpPr>
        <p:spPr>
          <a:xfrm>
            <a:off x="6169185" y="4697291"/>
            <a:ext cx="932603" cy="839190"/>
          </a:xfrm>
          <a:prstGeom prst="bracketPair">
            <a:avLst/>
          </a:prstGeom>
          <a:noFill/>
          <a:ln w="2857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428">
                <a:solidFill>
                  <a:schemeClr val="bg1"/>
                </a:solidFill>
              </a:rPr>
              <a:t>ID scope</a:t>
            </a:r>
          </a:p>
          <a:p>
            <a:pPr algn="ctr"/>
            <a:r>
              <a:rPr lang="en-US" sz="1428">
                <a:solidFill>
                  <a:schemeClr val="bg1"/>
                </a:solidFill>
              </a:rPr>
              <a:t>+</a:t>
            </a:r>
          </a:p>
          <a:p>
            <a:pPr algn="ctr"/>
            <a:r>
              <a:rPr lang="en-US" sz="1428" err="1">
                <a:solidFill>
                  <a:schemeClr val="bg1"/>
                </a:solidFill>
              </a:rPr>
              <a:t>RegID</a:t>
            </a:r>
            <a:endParaRPr lang="en-US" sz="1428">
              <a:solidFill>
                <a:schemeClr val="bg1"/>
              </a:solidFill>
            </a:endParaRPr>
          </a:p>
        </p:txBody>
      </p:sp>
      <p:sp>
        <p:nvSpPr>
          <p:cNvPr id="35" name="Rectangle: Folded Corner 34">
            <a:extLst>
              <a:ext uri="{FF2B5EF4-FFF2-40B4-BE49-F238E27FC236}">
                <a16:creationId xmlns:a16="http://schemas.microsoft.com/office/drawing/2014/main" id="{8DBD8323-9672-40AF-A715-D87D343D1466}"/>
              </a:ext>
            </a:extLst>
          </p:cNvPr>
          <p:cNvSpPr/>
          <p:nvPr/>
        </p:nvSpPr>
        <p:spPr>
          <a:xfrm>
            <a:off x="3986495" y="5212381"/>
            <a:ext cx="1925491" cy="529508"/>
          </a:xfrm>
          <a:prstGeom prst="foldedCorner">
            <a:avLst/>
          </a:prstGeom>
        </p:spPr>
        <p:style>
          <a:lnRef idx="2">
            <a:schemeClr val="accent5">
              <a:shade val="50000"/>
            </a:schemeClr>
          </a:lnRef>
          <a:fillRef idx="1">
            <a:schemeClr val="accent5"/>
          </a:fillRef>
          <a:effectRef idx="0">
            <a:schemeClr val="accent5"/>
          </a:effectRef>
          <a:fontRef idx="minor">
            <a:schemeClr val="lt1"/>
          </a:fontRef>
        </p:style>
        <p:txBody>
          <a:bodyPr rtlCol="0" anchor="t"/>
          <a:lstStyle/>
          <a:p>
            <a:r>
              <a:rPr lang="en-US" sz="1428"/>
              <a:t>ID scope: </a:t>
            </a:r>
            <a:r>
              <a:rPr lang="en-US" sz="1428" err="1"/>
              <a:t>xyz</a:t>
            </a:r>
            <a:endParaRPr lang="en-US" sz="1428"/>
          </a:p>
          <a:p>
            <a:r>
              <a:rPr lang="en-US" sz="1428" err="1"/>
              <a:t>RegistrationID</a:t>
            </a:r>
            <a:r>
              <a:rPr lang="en-US" sz="1428"/>
              <a:t>: rai212</a:t>
            </a:r>
          </a:p>
        </p:txBody>
      </p:sp>
      <p:sp>
        <p:nvSpPr>
          <p:cNvPr id="36" name="Rectangle: Folded Corner 35">
            <a:extLst>
              <a:ext uri="{FF2B5EF4-FFF2-40B4-BE49-F238E27FC236}">
                <a16:creationId xmlns:a16="http://schemas.microsoft.com/office/drawing/2014/main" id="{B0B324D4-034A-43E4-B637-D121CCA18F19}"/>
              </a:ext>
            </a:extLst>
          </p:cNvPr>
          <p:cNvSpPr/>
          <p:nvPr/>
        </p:nvSpPr>
        <p:spPr>
          <a:xfrm>
            <a:off x="6420337" y="4067221"/>
            <a:ext cx="1925491" cy="529508"/>
          </a:xfrm>
          <a:prstGeom prst="foldedCorner">
            <a:avLst/>
          </a:prstGeom>
        </p:spPr>
        <p:style>
          <a:lnRef idx="2">
            <a:schemeClr val="accent5">
              <a:shade val="50000"/>
            </a:schemeClr>
          </a:lnRef>
          <a:fillRef idx="1">
            <a:schemeClr val="accent5"/>
          </a:fillRef>
          <a:effectRef idx="0">
            <a:schemeClr val="accent5"/>
          </a:effectRef>
          <a:fontRef idx="minor">
            <a:schemeClr val="lt1"/>
          </a:fontRef>
        </p:style>
        <p:txBody>
          <a:bodyPr rtlCol="0" anchor="t"/>
          <a:lstStyle/>
          <a:p>
            <a:r>
              <a:rPr lang="en-US" sz="1428"/>
              <a:t>DPS name: </a:t>
            </a:r>
            <a:r>
              <a:rPr lang="en-US" sz="1428" err="1"/>
              <a:t>contosoDPS</a:t>
            </a:r>
            <a:endParaRPr lang="en-US" sz="1428"/>
          </a:p>
        </p:txBody>
      </p:sp>
      <p:cxnSp>
        <p:nvCxnSpPr>
          <p:cNvPr id="38" name="Connector: Curved 37">
            <a:extLst>
              <a:ext uri="{FF2B5EF4-FFF2-40B4-BE49-F238E27FC236}">
                <a16:creationId xmlns:a16="http://schemas.microsoft.com/office/drawing/2014/main" id="{9383E111-BC66-4907-AB8D-C925EF218CE7}"/>
              </a:ext>
            </a:extLst>
          </p:cNvPr>
          <p:cNvCxnSpPr>
            <a:cxnSpLocks/>
            <a:stCxn id="13" idx="3"/>
            <a:endCxn id="20" idx="0"/>
          </p:cNvCxnSpPr>
          <p:nvPr/>
        </p:nvCxnSpPr>
        <p:spPr>
          <a:xfrm flipV="1">
            <a:off x="5172382" y="3714186"/>
            <a:ext cx="4712631" cy="1734580"/>
          </a:xfrm>
          <a:prstGeom prst="curvedConnector4">
            <a:avLst>
              <a:gd name="adj1" fmla="val 8634"/>
              <a:gd name="adj2" fmla="val 139073"/>
            </a:avLst>
          </a:prstGeom>
          <a:ln w="28575">
            <a:solidFill>
              <a:srgbClr val="1199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A45983D2-E8B6-40AD-BE5B-610B3AC1848D}"/>
              </a:ext>
            </a:extLst>
          </p:cNvPr>
          <p:cNvSpPr/>
          <p:nvPr/>
        </p:nvSpPr>
        <p:spPr>
          <a:xfrm>
            <a:off x="641816" y="5610423"/>
            <a:ext cx="1068787" cy="932603"/>
          </a:xfrm>
          <a:prstGeom prst="rect">
            <a:avLst/>
          </a:prstGeom>
          <a:solidFill>
            <a:srgbClr val="0072C6"/>
          </a:solidFill>
          <a:ln>
            <a:solidFill>
              <a:srgbClr val="0072C6"/>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836" dirty="0"/>
              <a:t>device2</a:t>
            </a:r>
          </a:p>
        </p:txBody>
      </p:sp>
      <p:cxnSp>
        <p:nvCxnSpPr>
          <p:cNvPr id="37" name="Straight Arrow Connector 36">
            <a:extLst>
              <a:ext uri="{FF2B5EF4-FFF2-40B4-BE49-F238E27FC236}">
                <a16:creationId xmlns:a16="http://schemas.microsoft.com/office/drawing/2014/main" id="{4EC4D8C1-15DC-463F-8DAC-7486DE7CBA5D}"/>
              </a:ext>
            </a:extLst>
          </p:cNvPr>
          <p:cNvCxnSpPr>
            <a:cxnSpLocks/>
            <a:stCxn id="31" idx="3"/>
          </p:cNvCxnSpPr>
          <p:nvPr/>
        </p:nvCxnSpPr>
        <p:spPr>
          <a:xfrm flipV="1">
            <a:off x="1710603" y="5438177"/>
            <a:ext cx="2991078" cy="638548"/>
          </a:xfrm>
          <a:prstGeom prst="straightConnector1">
            <a:avLst/>
          </a:prstGeom>
          <a:ln w="28575">
            <a:solidFill>
              <a:srgbClr val="1199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9" name="Rectangle: Folded Corner 38">
            <a:extLst>
              <a:ext uri="{FF2B5EF4-FFF2-40B4-BE49-F238E27FC236}">
                <a16:creationId xmlns:a16="http://schemas.microsoft.com/office/drawing/2014/main" id="{64CF9DFA-19D7-40B8-A57A-CA23EF99E918}"/>
              </a:ext>
            </a:extLst>
          </p:cNvPr>
          <p:cNvSpPr/>
          <p:nvPr/>
        </p:nvSpPr>
        <p:spPr>
          <a:xfrm>
            <a:off x="1994034" y="5481513"/>
            <a:ext cx="1925491" cy="821007"/>
          </a:xfrm>
          <a:prstGeom prst="foldedCorner">
            <a:avLst/>
          </a:prstGeom>
        </p:spPr>
        <p:style>
          <a:lnRef idx="2">
            <a:schemeClr val="accent5">
              <a:shade val="50000"/>
            </a:schemeClr>
          </a:lnRef>
          <a:fillRef idx="1">
            <a:schemeClr val="accent5"/>
          </a:fillRef>
          <a:effectRef idx="0">
            <a:schemeClr val="accent5"/>
          </a:effectRef>
          <a:fontRef idx="minor">
            <a:schemeClr val="lt1"/>
          </a:fontRef>
        </p:style>
        <p:txBody>
          <a:bodyPr rtlCol="0" anchor="t"/>
          <a:lstStyle/>
          <a:p>
            <a:r>
              <a:rPr lang="en-US" sz="1428"/>
              <a:t>ID scope: </a:t>
            </a:r>
            <a:r>
              <a:rPr lang="en-US" sz="1428" err="1"/>
              <a:t>abc</a:t>
            </a:r>
            <a:endParaRPr lang="en-US" sz="1428"/>
          </a:p>
          <a:p>
            <a:r>
              <a:rPr lang="en-US" sz="1428" err="1"/>
              <a:t>RegistrationID</a:t>
            </a:r>
            <a:r>
              <a:rPr lang="en-US" sz="1428"/>
              <a:t>: fkb674</a:t>
            </a:r>
          </a:p>
          <a:p>
            <a:r>
              <a:rPr lang="en-US" sz="1428"/>
              <a:t>Secret: &lt;X.509 cert&gt;</a:t>
            </a:r>
          </a:p>
        </p:txBody>
      </p:sp>
      <p:sp>
        <p:nvSpPr>
          <p:cNvPr id="40" name="Rectangle: Folded Corner 39">
            <a:extLst>
              <a:ext uri="{FF2B5EF4-FFF2-40B4-BE49-F238E27FC236}">
                <a16:creationId xmlns:a16="http://schemas.microsoft.com/office/drawing/2014/main" id="{5BE11215-FBF8-4CF5-8C4E-1B527F32147C}"/>
              </a:ext>
            </a:extLst>
          </p:cNvPr>
          <p:cNvSpPr/>
          <p:nvPr/>
        </p:nvSpPr>
        <p:spPr>
          <a:xfrm>
            <a:off x="3986495" y="5233336"/>
            <a:ext cx="1925491" cy="529508"/>
          </a:xfrm>
          <a:prstGeom prst="foldedCorner">
            <a:avLst/>
          </a:prstGeom>
        </p:spPr>
        <p:style>
          <a:lnRef idx="2">
            <a:schemeClr val="accent5">
              <a:shade val="50000"/>
            </a:schemeClr>
          </a:lnRef>
          <a:fillRef idx="1">
            <a:schemeClr val="accent5"/>
          </a:fillRef>
          <a:effectRef idx="0">
            <a:schemeClr val="accent5"/>
          </a:effectRef>
          <a:fontRef idx="minor">
            <a:schemeClr val="lt1"/>
          </a:fontRef>
        </p:style>
        <p:txBody>
          <a:bodyPr rtlCol="0" anchor="t"/>
          <a:lstStyle/>
          <a:p>
            <a:r>
              <a:rPr lang="en-US" sz="1428"/>
              <a:t>ID scope: </a:t>
            </a:r>
            <a:r>
              <a:rPr lang="en-US" sz="1428" err="1"/>
              <a:t>abc</a:t>
            </a:r>
            <a:endParaRPr lang="en-US" sz="1428"/>
          </a:p>
          <a:p>
            <a:r>
              <a:rPr lang="en-US" sz="1428" err="1"/>
              <a:t>RegistrationID</a:t>
            </a:r>
            <a:r>
              <a:rPr lang="en-US" sz="1428"/>
              <a:t>: fkb674</a:t>
            </a:r>
          </a:p>
        </p:txBody>
      </p:sp>
      <p:sp>
        <p:nvSpPr>
          <p:cNvPr id="41" name="Rectangle: Folded Corner 40">
            <a:extLst>
              <a:ext uri="{FF2B5EF4-FFF2-40B4-BE49-F238E27FC236}">
                <a16:creationId xmlns:a16="http://schemas.microsoft.com/office/drawing/2014/main" id="{64FCBC32-0738-4B01-8DF5-CA48D67DA16B}"/>
              </a:ext>
            </a:extLst>
          </p:cNvPr>
          <p:cNvSpPr/>
          <p:nvPr/>
        </p:nvSpPr>
        <p:spPr>
          <a:xfrm>
            <a:off x="6420337" y="4088176"/>
            <a:ext cx="2007684" cy="529508"/>
          </a:xfrm>
          <a:prstGeom prst="foldedCorner">
            <a:avLst/>
          </a:prstGeom>
        </p:spPr>
        <p:style>
          <a:lnRef idx="2">
            <a:schemeClr val="accent5">
              <a:shade val="50000"/>
            </a:schemeClr>
          </a:lnRef>
          <a:fillRef idx="1">
            <a:schemeClr val="accent5"/>
          </a:fillRef>
          <a:effectRef idx="0">
            <a:schemeClr val="accent5"/>
          </a:effectRef>
          <a:fontRef idx="minor">
            <a:schemeClr val="lt1"/>
          </a:fontRef>
        </p:style>
        <p:txBody>
          <a:bodyPr rtlCol="0" anchor="t"/>
          <a:lstStyle/>
          <a:p>
            <a:r>
              <a:rPr lang="en-US" sz="1428"/>
              <a:t>DPS name: </a:t>
            </a:r>
            <a:r>
              <a:rPr lang="en-US" sz="1428" err="1"/>
              <a:t>relecloudDPS</a:t>
            </a:r>
            <a:endParaRPr lang="en-US" sz="1428"/>
          </a:p>
        </p:txBody>
      </p:sp>
      <p:cxnSp>
        <p:nvCxnSpPr>
          <p:cNvPr id="42" name="Connector: Curved 41">
            <a:extLst>
              <a:ext uri="{FF2B5EF4-FFF2-40B4-BE49-F238E27FC236}">
                <a16:creationId xmlns:a16="http://schemas.microsoft.com/office/drawing/2014/main" id="{85C029F5-DA44-4D23-A6A6-145220927F31}"/>
              </a:ext>
            </a:extLst>
          </p:cNvPr>
          <p:cNvCxnSpPr>
            <a:cxnSpLocks/>
            <a:endCxn id="21" idx="1"/>
          </p:cNvCxnSpPr>
          <p:nvPr/>
        </p:nvCxnSpPr>
        <p:spPr>
          <a:xfrm>
            <a:off x="5172383" y="5469721"/>
            <a:ext cx="3633250" cy="742178"/>
          </a:xfrm>
          <a:prstGeom prst="curvedConnector3">
            <a:avLst>
              <a:gd name="adj1" fmla="val 19383"/>
            </a:avLst>
          </a:prstGeom>
          <a:ln w="28575">
            <a:solidFill>
              <a:srgbClr val="1199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3" name="chip" descr="Technology&#10;">
            <a:extLst>
              <a:ext uri="{FF2B5EF4-FFF2-40B4-BE49-F238E27FC236}">
                <a16:creationId xmlns:a16="http://schemas.microsoft.com/office/drawing/2014/main" id="{2A5C6F58-4864-41AF-8949-6ED302BFD96E}"/>
              </a:ext>
            </a:extLst>
          </p:cNvPr>
          <p:cNvSpPr>
            <a:spLocks noChangeAspect="1" noEditPoints="1"/>
          </p:cNvSpPr>
          <p:nvPr/>
        </p:nvSpPr>
        <p:spPr bwMode="auto">
          <a:xfrm>
            <a:off x="968202" y="4692278"/>
            <a:ext cx="416013" cy="424608"/>
          </a:xfrm>
          <a:custGeom>
            <a:avLst/>
            <a:gdLst>
              <a:gd name="T0" fmla="*/ 267 w 334"/>
              <a:gd name="T1" fmla="*/ 298 h 341"/>
              <a:gd name="T2" fmla="*/ 60 w 334"/>
              <a:gd name="T3" fmla="*/ 298 h 341"/>
              <a:gd name="T4" fmla="*/ 36 w 334"/>
              <a:gd name="T5" fmla="*/ 273 h 341"/>
              <a:gd name="T6" fmla="*/ 36 w 334"/>
              <a:gd name="T7" fmla="*/ 61 h 341"/>
              <a:gd name="T8" fmla="*/ 60 w 334"/>
              <a:gd name="T9" fmla="*/ 36 h 341"/>
              <a:gd name="T10" fmla="*/ 267 w 334"/>
              <a:gd name="T11" fmla="*/ 36 h 341"/>
              <a:gd name="T12" fmla="*/ 291 w 334"/>
              <a:gd name="T13" fmla="*/ 61 h 341"/>
              <a:gd name="T14" fmla="*/ 291 w 334"/>
              <a:gd name="T15" fmla="*/ 273 h 341"/>
              <a:gd name="T16" fmla="*/ 267 w 334"/>
              <a:gd name="T17" fmla="*/ 298 h 341"/>
              <a:gd name="T18" fmla="*/ 78 w 334"/>
              <a:gd name="T19" fmla="*/ 36 h 341"/>
              <a:gd name="T20" fmla="*/ 78 w 334"/>
              <a:gd name="T21" fmla="*/ 0 h 341"/>
              <a:gd name="T22" fmla="*/ 121 w 334"/>
              <a:gd name="T23" fmla="*/ 36 h 341"/>
              <a:gd name="T24" fmla="*/ 121 w 334"/>
              <a:gd name="T25" fmla="*/ 0 h 341"/>
              <a:gd name="T26" fmla="*/ 163 w 334"/>
              <a:gd name="T27" fmla="*/ 0 h 341"/>
              <a:gd name="T28" fmla="*/ 163 w 334"/>
              <a:gd name="T29" fmla="*/ 36 h 341"/>
              <a:gd name="T30" fmla="*/ 206 w 334"/>
              <a:gd name="T31" fmla="*/ 0 h 341"/>
              <a:gd name="T32" fmla="*/ 206 w 334"/>
              <a:gd name="T33" fmla="*/ 36 h 341"/>
              <a:gd name="T34" fmla="*/ 256 w 334"/>
              <a:gd name="T35" fmla="*/ 0 h 341"/>
              <a:gd name="T36" fmla="*/ 256 w 334"/>
              <a:gd name="T37" fmla="*/ 36 h 341"/>
              <a:gd name="T38" fmla="*/ 334 w 334"/>
              <a:gd name="T39" fmla="*/ 78 h 341"/>
              <a:gd name="T40" fmla="*/ 291 w 334"/>
              <a:gd name="T41" fmla="*/ 78 h 341"/>
              <a:gd name="T42" fmla="*/ 334 w 334"/>
              <a:gd name="T43" fmla="*/ 121 h 341"/>
              <a:gd name="T44" fmla="*/ 291 w 334"/>
              <a:gd name="T45" fmla="*/ 121 h 341"/>
              <a:gd name="T46" fmla="*/ 334 w 334"/>
              <a:gd name="T47" fmla="*/ 163 h 341"/>
              <a:gd name="T48" fmla="*/ 291 w 334"/>
              <a:gd name="T49" fmla="*/ 163 h 341"/>
              <a:gd name="T50" fmla="*/ 334 w 334"/>
              <a:gd name="T51" fmla="*/ 213 h 341"/>
              <a:gd name="T52" fmla="*/ 291 w 334"/>
              <a:gd name="T53" fmla="*/ 213 h 341"/>
              <a:gd name="T54" fmla="*/ 334 w 334"/>
              <a:gd name="T55" fmla="*/ 256 h 341"/>
              <a:gd name="T56" fmla="*/ 291 w 334"/>
              <a:gd name="T57" fmla="*/ 256 h 341"/>
              <a:gd name="T58" fmla="*/ 36 w 334"/>
              <a:gd name="T59" fmla="*/ 78 h 341"/>
              <a:gd name="T60" fmla="*/ 0 w 334"/>
              <a:gd name="T61" fmla="*/ 78 h 341"/>
              <a:gd name="T62" fmla="*/ 36 w 334"/>
              <a:gd name="T63" fmla="*/ 121 h 341"/>
              <a:gd name="T64" fmla="*/ 0 w 334"/>
              <a:gd name="T65" fmla="*/ 121 h 341"/>
              <a:gd name="T66" fmla="*/ 36 w 334"/>
              <a:gd name="T67" fmla="*/ 163 h 341"/>
              <a:gd name="T68" fmla="*/ 0 w 334"/>
              <a:gd name="T69" fmla="*/ 163 h 341"/>
              <a:gd name="T70" fmla="*/ 36 w 334"/>
              <a:gd name="T71" fmla="*/ 213 h 341"/>
              <a:gd name="T72" fmla="*/ 0 w 334"/>
              <a:gd name="T73" fmla="*/ 213 h 341"/>
              <a:gd name="T74" fmla="*/ 36 w 334"/>
              <a:gd name="T75" fmla="*/ 256 h 341"/>
              <a:gd name="T76" fmla="*/ 0 w 334"/>
              <a:gd name="T77" fmla="*/ 256 h 341"/>
              <a:gd name="T78" fmla="*/ 78 w 334"/>
              <a:gd name="T79" fmla="*/ 298 h 341"/>
              <a:gd name="T80" fmla="*/ 78 w 334"/>
              <a:gd name="T81" fmla="*/ 341 h 341"/>
              <a:gd name="T82" fmla="*/ 121 w 334"/>
              <a:gd name="T83" fmla="*/ 298 h 341"/>
              <a:gd name="T84" fmla="*/ 121 w 334"/>
              <a:gd name="T85" fmla="*/ 341 h 341"/>
              <a:gd name="T86" fmla="*/ 163 w 334"/>
              <a:gd name="T87" fmla="*/ 341 h 341"/>
              <a:gd name="T88" fmla="*/ 163 w 334"/>
              <a:gd name="T89" fmla="*/ 298 h 341"/>
              <a:gd name="T90" fmla="*/ 206 w 334"/>
              <a:gd name="T91" fmla="*/ 298 h 341"/>
              <a:gd name="T92" fmla="*/ 206 w 334"/>
              <a:gd name="T93" fmla="*/ 341 h 341"/>
              <a:gd name="T94" fmla="*/ 256 w 334"/>
              <a:gd name="T95" fmla="*/ 298 h 341"/>
              <a:gd name="T96" fmla="*/ 256 w 334"/>
              <a:gd name="T97" fmla="*/ 341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34" h="341">
                <a:moveTo>
                  <a:pt x="267" y="298"/>
                </a:moveTo>
                <a:cubicBezTo>
                  <a:pt x="60" y="298"/>
                  <a:pt x="60" y="298"/>
                  <a:pt x="60" y="298"/>
                </a:cubicBezTo>
                <a:cubicBezTo>
                  <a:pt x="48" y="298"/>
                  <a:pt x="36" y="286"/>
                  <a:pt x="36" y="273"/>
                </a:cubicBezTo>
                <a:cubicBezTo>
                  <a:pt x="36" y="61"/>
                  <a:pt x="36" y="61"/>
                  <a:pt x="36" y="61"/>
                </a:cubicBezTo>
                <a:cubicBezTo>
                  <a:pt x="36" y="45"/>
                  <a:pt x="48" y="36"/>
                  <a:pt x="60" y="36"/>
                </a:cubicBezTo>
                <a:cubicBezTo>
                  <a:pt x="267" y="36"/>
                  <a:pt x="267" y="36"/>
                  <a:pt x="267" y="36"/>
                </a:cubicBezTo>
                <a:cubicBezTo>
                  <a:pt x="282" y="36"/>
                  <a:pt x="291" y="45"/>
                  <a:pt x="291" y="61"/>
                </a:cubicBezTo>
                <a:cubicBezTo>
                  <a:pt x="291" y="273"/>
                  <a:pt x="291" y="273"/>
                  <a:pt x="291" y="273"/>
                </a:cubicBezTo>
                <a:cubicBezTo>
                  <a:pt x="291" y="286"/>
                  <a:pt x="282" y="298"/>
                  <a:pt x="267" y="298"/>
                </a:cubicBezTo>
                <a:close/>
                <a:moveTo>
                  <a:pt x="78" y="36"/>
                </a:moveTo>
                <a:cubicBezTo>
                  <a:pt x="78" y="0"/>
                  <a:pt x="78" y="0"/>
                  <a:pt x="78" y="0"/>
                </a:cubicBezTo>
                <a:moveTo>
                  <a:pt x="121" y="36"/>
                </a:moveTo>
                <a:cubicBezTo>
                  <a:pt x="121" y="0"/>
                  <a:pt x="121" y="0"/>
                  <a:pt x="121" y="0"/>
                </a:cubicBezTo>
                <a:moveTo>
                  <a:pt x="163" y="0"/>
                </a:moveTo>
                <a:cubicBezTo>
                  <a:pt x="163" y="36"/>
                  <a:pt x="163" y="36"/>
                  <a:pt x="163" y="36"/>
                </a:cubicBezTo>
                <a:moveTo>
                  <a:pt x="206" y="0"/>
                </a:moveTo>
                <a:cubicBezTo>
                  <a:pt x="206" y="36"/>
                  <a:pt x="206" y="36"/>
                  <a:pt x="206" y="36"/>
                </a:cubicBezTo>
                <a:moveTo>
                  <a:pt x="256" y="0"/>
                </a:moveTo>
                <a:cubicBezTo>
                  <a:pt x="256" y="36"/>
                  <a:pt x="256" y="36"/>
                  <a:pt x="256" y="36"/>
                </a:cubicBezTo>
                <a:moveTo>
                  <a:pt x="334" y="78"/>
                </a:moveTo>
                <a:cubicBezTo>
                  <a:pt x="291" y="78"/>
                  <a:pt x="291" y="78"/>
                  <a:pt x="291" y="78"/>
                </a:cubicBezTo>
                <a:moveTo>
                  <a:pt x="334" y="121"/>
                </a:moveTo>
                <a:cubicBezTo>
                  <a:pt x="291" y="121"/>
                  <a:pt x="291" y="121"/>
                  <a:pt x="291" y="121"/>
                </a:cubicBezTo>
                <a:moveTo>
                  <a:pt x="334" y="163"/>
                </a:moveTo>
                <a:cubicBezTo>
                  <a:pt x="291" y="163"/>
                  <a:pt x="291" y="163"/>
                  <a:pt x="291" y="163"/>
                </a:cubicBezTo>
                <a:moveTo>
                  <a:pt x="334" y="213"/>
                </a:moveTo>
                <a:cubicBezTo>
                  <a:pt x="291" y="213"/>
                  <a:pt x="291" y="213"/>
                  <a:pt x="291" y="213"/>
                </a:cubicBezTo>
                <a:moveTo>
                  <a:pt x="334" y="256"/>
                </a:moveTo>
                <a:cubicBezTo>
                  <a:pt x="291" y="256"/>
                  <a:pt x="291" y="256"/>
                  <a:pt x="291" y="256"/>
                </a:cubicBezTo>
                <a:moveTo>
                  <a:pt x="36" y="78"/>
                </a:moveTo>
                <a:cubicBezTo>
                  <a:pt x="0" y="78"/>
                  <a:pt x="0" y="78"/>
                  <a:pt x="0" y="78"/>
                </a:cubicBezTo>
                <a:moveTo>
                  <a:pt x="36" y="121"/>
                </a:moveTo>
                <a:cubicBezTo>
                  <a:pt x="0" y="121"/>
                  <a:pt x="0" y="121"/>
                  <a:pt x="0" y="121"/>
                </a:cubicBezTo>
                <a:moveTo>
                  <a:pt x="36" y="163"/>
                </a:moveTo>
                <a:cubicBezTo>
                  <a:pt x="0" y="163"/>
                  <a:pt x="0" y="163"/>
                  <a:pt x="0" y="163"/>
                </a:cubicBezTo>
                <a:moveTo>
                  <a:pt x="36" y="213"/>
                </a:moveTo>
                <a:cubicBezTo>
                  <a:pt x="0" y="213"/>
                  <a:pt x="0" y="213"/>
                  <a:pt x="0" y="213"/>
                </a:cubicBezTo>
                <a:moveTo>
                  <a:pt x="36" y="256"/>
                </a:moveTo>
                <a:cubicBezTo>
                  <a:pt x="0" y="256"/>
                  <a:pt x="0" y="256"/>
                  <a:pt x="0" y="256"/>
                </a:cubicBezTo>
                <a:moveTo>
                  <a:pt x="78" y="298"/>
                </a:moveTo>
                <a:cubicBezTo>
                  <a:pt x="78" y="341"/>
                  <a:pt x="78" y="341"/>
                  <a:pt x="78" y="341"/>
                </a:cubicBezTo>
                <a:moveTo>
                  <a:pt x="121" y="298"/>
                </a:moveTo>
                <a:cubicBezTo>
                  <a:pt x="121" y="341"/>
                  <a:pt x="121" y="341"/>
                  <a:pt x="121" y="341"/>
                </a:cubicBezTo>
                <a:moveTo>
                  <a:pt x="163" y="341"/>
                </a:moveTo>
                <a:cubicBezTo>
                  <a:pt x="163" y="298"/>
                  <a:pt x="163" y="298"/>
                  <a:pt x="163" y="298"/>
                </a:cubicBezTo>
                <a:moveTo>
                  <a:pt x="206" y="298"/>
                </a:moveTo>
                <a:cubicBezTo>
                  <a:pt x="206" y="341"/>
                  <a:pt x="206" y="341"/>
                  <a:pt x="206" y="341"/>
                </a:cubicBezTo>
                <a:moveTo>
                  <a:pt x="256" y="298"/>
                </a:moveTo>
                <a:cubicBezTo>
                  <a:pt x="256" y="341"/>
                  <a:pt x="256" y="341"/>
                  <a:pt x="256" y="341"/>
                </a:cubicBezTo>
              </a:path>
            </a:pathLst>
          </a:custGeom>
          <a:noFill/>
          <a:ln w="1905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gradFill>
                <a:gsLst>
                  <a:gs pos="0">
                    <a:srgbClr val="505050"/>
                  </a:gs>
                  <a:gs pos="100000">
                    <a:srgbClr val="505050"/>
                  </a:gs>
                </a:gsLst>
              </a:gradFill>
            </a:endParaRPr>
          </a:p>
        </p:txBody>
      </p:sp>
      <p:sp>
        <p:nvSpPr>
          <p:cNvPr id="44" name="chip" descr="Technology&#10;">
            <a:extLst>
              <a:ext uri="{FF2B5EF4-FFF2-40B4-BE49-F238E27FC236}">
                <a16:creationId xmlns:a16="http://schemas.microsoft.com/office/drawing/2014/main" id="{D8C15190-19B0-4667-9706-E77B6D23EB9C}"/>
              </a:ext>
            </a:extLst>
          </p:cNvPr>
          <p:cNvSpPr>
            <a:spLocks noChangeAspect="1" noEditPoints="1"/>
          </p:cNvSpPr>
          <p:nvPr/>
        </p:nvSpPr>
        <p:spPr bwMode="auto">
          <a:xfrm>
            <a:off x="968202" y="6076724"/>
            <a:ext cx="416013" cy="424608"/>
          </a:xfrm>
          <a:custGeom>
            <a:avLst/>
            <a:gdLst>
              <a:gd name="T0" fmla="*/ 267 w 334"/>
              <a:gd name="T1" fmla="*/ 298 h 341"/>
              <a:gd name="T2" fmla="*/ 60 w 334"/>
              <a:gd name="T3" fmla="*/ 298 h 341"/>
              <a:gd name="T4" fmla="*/ 36 w 334"/>
              <a:gd name="T5" fmla="*/ 273 h 341"/>
              <a:gd name="T6" fmla="*/ 36 w 334"/>
              <a:gd name="T7" fmla="*/ 61 h 341"/>
              <a:gd name="T8" fmla="*/ 60 w 334"/>
              <a:gd name="T9" fmla="*/ 36 h 341"/>
              <a:gd name="T10" fmla="*/ 267 w 334"/>
              <a:gd name="T11" fmla="*/ 36 h 341"/>
              <a:gd name="T12" fmla="*/ 291 w 334"/>
              <a:gd name="T13" fmla="*/ 61 h 341"/>
              <a:gd name="T14" fmla="*/ 291 w 334"/>
              <a:gd name="T15" fmla="*/ 273 h 341"/>
              <a:gd name="T16" fmla="*/ 267 w 334"/>
              <a:gd name="T17" fmla="*/ 298 h 341"/>
              <a:gd name="T18" fmla="*/ 78 w 334"/>
              <a:gd name="T19" fmla="*/ 36 h 341"/>
              <a:gd name="T20" fmla="*/ 78 w 334"/>
              <a:gd name="T21" fmla="*/ 0 h 341"/>
              <a:gd name="T22" fmla="*/ 121 w 334"/>
              <a:gd name="T23" fmla="*/ 36 h 341"/>
              <a:gd name="T24" fmla="*/ 121 w 334"/>
              <a:gd name="T25" fmla="*/ 0 h 341"/>
              <a:gd name="T26" fmla="*/ 163 w 334"/>
              <a:gd name="T27" fmla="*/ 0 h 341"/>
              <a:gd name="T28" fmla="*/ 163 w 334"/>
              <a:gd name="T29" fmla="*/ 36 h 341"/>
              <a:gd name="T30" fmla="*/ 206 w 334"/>
              <a:gd name="T31" fmla="*/ 0 h 341"/>
              <a:gd name="T32" fmla="*/ 206 w 334"/>
              <a:gd name="T33" fmla="*/ 36 h 341"/>
              <a:gd name="T34" fmla="*/ 256 w 334"/>
              <a:gd name="T35" fmla="*/ 0 h 341"/>
              <a:gd name="T36" fmla="*/ 256 w 334"/>
              <a:gd name="T37" fmla="*/ 36 h 341"/>
              <a:gd name="T38" fmla="*/ 334 w 334"/>
              <a:gd name="T39" fmla="*/ 78 h 341"/>
              <a:gd name="T40" fmla="*/ 291 w 334"/>
              <a:gd name="T41" fmla="*/ 78 h 341"/>
              <a:gd name="T42" fmla="*/ 334 w 334"/>
              <a:gd name="T43" fmla="*/ 121 h 341"/>
              <a:gd name="T44" fmla="*/ 291 w 334"/>
              <a:gd name="T45" fmla="*/ 121 h 341"/>
              <a:gd name="T46" fmla="*/ 334 w 334"/>
              <a:gd name="T47" fmla="*/ 163 h 341"/>
              <a:gd name="T48" fmla="*/ 291 w 334"/>
              <a:gd name="T49" fmla="*/ 163 h 341"/>
              <a:gd name="T50" fmla="*/ 334 w 334"/>
              <a:gd name="T51" fmla="*/ 213 h 341"/>
              <a:gd name="T52" fmla="*/ 291 w 334"/>
              <a:gd name="T53" fmla="*/ 213 h 341"/>
              <a:gd name="T54" fmla="*/ 334 w 334"/>
              <a:gd name="T55" fmla="*/ 256 h 341"/>
              <a:gd name="T56" fmla="*/ 291 w 334"/>
              <a:gd name="T57" fmla="*/ 256 h 341"/>
              <a:gd name="T58" fmla="*/ 36 w 334"/>
              <a:gd name="T59" fmla="*/ 78 h 341"/>
              <a:gd name="T60" fmla="*/ 0 w 334"/>
              <a:gd name="T61" fmla="*/ 78 h 341"/>
              <a:gd name="T62" fmla="*/ 36 w 334"/>
              <a:gd name="T63" fmla="*/ 121 h 341"/>
              <a:gd name="T64" fmla="*/ 0 w 334"/>
              <a:gd name="T65" fmla="*/ 121 h 341"/>
              <a:gd name="T66" fmla="*/ 36 w 334"/>
              <a:gd name="T67" fmla="*/ 163 h 341"/>
              <a:gd name="T68" fmla="*/ 0 w 334"/>
              <a:gd name="T69" fmla="*/ 163 h 341"/>
              <a:gd name="T70" fmla="*/ 36 w 334"/>
              <a:gd name="T71" fmla="*/ 213 h 341"/>
              <a:gd name="T72" fmla="*/ 0 w 334"/>
              <a:gd name="T73" fmla="*/ 213 h 341"/>
              <a:gd name="T74" fmla="*/ 36 w 334"/>
              <a:gd name="T75" fmla="*/ 256 h 341"/>
              <a:gd name="T76" fmla="*/ 0 w 334"/>
              <a:gd name="T77" fmla="*/ 256 h 341"/>
              <a:gd name="T78" fmla="*/ 78 w 334"/>
              <a:gd name="T79" fmla="*/ 298 h 341"/>
              <a:gd name="T80" fmla="*/ 78 w 334"/>
              <a:gd name="T81" fmla="*/ 341 h 341"/>
              <a:gd name="T82" fmla="*/ 121 w 334"/>
              <a:gd name="T83" fmla="*/ 298 h 341"/>
              <a:gd name="T84" fmla="*/ 121 w 334"/>
              <a:gd name="T85" fmla="*/ 341 h 341"/>
              <a:gd name="T86" fmla="*/ 163 w 334"/>
              <a:gd name="T87" fmla="*/ 341 h 341"/>
              <a:gd name="T88" fmla="*/ 163 w 334"/>
              <a:gd name="T89" fmla="*/ 298 h 341"/>
              <a:gd name="T90" fmla="*/ 206 w 334"/>
              <a:gd name="T91" fmla="*/ 298 h 341"/>
              <a:gd name="T92" fmla="*/ 206 w 334"/>
              <a:gd name="T93" fmla="*/ 341 h 341"/>
              <a:gd name="T94" fmla="*/ 256 w 334"/>
              <a:gd name="T95" fmla="*/ 298 h 341"/>
              <a:gd name="T96" fmla="*/ 256 w 334"/>
              <a:gd name="T97" fmla="*/ 341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34" h="341">
                <a:moveTo>
                  <a:pt x="267" y="298"/>
                </a:moveTo>
                <a:cubicBezTo>
                  <a:pt x="60" y="298"/>
                  <a:pt x="60" y="298"/>
                  <a:pt x="60" y="298"/>
                </a:cubicBezTo>
                <a:cubicBezTo>
                  <a:pt x="48" y="298"/>
                  <a:pt x="36" y="286"/>
                  <a:pt x="36" y="273"/>
                </a:cubicBezTo>
                <a:cubicBezTo>
                  <a:pt x="36" y="61"/>
                  <a:pt x="36" y="61"/>
                  <a:pt x="36" y="61"/>
                </a:cubicBezTo>
                <a:cubicBezTo>
                  <a:pt x="36" y="45"/>
                  <a:pt x="48" y="36"/>
                  <a:pt x="60" y="36"/>
                </a:cubicBezTo>
                <a:cubicBezTo>
                  <a:pt x="267" y="36"/>
                  <a:pt x="267" y="36"/>
                  <a:pt x="267" y="36"/>
                </a:cubicBezTo>
                <a:cubicBezTo>
                  <a:pt x="282" y="36"/>
                  <a:pt x="291" y="45"/>
                  <a:pt x="291" y="61"/>
                </a:cubicBezTo>
                <a:cubicBezTo>
                  <a:pt x="291" y="273"/>
                  <a:pt x="291" y="273"/>
                  <a:pt x="291" y="273"/>
                </a:cubicBezTo>
                <a:cubicBezTo>
                  <a:pt x="291" y="286"/>
                  <a:pt x="282" y="298"/>
                  <a:pt x="267" y="298"/>
                </a:cubicBezTo>
                <a:close/>
                <a:moveTo>
                  <a:pt x="78" y="36"/>
                </a:moveTo>
                <a:cubicBezTo>
                  <a:pt x="78" y="0"/>
                  <a:pt x="78" y="0"/>
                  <a:pt x="78" y="0"/>
                </a:cubicBezTo>
                <a:moveTo>
                  <a:pt x="121" y="36"/>
                </a:moveTo>
                <a:cubicBezTo>
                  <a:pt x="121" y="0"/>
                  <a:pt x="121" y="0"/>
                  <a:pt x="121" y="0"/>
                </a:cubicBezTo>
                <a:moveTo>
                  <a:pt x="163" y="0"/>
                </a:moveTo>
                <a:cubicBezTo>
                  <a:pt x="163" y="36"/>
                  <a:pt x="163" y="36"/>
                  <a:pt x="163" y="36"/>
                </a:cubicBezTo>
                <a:moveTo>
                  <a:pt x="206" y="0"/>
                </a:moveTo>
                <a:cubicBezTo>
                  <a:pt x="206" y="36"/>
                  <a:pt x="206" y="36"/>
                  <a:pt x="206" y="36"/>
                </a:cubicBezTo>
                <a:moveTo>
                  <a:pt x="256" y="0"/>
                </a:moveTo>
                <a:cubicBezTo>
                  <a:pt x="256" y="36"/>
                  <a:pt x="256" y="36"/>
                  <a:pt x="256" y="36"/>
                </a:cubicBezTo>
                <a:moveTo>
                  <a:pt x="334" y="78"/>
                </a:moveTo>
                <a:cubicBezTo>
                  <a:pt x="291" y="78"/>
                  <a:pt x="291" y="78"/>
                  <a:pt x="291" y="78"/>
                </a:cubicBezTo>
                <a:moveTo>
                  <a:pt x="334" y="121"/>
                </a:moveTo>
                <a:cubicBezTo>
                  <a:pt x="291" y="121"/>
                  <a:pt x="291" y="121"/>
                  <a:pt x="291" y="121"/>
                </a:cubicBezTo>
                <a:moveTo>
                  <a:pt x="334" y="163"/>
                </a:moveTo>
                <a:cubicBezTo>
                  <a:pt x="291" y="163"/>
                  <a:pt x="291" y="163"/>
                  <a:pt x="291" y="163"/>
                </a:cubicBezTo>
                <a:moveTo>
                  <a:pt x="334" y="213"/>
                </a:moveTo>
                <a:cubicBezTo>
                  <a:pt x="291" y="213"/>
                  <a:pt x="291" y="213"/>
                  <a:pt x="291" y="213"/>
                </a:cubicBezTo>
                <a:moveTo>
                  <a:pt x="334" y="256"/>
                </a:moveTo>
                <a:cubicBezTo>
                  <a:pt x="291" y="256"/>
                  <a:pt x="291" y="256"/>
                  <a:pt x="291" y="256"/>
                </a:cubicBezTo>
                <a:moveTo>
                  <a:pt x="36" y="78"/>
                </a:moveTo>
                <a:cubicBezTo>
                  <a:pt x="0" y="78"/>
                  <a:pt x="0" y="78"/>
                  <a:pt x="0" y="78"/>
                </a:cubicBezTo>
                <a:moveTo>
                  <a:pt x="36" y="121"/>
                </a:moveTo>
                <a:cubicBezTo>
                  <a:pt x="0" y="121"/>
                  <a:pt x="0" y="121"/>
                  <a:pt x="0" y="121"/>
                </a:cubicBezTo>
                <a:moveTo>
                  <a:pt x="36" y="163"/>
                </a:moveTo>
                <a:cubicBezTo>
                  <a:pt x="0" y="163"/>
                  <a:pt x="0" y="163"/>
                  <a:pt x="0" y="163"/>
                </a:cubicBezTo>
                <a:moveTo>
                  <a:pt x="36" y="213"/>
                </a:moveTo>
                <a:cubicBezTo>
                  <a:pt x="0" y="213"/>
                  <a:pt x="0" y="213"/>
                  <a:pt x="0" y="213"/>
                </a:cubicBezTo>
                <a:moveTo>
                  <a:pt x="36" y="256"/>
                </a:moveTo>
                <a:cubicBezTo>
                  <a:pt x="0" y="256"/>
                  <a:pt x="0" y="256"/>
                  <a:pt x="0" y="256"/>
                </a:cubicBezTo>
                <a:moveTo>
                  <a:pt x="78" y="298"/>
                </a:moveTo>
                <a:cubicBezTo>
                  <a:pt x="78" y="341"/>
                  <a:pt x="78" y="341"/>
                  <a:pt x="78" y="341"/>
                </a:cubicBezTo>
                <a:moveTo>
                  <a:pt x="121" y="298"/>
                </a:moveTo>
                <a:cubicBezTo>
                  <a:pt x="121" y="341"/>
                  <a:pt x="121" y="341"/>
                  <a:pt x="121" y="341"/>
                </a:cubicBezTo>
                <a:moveTo>
                  <a:pt x="163" y="341"/>
                </a:moveTo>
                <a:cubicBezTo>
                  <a:pt x="163" y="298"/>
                  <a:pt x="163" y="298"/>
                  <a:pt x="163" y="298"/>
                </a:cubicBezTo>
                <a:moveTo>
                  <a:pt x="206" y="298"/>
                </a:moveTo>
                <a:cubicBezTo>
                  <a:pt x="206" y="341"/>
                  <a:pt x="206" y="341"/>
                  <a:pt x="206" y="341"/>
                </a:cubicBezTo>
                <a:moveTo>
                  <a:pt x="256" y="298"/>
                </a:moveTo>
                <a:cubicBezTo>
                  <a:pt x="256" y="341"/>
                  <a:pt x="256" y="341"/>
                  <a:pt x="256" y="341"/>
                </a:cubicBezTo>
              </a:path>
            </a:pathLst>
          </a:custGeom>
          <a:noFill/>
          <a:ln w="1905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gradFill>
                <a:gsLst>
                  <a:gs pos="0">
                    <a:srgbClr val="505050"/>
                  </a:gs>
                  <a:gs pos="100000">
                    <a:srgbClr val="505050"/>
                  </a:gs>
                </a:gsLst>
              </a:gradFill>
            </a:endParaRPr>
          </a:p>
        </p:txBody>
      </p:sp>
    </p:spTree>
    <p:extLst>
      <p:ext uri="{BB962C8B-B14F-4D97-AF65-F5344CB8AC3E}">
        <p14:creationId xmlns:p14="http://schemas.microsoft.com/office/powerpoint/2010/main" val="323105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0" presetClass="path" presetSubtype="0" accel="50000" decel="50000" fill="hold" grpId="1" nodeType="withEffect">
                                  <p:stCondLst>
                                    <p:cond delay="250"/>
                                  </p:stCondLst>
                                  <p:childTnLst>
                                    <p:animMotion origin="layout" path="M 3.33333E-6 -3.7037E-7 L 3.33333E-6 0.00023 C 0.00052 -0.00532 0.00091 -0.00995 0.00169 -0.01435 C 0.00169 -0.01667 0.00208 -0.01875 0.00247 -0.02083 C 0.00286 -0.02245 0.00364 -0.02431 0.00403 -0.02662 C 0.00638 -0.03542 0.00325 -0.02685 0.00664 -0.03588 C 0.00703 -0.03773 0.00729 -0.04005 0.00768 -0.04213 C 0.00859 -0.04884 0.01041 -0.05764 0.01198 -0.06366 C 0.0125 -0.06574 0.01328 -0.06782 0.01367 -0.06991 C 0.01406 -0.0713 0.01419 -0.07338 0.01445 -0.07454 C 0.01497 -0.07662 0.01575 -0.07893 0.0164 -0.08102 C 0.01692 -0.08426 0.01731 -0.08704 0.01797 -0.09005 C 0.01953 -0.09676 0.02109 -0.10231 0.02239 -0.1088 C 0.02265 -0.11018 0.02265 -0.11227 0.02317 -0.11343 C 0.02396 -0.11551 0.02513 -0.11667 0.02591 -0.11806 C 0.0263 -0.11991 0.02643 -0.12106 0.02669 -0.12315 C 0.02786 -0.12801 0.02864 -0.13218 0.03021 -0.13681 C 0.03099 -0.13912 0.03203 -0.14213 0.03281 -0.14444 C 0.03437 -0.14931 0.03593 -0.1544 0.03724 -0.15995 C 0.03776 -0.1625 0.03828 -0.16551 0.03893 -0.16782 C 0.03945 -0.16921 0.04023 -0.17106 0.04062 -0.17222 C 0.04114 -0.17361 0.04101 -0.17569 0.04153 -0.17685 C 0.04218 -0.17893 0.04349 -0.18009 0.04414 -0.18148 C 0.04492 -0.18333 0.04505 -0.18588 0.04596 -0.18796 C 0.04778 -0.19213 0.05039 -0.19444 0.05195 -0.19907 C 0.05547 -0.20787 0.05169 -0.19907 0.05638 -0.20671 C 0.05794 -0.20903 0.05911 -0.21227 0.06067 -0.21458 C 0.06211 -0.21597 0.06367 -0.21713 0.0651 -0.21898 C 0.07643 -0.23125 0.05729 -0.21134 0.07122 -0.225 C 0.07213 -0.22593 0.07291 -0.22778 0.07382 -0.22801 C 0.07487 -0.22893 0.07617 -0.22893 0.07734 -0.23009 C 0.07903 -0.23056 0.08086 -0.23148 0.08255 -0.23264 C 0.08971 -0.23796 0.08203 -0.23449 0.09036 -0.23773 C 0.09153 -0.23889 0.09271 -0.24005 0.09388 -0.24051 C 0.09518 -0.2412 0.10247 -0.24352 0.10351 -0.24352 C 0.11028 -0.2456 0.1164 -0.24907 0.12356 -0.25023 L 0.13841 -0.25116 C 0.1483 -0.25023 0.1582 -0.25023 0.16797 -0.24815 C 0.16927 -0.24792 0.17031 -0.24606 0.17148 -0.2456 C 0.1763 -0.24143 0.17278 -0.24676 0.17929 -0.23773 C 0.18646 -0.22778 0.18138 -0.23565 0.18632 -0.225 C 0.18867 -0.22014 0.18776 -0.22384 0.18984 -0.21713 C 0.19101 -0.21343 0.19336 -0.20486 0.19336 -0.20463 C 0.19388 -0.20116 0.19479 -0.19444 0.19505 -0.1912 C 0.19518 -0.18889 0.19505 -0.16042 0.19505 -0.15856 " pathEditMode="relative" rAng="0" ptsTypes="AAAAAAAAAAAAAAAAAAAAAAAAAAAAAAAAAAAAAAAAAAAAA">
                                      <p:cBhvr>
                                        <p:cTn id="14" dur="2000" fill="hold"/>
                                        <p:tgtEl>
                                          <p:spTgt spid="35"/>
                                        </p:tgtEl>
                                        <p:attrNameLst>
                                          <p:attrName>ppt_x</p:attrName>
                                          <p:attrName>ppt_y</p:attrName>
                                        </p:attrNameLst>
                                      </p:cBhvr>
                                      <p:rCtr x="9753" y="-12546"/>
                                    </p:animMotion>
                                  </p:childTnLst>
                                </p:cTn>
                              </p:par>
                              <p:par>
                                <p:cTn id="15" presetID="1" presetClass="exit" presetSubtype="0" fill="hold" grpId="2" nodeType="withEffect">
                                  <p:stCondLst>
                                    <p:cond delay="2700"/>
                                  </p:stCondLst>
                                  <p:childTnLst>
                                    <p:set>
                                      <p:cBhvr>
                                        <p:cTn id="16" dur="1" fill="hold">
                                          <p:stCondLst>
                                            <p:cond delay="0"/>
                                          </p:stCondLst>
                                        </p:cTn>
                                        <p:tgtEl>
                                          <p:spTgt spid="35"/>
                                        </p:tgtEl>
                                        <p:attrNameLst>
                                          <p:attrName>style.visibility</p:attrName>
                                        </p:attrNameLst>
                                      </p:cBhvr>
                                      <p:to>
                                        <p:strVal val="hidden"/>
                                      </p:to>
                                    </p:set>
                                  </p:childTnLst>
                                </p:cTn>
                              </p:par>
                              <p:par>
                                <p:cTn id="17" presetID="1" presetClass="entr" presetSubtype="0" fill="hold" grpId="1" nodeType="withEffect">
                                  <p:stCondLst>
                                    <p:cond delay="2700"/>
                                  </p:stCondLst>
                                  <p:childTnLst>
                                    <p:set>
                                      <p:cBhvr>
                                        <p:cTn id="18" dur="1" fill="hold">
                                          <p:stCondLst>
                                            <p:cond delay="0"/>
                                          </p:stCondLst>
                                        </p:cTn>
                                        <p:tgtEl>
                                          <p:spTgt spid="36"/>
                                        </p:tgtEl>
                                        <p:attrNameLst>
                                          <p:attrName>style.visibility</p:attrName>
                                        </p:attrNameLst>
                                      </p:cBhvr>
                                      <p:to>
                                        <p:strVal val="visible"/>
                                      </p:to>
                                    </p:set>
                                  </p:childTnLst>
                                </p:cTn>
                              </p:par>
                              <p:par>
                                <p:cTn id="19" presetID="0" presetClass="path" presetSubtype="0" accel="50000" decel="50000" fill="hold" grpId="0" nodeType="withEffect">
                                  <p:stCondLst>
                                    <p:cond delay="3100"/>
                                  </p:stCondLst>
                                  <p:childTnLst>
                                    <p:animMotion origin="layout" path="M 0.00208 -0.00069 C -0.00052 -0.03773 -0.00313 -0.07477 -0.02591 -0.08449 C -0.0487 -0.09398 -0.10677 -0.09907 -0.1349 -0.0581 C -0.16315 -0.0169 -0.18607 0.12547 -0.19505 0.16227 " pathEditMode="relative" ptsTypes="AAAA">
                                      <p:cBhvr>
                                        <p:cTn id="20" dur="2000" fill="hold"/>
                                        <p:tgtEl>
                                          <p:spTgt spid="36"/>
                                        </p:tgtEl>
                                        <p:attrNameLst>
                                          <p:attrName>ppt_x</p:attrName>
                                          <p:attrName>ppt_y</p:attrName>
                                        </p:attrNameLst>
                                      </p:cBhvr>
                                    </p:animMotion>
                                  </p:childTnLst>
                                </p:cTn>
                              </p:par>
                              <p:par>
                                <p:cTn id="21" presetID="1" presetClass="exit" presetSubtype="0" fill="hold" grpId="2" nodeType="withEffect">
                                  <p:stCondLst>
                                    <p:cond delay="5300"/>
                                  </p:stCondLst>
                                  <p:childTnLst>
                                    <p:set>
                                      <p:cBhvr>
                                        <p:cTn id="22" dur="1" fill="hold">
                                          <p:stCondLst>
                                            <p:cond delay="0"/>
                                          </p:stCondLst>
                                        </p:cTn>
                                        <p:tgtEl>
                                          <p:spTgt spid="36"/>
                                        </p:tgtEl>
                                        <p:attrNameLst>
                                          <p:attrName>style.visibility</p:attrName>
                                        </p:attrNameLst>
                                      </p:cBhvr>
                                      <p:to>
                                        <p:strVal val="hidden"/>
                                      </p:to>
                                    </p:set>
                                  </p:childTnLst>
                                </p:cTn>
                              </p:par>
                              <p:par>
                                <p:cTn id="23" presetID="1" presetClass="entr" presetSubtype="0" fill="hold" nodeType="withEffect">
                                  <p:stCondLst>
                                    <p:cond delay="5400"/>
                                  </p:stCondLst>
                                  <p:childTnLst>
                                    <p:set>
                                      <p:cBhvr>
                                        <p:cTn id="24" dur="1" fill="hold">
                                          <p:stCondLst>
                                            <p:cond delay="0"/>
                                          </p:stCondLst>
                                        </p:cTn>
                                        <p:tgtEl>
                                          <p:spTgt spid="3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par>
                                <p:cTn id="31" presetID="1" presetClass="entr" presetSubtype="0" fill="hold" grpId="0" nodeType="withEffect">
                                  <p:stCondLst>
                                    <p:cond delay="250"/>
                                  </p:stCondLst>
                                  <p:childTnLst>
                                    <p:set>
                                      <p:cBhvr>
                                        <p:cTn id="32" dur="1" fill="hold">
                                          <p:stCondLst>
                                            <p:cond delay="0"/>
                                          </p:stCondLst>
                                        </p:cTn>
                                        <p:tgtEl>
                                          <p:spTgt spid="40"/>
                                        </p:tgtEl>
                                        <p:attrNameLst>
                                          <p:attrName>style.visibility</p:attrName>
                                        </p:attrNameLst>
                                      </p:cBhvr>
                                      <p:to>
                                        <p:strVal val="visible"/>
                                      </p:to>
                                    </p:set>
                                  </p:childTnLst>
                                </p:cTn>
                              </p:par>
                              <p:par>
                                <p:cTn id="33" presetID="0" presetClass="path" presetSubtype="0" accel="50000" decel="50000" fill="hold" grpId="1" nodeType="withEffect">
                                  <p:stCondLst>
                                    <p:cond delay="250"/>
                                  </p:stCondLst>
                                  <p:childTnLst>
                                    <p:animMotion origin="layout" path="M 3.33333E-6 3.7037E-7 L 3.33333E-6 0.00023 C 0.00052 -0.00532 0.00091 -0.00995 0.00169 -0.01435 C 0.00169 -0.01667 0.00208 -0.01875 0.00247 -0.02083 C 0.00286 -0.02245 0.00364 -0.02431 0.00403 -0.02662 C 0.00638 -0.03542 0.00325 -0.02685 0.00664 -0.03588 C 0.00703 -0.03773 0.00729 -0.04005 0.00768 -0.04213 C 0.00859 -0.04884 0.01041 -0.05764 0.01198 -0.06366 C 0.0125 -0.06574 0.01328 -0.06782 0.01367 -0.06991 C 0.01406 -0.0713 0.01419 -0.07338 0.01445 -0.07454 C 0.01497 -0.07662 0.01575 -0.07894 0.0164 -0.08102 C 0.01692 -0.08426 0.01731 -0.08704 0.01797 -0.09005 C 0.01953 -0.09676 0.02109 -0.10232 0.02239 -0.1088 C 0.02265 -0.11019 0.02265 -0.11227 0.02317 -0.11343 C 0.02396 -0.11551 0.02513 -0.11667 0.02591 -0.11806 C 0.0263 -0.11991 0.02643 -0.12107 0.02669 -0.12315 C 0.02786 -0.12801 0.02864 -0.13218 0.03021 -0.13681 C 0.03099 -0.13912 0.03203 -0.14213 0.03281 -0.14444 C 0.03437 -0.14931 0.03593 -0.1544 0.03724 -0.15995 C 0.03776 -0.1625 0.03828 -0.16551 0.03893 -0.16782 C 0.03945 -0.16921 0.04023 -0.17107 0.04062 -0.17222 C 0.04114 -0.17361 0.04101 -0.17569 0.04153 -0.17685 C 0.04218 -0.17894 0.04349 -0.18009 0.04414 -0.18148 C 0.04492 -0.18333 0.04505 -0.18588 0.04596 -0.18796 C 0.04778 -0.19213 0.05039 -0.19444 0.05195 -0.19907 C 0.05547 -0.20787 0.05169 -0.19907 0.05638 -0.20671 C 0.05794 -0.20903 0.05911 -0.21227 0.06067 -0.21458 C 0.06211 -0.21597 0.06367 -0.21713 0.0651 -0.21898 C 0.07643 -0.23125 0.05729 -0.21134 0.07122 -0.225 C 0.07213 -0.22593 0.07291 -0.22778 0.07382 -0.22801 C 0.07487 -0.22894 0.07617 -0.22894 0.07734 -0.23009 C 0.07903 -0.23056 0.08086 -0.23148 0.08255 -0.23264 C 0.08971 -0.23796 0.08203 -0.23449 0.09036 -0.23773 C 0.09153 -0.23889 0.09271 -0.24005 0.09388 -0.24051 C 0.09518 -0.2412 0.10247 -0.24352 0.10351 -0.24352 C 0.11028 -0.2456 0.1164 -0.24907 0.12356 -0.25023 L 0.13841 -0.25116 C 0.1483 -0.25023 0.1582 -0.25023 0.16797 -0.24815 C 0.16927 -0.24792 0.17031 -0.24607 0.17148 -0.2456 C 0.1763 -0.24144 0.17278 -0.24676 0.17929 -0.23773 C 0.18646 -0.22778 0.18138 -0.23565 0.18632 -0.225 C 0.18867 -0.22014 0.18776 -0.22384 0.18984 -0.21713 C 0.19101 -0.21343 0.19336 -0.20486 0.19336 -0.20463 C 0.19388 -0.20116 0.19479 -0.19444 0.19505 -0.1912 C 0.19518 -0.18889 0.19505 -0.16042 0.19505 -0.15857 " pathEditMode="relative" rAng="0" ptsTypes="AAAAAAAAAAAAAAAAAAAAAAAAAAAAAAAAAAAAAAAAAAAAA">
                                      <p:cBhvr>
                                        <p:cTn id="34" dur="2000" fill="hold"/>
                                        <p:tgtEl>
                                          <p:spTgt spid="40"/>
                                        </p:tgtEl>
                                        <p:attrNameLst>
                                          <p:attrName>ppt_x</p:attrName>
                                          <p:attrName>ppt_y</p:attrName>
                                        </p:attrNameLst>
                                      </p:cBhvr>
                                      <p:rCtr x="9753" y="-12546"/>
                                    </p:animMotion>
                                  </p:childTnLst>
                                </p:cTn>
                              </p:par>
                              <p:par>
                                <p:cTn id="35" presetID="1" presetClass="exit" presetSubtype="0" fill="hold" grpId="2" nodeType="withEffect">
                                  <p:stCondLst>
                                    <p:cond delay="2300"/>
                                  </p:stCondLst>
                                  <p:childTnLst>
                                    <p:set>
                                      <p:cBhvr>
                                        <p:cTn id="36" dur="1" fill="hold">
                                          <p:stCondLst>
                                            <p:cond delay="0"/>
                                          </p:stCondLst>
                                        </p:cTn>
                                        <p:tgtEl>
                                          <p:spTgt spid="40"/>
                                        </p:tgtEl>
                                        <p:attrNameLst>
                                          <p:attrName>style.visibility</p:attrName>
                                        </p:attrNameLst>
                                      </p:cBhvr>
                                      <p:to>
                                        <p:strVal val="hidden"/>
                                      </p:to>
                                    </p:set>
                                  </p:childTnLst>
                                </p:cTn>
                              </p:par>
                              <p:par>
                                <p:cTn id="37" presetID="1" presetClass="entr" presetSubtype="0" fill="hold" grpId="1" nodeType="withEffect">
                                  <p:stCondLst>
                                    <p:cond delay="2300"/>
                                  </p:stCondLst>
                                  <p:childTnLst>
                                    <p:set>
                                      <p:cBhvr>
                                        <p:cTn id="38" dur="1" fill="hold">
                                          <p:stCondLst>
                                            <p:cond delay="0"/>
                                          </p:stCondLst>
                                        </p:cTn>
                                        <p:tgtEl>
                                          <p:spTgt spid="41"/>
                                        </p:tgtEl>
                                        <p:attrNameLst>
                                          <p:attrName>style.visibility</p:attrName>
                                        </p:attrNameLst>
                                      </p:cBhvr>
                                      <p:to>
                                        <p:strVal val="visible"/>
                                      </p:to>
                                    </p:set>
                                  </p:childTnLst>
                                </p:cTn>
                              </p:par>
                              <p:par>
                                <p:cTn id="39" presetID="0" presetClass="path" presetSubtype="0" accel="50000" decel="50000" fill="hold" grpId="0" nodeType="withEffect">
                                  <p:stCondLst>
                                    <p:cond delay="2300"/>
                                  </p:stCondLst>
                                  <p:childTnLst>
                                    <p:animMotion origin="layout" path="M 0.00208 -0.00069 C -0.00053 -0.03773 -0.00313 -0.07477 -0.02592 -0.08449 C -0.0487 -0.09398 -0.10678 -0.09907 -0.1349 -0.0581 C -0.16316 -0.0169 -0.18607 0.12547 -0.19506 0.16227 " pathEditMode="relative" rAng="0" ptsTypes="AAAA">
                                      <p:cBhvr>
                                        <p:cTn id="40" dur="2000" fill="hold"/>
                                        <p:tgtEl>
                                          <p:spTgt spid="41"/>
                                        </p:tgtEl>
                                        <p:attrNameLst>
                                          <p:attrName>ppt_x</p:attrName>
                                          <p:attrName>ppt_y</p:attrName>
                                        </p:attrNameLst>
                                      </p:cBhvr>
                                      <p:rCtr x="-9857" y="3611"/>
                                    </p:animMotion>
                                  </p:childTnLst>
                                </p:cTn>
                              </p:par>
                              <p:par>
                                <p:cTn id="41" presetID="1" presetClass="exit" presetSubtype="0" fill="hold" grpId="2" nodeType="withEffect">
                                  <p:stCondLst>
                                    <p:cond delay="4300"/>
                                  </p:stCondLst>
                                  <p:childTnLst>
                                    <p:set>
                                      <p:cBhvr>
                                        <p:cTn id="42" dur="1" fill="hold">
                                          <p:stCondLst>
                                            <p:cond delay="0"/>
                                          </p:stCondLst>
                                        </p:cTn>
                                        <p:tgtEl>
                                          <p:spTgt spid="41"/>
                                        </p:tgtEl>
                                        <p:attrNameLst>
                                          <p:attrName>style.visibility</p:attrName>
                                        </p:attrNameLst>
                                      </p:cBhvr>
                                      <p:to>
                                        <p:strVal val="hidden"/>
                                      </p:to>
                                    </p:set>
                                  </p:childTnLst>
                                </p:cTn>
                              </p:par>
                              <p:par>
                                <p:cTn id="43" presetID="1" presetClass="entr" presetSubtype="0" fill="hold" nodeType="withEffect">
                                  <p:stCondLst>
                                    <p:cond delay="4400"/>
                                  </p:stCondLst>
                                  <p:childTnLst>
                                    <p:set>
                                      <p:cBhvr>
                                        <p:cTn id="44"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35" grpId="0" animBg="1"/>
      <p:bldP spid="35" grpId="1" animBg="1"/>
      <p:bldP spid="35" grpId="2" animBg="1"/>
      <p:bldP spid="36" grpId="0" animBg="1"/>
      <p:bldP spid="36" grpId="1" animBg="1"/>
      <p:bldP spid="36" grpId="2" animBg="1"/>
      <p:bldP spid="39" grpId="0" animBg="1"/>
      <p:bldP spid="40" grpId="0" animBg="1"/>
      <p:bldP spid="40" grpId="1" animBg="1"/>
      <p:bldP spid="40" grpId="2" animBg="1"/>
      <p:bldP spid="41" grpId="0" animBg="1"/>
      <p:bldP spid="41" grpId="1" animBg="1"/>
      <p:bldP spid="41" grpId="2"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SDK support in public preview</a:t>
            </a:r>
          </a:p>
        </p:txBody>
      </p:sp>
      <p:sp>
        <p:nvSpPr>
          <p:cNvPr id="4" name="Rectangle 3"/>
          <p:cNvSpPr/>
          <p:nvPr/>
        </p:nvSpPr>
        <p:spPr bwMode="auto">
          <a:xfrm>
            <a:off x="274638" y="1211262"/>
            <a:ext cx="1830960" cy="178308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endParaRPr lang="en-US" sz="2000" dirty="0">
              <a:gradFill>
                <a:gsLst>
                  <a:gs pos="0">
                    <a:srgbClr val="FFFFFF"/>
                  </a:gs>
                  <a:gs pos="100000">
                    <a:srgbClr val="FFFFFF"/>
                  </a:gs>
                </a:gsLst>
                <a:lin ang="5400000" scaled="0"/>
              </a:gradFill>
              <a:cs typeface="Segoe UI" pitchFamily="34" charset="0"/>
            </a:endParaRPr>
          </a:p>
        </p:txBody>
      </p:sp>
      <p:sp>
        <p:nvSpPr>
          <p:cNvPr id="5" name="Rectangle 4"/>
          <p:cNvSpPr/>
          <p:nvPr/>
        </p:nvSpPr>
        <p:spPr bwMode="auto">
          <a:xfrm>
            <a:off x="274638" y="3042222"/>
            <a:ext cx="1830960" cy="178308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endParaRPr lang="en-US" sz="2000" dirty="0">
              <a:gradFill>
                <a:gsLst>
                  <a:gs pos="0">
                    <a:srgbClr val="FFFFFF"/>
                  </a:gs>
                  <a:gs pos="100000">
                    <a:srgbClr val="FFFFFF"/>
                  </a:gs>
                </a:gsLst>
                <a:lin ang="5400000" scaled="0"/>
              </a:gradFill>
              <a:cs typeface="Segoe UI" pitchFamily="34" charset="0"/>
            </a:endParaRPr>
          </a:p>
        </p:txBody>
      </p:sp>
      <p:sp>
        <p:nvSpPr>
          <p:cNvPr id="8" name="Text Placeholder 4"/>
          <p:cNvSpPr txBox="1">
            <a:spLocks/>
          </p:cNvSpPr>
          <p:nvPr/>
        </p:nvSpPr>
        <p:spPr>
          <a:xfrm>
            <a:off x="2103438" y="1211262"/>
            <a:ext cx="10058400" cy="1783080"/>
          </a:xfrm>
          <a:prstGeom prst="rect">
            <a:avLst/>
          </a:prstGeom>
        </p:spPr>
        <p:txBody>
          <a:bodyPr wrap="none" lIns="182880" tIns="146304" rIns="182880" bIns="146304" anchor="t"/>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200" spc="-70" dirty="0">
                <a:gradFill>
                  <a:gsLst>
                    <a:gs pos="5417">
                      <a:schemeClr val="tx1"/>
                    </a:gs>
                    <a:gs pos="28000">
                      <a:schemeClr val="tx1"/>
                    </a:gs>
                  </a:gsLst>
                  <a:lin ang="5400000" scaled="0"/>
                </a:gradFill>
                <a:latin typeface="Segoe UI Light"/>
              </a:rPr>
              <a:t>DPS device SDK composes easily with the IoT Hub device SDK</a:t>
            </a:r>
          </a:p>
          <a:p>
            <a:r>
              <a:rPr lang="en-US" sz="2000" spc="-70" dirty="0">
                <a:gradFill>
                  <a:gsLst>
                    <a:gs pos="5417">
                      <a:schemeClr val="tx1"/>
                    </a:gs>
                    <a:gs pos="28000">
                      <a:schemeClr val="tx1"/>
                    </a:gs>
                  </a:gsLst>
                  <a:lin ang="5400000" scaled="0"/>
                </a:gradFill>
                <a:latin typeface="Segoe UI" panose="020B0502040204020203" pitchFamily="34" charset="0"/>
                <a:cs typeface="Segoe UI" panose="020B0502040204020203" pitchFamily="34" charset="0"/>
              </a:rPr>
              <a:t>C</a:t>
            </a:r>
          </a:p>
          <a:p>
            <a:r>
              <a:rPr lang="en-US" sz="2000" spc="-70" dirty="0">
                <a:gradFill>
                  <a:gsLst>
                    <a:gs pos="5417">
                      <a:schemeClr val="tx1"/>
                    </a:gs>
                    <a:gs pos="28000">
                      <a:schemeClr val="tx1"/>
                    </a:gs>
                  </a:gsLst>
                  <a:lin ang="5400000" scaled="0"/>
                </a:gradFill>
                <a:latin typeface="Segoe UI" panose="020B0502040204020203" pitchFamily="34" charset="0"/>
                <a:cs typeface="Segoe UI" panose="020B0502040204020203" pitchFamily="34" charset="0"/>
              </a:rPr>
              <a:t>HTTPS</a:t>
            </a:r>
          </a:p>
          <a:p>
            <a:r>
              <a:rPr lang="en-US" sz="2000" spc="-70" dirty="0">
                <a:gradFill>
                  <a:gsLst>
                    <a:gs pos="5417">
                      <a:schemeClr val="tx1"/>
                    </a:gs>
                    <a:gs pos="28000">
                      <a:schemeClr val="tx1"/>
                    </a:gs>
                  </a:gsLst>
                  <a:lin ang="5400000" scaled="0"/>
                </a:gradFill>
                <a:latin typeface="Segoe UI" panose="020B0502040204020203" pitchFamily="34" charset="0"/>
                <a:cs typeface="Segoe UI" panose="020B0502040204020203" pitchFamily="34" charset="0"/>
              </a:rPr>
              <a:t>…with full language/protocol support to come in GA</a:t>
            </a:r>
            <a:endParaRPr lang="en-US" sz="3200" spc="-70" dirty="0">
              <a:gradFill>
                <a:gsLst>
                  <a:gs pos="5417">
                    <a:schemeClr val="tx1"/>
                  </a:gs>
                  <a:gs pos="28000">
                    <a:schemeClr val="tx1"/>
                  </a:gs>
                </a:gsLst>
                <a:lin ang="5400000" scaled="0"/>
              </a:gradFill>
              <a:latin typeface="Segoe UI" panose="020B0502040204020203" pitchFamily="34" charset="0"/>
              <a:cs typeface="Segoe UI" panose="020B0502040204020203" pitchFamily="34" charset="0"/>
            </a:endParaRPr>
          </a:p>
        </p:txBody>
      </p:sp>
      <p:sp>
        <p:nvSpPr>
          <p:cNvPr id="9" name="Text Placeholder 4"/>
          <p:cNvSpPr txBox="1">
            <a:spLocks/>
          </p:cNvSpPr>
          <p:nvPr/>
        </p:nvSpPr>
        <p:spPr>
          <a:xfrm>
            <a:off x="2103438" y="3042220"/>
            <a:ext cx="10058400" cy="1783080"/>
          </a:xfrm>
          <a:prstGeom prst="rect">
            <a:avLst/>
          </a:prstGeom>
        </p:spPr>
        <p:txBody>
          <a:bodyPr wrap="none" lIns="182880" tIns="146304" rIns="182880" bIns="146304" anchor="t"/>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200" spc="-70" dirty="0">
                <a:gradFill>
                  <a:gsLst>
                    <a:gs pos="5417">
                      <a:schemeClr val="tx1"/>
                    </a:gs>
                    <a:gs pos="28000">
                      <a:schemeClr val="tx1"/>
                    </a:gs>
                  </a:gsLst>
                  <a:lin ang="5400000" scaled="0"/>
                </a:gradFill>
                <a:latin typeface="Segoe UI Light"/>
              </a:rPr>
              <a:t>Service SDK for easy management of the service</a:t>
            </a:r>
          </a:p>
          <a:p>
            <a:r>
              <a:rPr lang="en-US" sz="2000" spc="-70" dirty="0">
                <a:gradFill>
                  <a:gsLst>
                    <a:gs pos="5417">
                      <a:schemeClr val="tx1"/>
                    </a:gs>
                    <a:gs pos="28000">
                      <a:schemeClr val="tx1"/>
                    </a:gs>
                  </a:gsLst>
                  <a:lin ang="5400000" scaled="0"/>
                </a:gradFill>
                <a:latin typeface="Segoe UI" panose="020B0502040204020203" pitchFamily="34" charset="0"/>
                <a:cs typeface="Segoe UI" panose="020B0502040204020203" pitchFamily="34" charset="0"/>
              </a:rPr>
              <a:t>C#</a:t>
            </a:r>
          </a:p>
          <a:p>
            <a:r>
              <a:rPr lang="en-US" sz="2000" spc="-70" dirty="0">
                <a:gradFill>
                  <a:gsLst>
                    <a:gs pos="5417">
                      <a:schemeClr val="tx1"/>
                    </a:gs>
                    <a:gs pos="28000">
                      <a:schemeClr val="tx1"/>
                    </a:gs>
                  </a:gsLst>
                  <a:lin ang="5400000" scaled="0"/>
                </a:gradFill>
                <a:latin typeface="Segoe UI" panose="020B0502040204020203" pitchFamily="34" charset="0"/>
                <a:cs typeface="Segoe UI" panose="020B0502040204020203" pitchFamily="34" charset="0"/>
              </a:rPr>
              <a:t>HTTPS</a:t>
            </a:r>
          </a:p>
          <a:p>
            <a:r>
              <a:rPr lang="en-US" sz="2000" spc="-70" dirty="0">
                <a:gradFill>
                  <a:gsLst>
                    <a:gs pos="5417">
                      <a:schemeClr val="tx1"/>
                    </a:gs>
                    <a:gs pos="28000">
                      <a:schemeClr val="tx1"/>
                    </a:gs>
                  </a:gsLst>
                  <a:lin ang="5400000" scaled="0"/>
                </a:gradFill>
                <a:latin typeface="Segoe UI" panose="020B0502040204020203" pitchFamily="34" charset="0"/>
                <a:cs typeface="Segoe UI" panose="020B0502040204020203" pitchFamily="34" charset="0"/>
              </a:rPr>
              <a:t>…with full language support to come in GA</a:t>
            </a:r>
          </a:p>
        </p:txBody>
      </p:sp>
      <p:sp>
        <p:nvSpPr>
          <p:cNvPr id="15" name="chip" descr="Technology&#10;">
            <a:extLst>
              <a:ext uri="{FF2B5EF4-FFF2-40B4-BE49-F238E27FC236}">
                <a16:creationId xmlns:a16="http://schemas.microsoft.com/office/drawing/2014/main" id="{0DFA5FAA-1026-4224-AC75-6D0353C91029}"/>
              </a:ext>
            </a:extLst>
          </p:cNvPr>
          <p:cNvSpPr>
            <a:spLocks noChangeAspect="1" noEditPoints="1"/>
          </p:cNvSpPr>
          <p:nvPr/>
        </p:nvSpPr>
        <p:spPr bwMode="auto">
          <a:xfrm>
            <a:off x="875477" y="1782762"/>
            <a:ext cx="627123" cy="640080"/>
          </a:xfrm>
          <a:custGeom>
            <a:avLst/>
            <a:gdLst>
              <a:gd name="T0" fmla="*/ 267 w 334"/>
              <a:gd name="T1" fmla="*/ 298 h 341"/>
              <a:gd name="T2" fmla="*/ 60 w 334"/>
              <a:gd name="T3" fmla="*/ 298 h 341"/>
              <a:gd name="T4" fmla="*/ 36 w 334"/>
              <a:gd name="T5" fmla="*/ 273 h 341"/>
              <a:gd name="T6" fmla="*/ 36 w 334"/>
              <a:gd name="T7" fmla="*/ 61 h 341"/>
              <a:gd name="T8" fmla="*/ 60 w 334"/>
              <a:gd name="T9" fmla="*/ 36 h 341"/>
              <a:gd name="T10" fmla="*/ 267 w 334"/>
              <a:gd name="T11" fmla="*/ 36 h 341"/>
              <a:gd name="T12" fmla="*/ 291 w 334"/>
              <a:gd name="T13" fmla="*/ 61 h 341"/>
              <a:gd name="T14" fmla="*/ 291 w 334"/>
              <a:gd name="T15" fmla="*/ 273 h 341"/>
              <a:gd name="T16" fmla="*/ 267 w 334"/>
              <a:gd name="T17" fmla="*/ 298 h 341"/>
              <a:gd name="T18" fmla="*/ 78 w 334"/>
              <a:gd name="T19" fmla="*/ 36 h 341"/>
              <a:gd name="T20" fmla="*/ 78 w 334"/>
              <a:gd name="T21" fmla="*/ 0 h 341"/>
              <a:gd name="T22" fmla="*/ 121 w 334"/>
              <a:gd name="T23" fmla="*/ 36 h 341"/>
              <a:gd name="T24" fmla="*/ 121 w 334"/>
              <a:gd name="T25" fmla="*/ 0 h 341"/>
              <a:gd name="T26" fmla="*/ 163 w 334"/>
              <a:gd name="T27" fmla="*/ 0 h 341"/>
              <a:gd name="T28" fmla="*/ 163 w 334"/>
              <a:gd name="T29" fmla="*/ 36 h 341"/>
              <a:gd name="T30" fmla="*/ 206 w 334"/>
              <a:gd name="T31" fmla="*/ 0 h 341"/>
              <a:gd name="T32" fmla="*/ 206 w 334"/>
              <a:gd name="T33" fmla="*/ 36 h 341"/>
              <a:gd name="T34" fmla="*/ 256 w 334"/>
              <a:gd name="T35" fmla="*/ 0 h 341"/>
              <a:gd name="T36" fmla="*/ 256 w 334"/>
              <a:gd name="T37" fmla="*/ 36 h 341"/>
              <a:gd name="T38" fmla="*/ 334 w 334"/>
              <a:gd name="T39" fmla="*/ 78 h 341"/>
              <a:gd name="T40" fmla="*/ 291 w 334"/>
              <a:gd name="T41" fmla="*/ 78 h 341"/>
              <a:gd name="T42" fmla="*/ 334 w 334"/>
              <a:gd name="T43" fmla="*/ 121 h 341"/>
              <a:gd name="T44" fmla="*/ 291 w 334"/>
              <a:gd name="T45" fmla="*/ 121 h 341"/>
              <a:gd name="T46" fmla="*/ 334 w 334"/>
              <a:gd name="T47" fmla="*/ 163 h 341"/>
              <a:gd name="T48" fmla="*/ 291 w 334"/>
              <a:gd name="T49" fmla="*/ 163 h 341"/>
              <a:gd name="T50" fmla="*/ 334 w 334"/>
              <a:gd name="T51" fmla="*/ 213 h 341"/>
              <a:gd name="T52" fmla="*/ 291 w 334"/>
              <a:gd name="T53" fmla="*/ 213 h 341"/>
              <a:gd name="T54" fmla="*/ 334 w 334"/>
              <a:gd name="T55" fmla="*/ 256 h 341"/>
              <a:gd name="T56" fmla="*/ 291 w 334"/>
              <a:gd name="T57" fmla="*/ 256 h 341"/>
              <a:gd name="T58" fmla="*/ 36 w 334"/>
              <a:gd name="T59" fmla="*/ 78 h 341"/>
              <a:gd name="T60" fmla="*/ 0 w 334"/>
              <a:gd name="T61" fmla="*/ 78 h 341"/>
              <a:gd name="T62" fmla="*/ 36 w 334"/>
              <a:gd name="T63" fmla="*/ 121 h 341"/>
              <a:gd name="T64" fmla="*/ 0 w 334"/>
              <a:gd name="T65" fmla="*/ 121 h 341"/>
              <a:gd name="T66" fmla="*/ 36 w 334"/>
              <a:gd name="T67" fmla="*/ 163 h 341"/>
              <a:gd name="T68" fmla="*/ 0 w 334"/>
              <a:gd name="T69" fmla="*/ 163 h 341"/>
              <a:gd name="T70" fmla="*/ 36 w 334"/>
              <a:gd name="T71" fmla="*/ 213 h 341"/>
              <a:gd name="T72" fmla="*/ 0 w 334"/>
              <a:gd name="T73" fmla="*/ 213 h 341"/>
              <a:gd name="T74" fmla="*/ 36 w 334"/>
              <a:gd name="T75" fmla="*/ 256 h 341"/>
              <a:gd name="T76" fmla="*/ 0 w 334"/>
              <a:gd name="T77" fmla="*/ 256 h 341"/>
              <a:gd name="T78" fmla="*/ 78 w 334"/>
              <a:gd name="T79" fmla="*/ 298 h 341"/>
              <a:gd name="T80" fmla="*/ 78 w 334"/>
              <a:gd name="T81" fmla="*/ 341 h 341"/>
              <a:gd name="T82" fmla="*/ 121 w 334"/>
              <a:gd name="T83" fmla="*/ 298 h 341"/>
              <a:gd name="T84" fmla="*/ 121 w 334"/>
              <a:gd name="T85" fmla="*/ 341 h 341"/>
              <a:gd name="T86" fmla="*/ 163 w 334"/>
              <a:gd name="T87" fmla="*/ 341 h 341"/>
              <a:gd name="T88" fmla="*/ 163 w 334"/>
              <a:gd name="T89" fmla="*/ 298 h 341"/>
              <a:gd name="T90" fmla="*/ 206 w 334"/>
              <a:gd name="T91" fmla="*/ 298 h 341"/>
              <a:gd name="T92" fmla="*/ 206 w 334"/>
              <a:gd name="T93" fmla="*/ 341 h 341"/>
              <a:gd name="T94" fmla="*/ 256 w 334"/>
              <a:gd name="T95" fmla="*/ 298 h 341"/>
              <a:gd name="T96" fmla="*/ 256 w 334"/>
              <a:gd name="T97" fmla="*/ 341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34" h="341">
                <a:moveTo>
                  <a:pt x="267" y="298"/>
                </a:moveTo>
                <a:cubicBezTo>
                  <a:pt x="60" y="298"/>
                  <a:pt x="60" y="298"/>
                  <a:pt x="60" y="298"/>
                </a:cubicBezTo>
                <a:cubicBezTo>
                  <a:pt x="48" y="298"/>
                  <a:pt x="36" y="286"/>
                  <a:pt x="36" y="273"/>
                </a:cubicBezTo>
                <a:cubicBezTo>
                  <a:pt x="36" y="61"/>
                  <a:pt x="36" y="61"/>
                  <a:pt x="36" y="61"/>
                </a:cubicBezTo>
                <a:cubicBezTo>
                  <a:pt x="36" y="45"/>
                  <a:pt x="48" y="36"/>
                  <a:pt x="60" y="36"/>
                </a:cubicBezTo>
                <a:cubicBezTo>
                  <a:pt x="267" y="36"/>
                  <a:pt x="267" y="36"/>
                  <a:pt x="267" y="36"/>
                </a:cubicBezTo>
                <a:cubicBezTo>
                  <a:pt x="282" y="36"/>
                  <a:pt x="291" y="45"/>
                  <a:pt x="291" y="61"/>
                </a:cubicBezTo>
                <a:cubicBezTo>
                  <a:pt x="291" y="273"/>
                  <a:pt x="291" y="273"/>
                  <a:pt x="291" y="273"/>
                </a:cubicBezTo>
                <a:cubicBezTo>
                  <a:pt x="291" y="286"/>
                  <a:pt x="282" y="298"/>
                  <a:pt x="267" y="298"/>
                </a:cubicBezTo>
                <a:close/>
                <a:moveTo>
                  <a:pt x="78" y="36"/>
                </a:moveTo>
                <a:cubicBezTo>
                  <a:pt x="78" y="0"/>
                  <a:pt x="78" y="0"/>
                  <a:pt x="78" y="0"/>
                </a:cubicBezTo>
                <a:moveTo>
                  <a:pt x="121" y="36"/>
                </a:moveTo>
                <a:cubicBezTo>
                  <a:pt x="121" y="0"/>
                  <a:pt x="121" y="0"/>
                  <a:pt x="121" y="0"/>
                </a:cubicBezTo>
                <a:moveTo>
                  <a:pt x="163" y="0"/>
                </a:moveTo>
                <a:cubicBezTo>
                  <a:pt x="163" y="36"/>
                  <a:pt x="163" y="36"/>
                  <a:pt x="163" y="36"/>
                </a:cubicBezTo>
                <a:moveTo>
                  <a:pt x="206" y="0"/>
                </a:moveTo>
                <a:cubicBezTo>
                  <a:pt x="206" y="36"/>
                  <a:pt x="206" y="36"/>
                  <a:pt x="206" y="36"/>
                </a:cubicBezTo>
                <a:moveTo>
                  <a:pt x="256" y="0"/>
                </a:moveTo>
                <a:cubicBezTo>
                  <a:pt x="256" y="36"/>
                  <a:pt x="256" y="36"/>
                  <a:pt x="256" y="36"/>
                </a:cubicBezTo>
                <a:moveTo>
                  <a:pt x="334" y="78"/>
                </a:moveTo>
                <a:cubicBezTo>
                  <a:pt x="291" y="78"/>
                  <a:pt x="291" y="78"/>
                  <a:pt x="291" y="78"/>
                </a:cubicBezTo>
                <a:moveTo>
                  <a:pt x="334" y="121"/>
                </a:moveTo>
                <a:cubicBezTo>
                  <a:pt x="291" y="121"/>
                  <a:pt x="291" y="121"/>
                  <a:pt x="291" y="121"/>
                </a:cubicBezTo>
                <a:moveTo>
                  <a:pt x="334" y="163"/>
                </a:moveTo>
                <a:cubicBezTo>
                  <a:pt x="291" y="163"/>
                  <a:pt x="291" y="163"/>
                  <a:pt x="291" y="163"/>
                </a:cubicBezTo>
                <a:moveTo>
                  <a:pt x="334" y="213"/>
                </a:moveTo>
                <a:cubicBezTo>
                  <a:pt x="291" y="213"/>
                  <a:pt x="291" y="213"/>
                  <a:pt x="291" y="213"/>
                </a:cubicBezTo>
                <a:moveTo>
                  <a:pt x="334" y="256"/>
                </a:moveTo>
                <a:cubicBezTo>
                  <a:pt x="291" y="256"/>
                  <a:pt x="291" y="256"/>
                  <a:pt x="291" y="256"/>
                </a:cubicBezTo>
                <a:moveTo>
                  <a:pt x="36" y="78"/>
                </a:moveTo>
                <a:cubicBezTo>
                  <a:pt x="0" y="78"/>
                  <a:pt x="0" y="78"/>
                  <a:pt x="0" y="78"/>
                </a:cubicBezTo>
                <a:moveTo>
                  <a:pt x="36" y="121"/>
                </a:moveTo>
                <a:cubicBezTo>
                  <a:pt x="0" y="121"/>
                  <a:pt x="0" y="121"/>
                  <a:pt x="0" y="121"/>
                </a:cubicBezTo>
                <a:moveTo>
                  <a:pt x="36" y="163"/>
                </a:moveTo>
                <a:cubicBezTo>
                  <a:pt x="0" y="163"/>
                  <a:pt x="0" y="163"/>
                  <a:pt x="0" y="163"/>
                </a:cubicBezTo>
                <a:moveTo>
                  <a:pt x="36" y="213"/>
                </a:moveTo>
                <a:cubicBezTo>
                  <a:pt x="0" y="213"/>
                  <a:pt x="0" y="213"/>
                  <a:pt x="0" y="213"/>
                </a:cubicBezTo>
                <a:moveTo>
                  <a:pt x="36" y="256"/>
                </a:moveTo>
                <a:cubicBezTo>
                  <a:pt x="0" y="256"/>
                  <a:pt x="0" y="256"/>
                  <a:pt x="0" y="256"/>
                </a:cubicBezTo>
                <a:moveTo>
                  <a:pt x="78" y="298"/>
                </a:moveTo>
                <a:cubicBezTo>
                  <a:pt x="78" y="341"/>
                  <a:pt x="78" y="341"/>
                  <a:pt x="78" y="341"/>
                </a:cubicBezTo>
                <a:moveTo>
                  <a:pt x="121" y="298"/>
                </a:moveTo>
                <a:cubicBezTo>
                  <a:pt x="121" y="341"/>
                  <a:pt x="121" y="341"/>
                  <a:pt x="121" y="341"/>
                </a:cubicBezTo>
                <a:moveTo>
                  <a:pt x="163" y="341"/>
                </a:moveTo>
                <a:cubicBezTo>
                  <a:pt x="163" y="298"/>
                  <a:pt x="163" y="298"/>
                  <a:pt x="163" y="298"/>
                </a:cubicBezTo>
                <a:moveTo>
                  <a:pt x="206" y="298"/>
                </a:moveTo>
                <a:cubicBezTo>
                  <a:pt x="206" y="341"/>
                  <a:pt x="206" y="341"/>
                  <a:pt x="206" y="341"/>
                </a:cubicBezTo>
                <a:moveTo>
                  <a:pt x="256" y="298"/>
                </a:moveTo>
                <a:cubicBezTo>
                  <a:pt x="256" y="341"/>
                  <a:pt x="256" y="341"/>
                  <a:pt x="256" y="341"/>
                </a:cubicBezTo>
              </a:path>
            </a:pathLst>
          </a:custGeom>
          <a:noFill/>
          <a:ln w="3175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gradFill>
                <a:gsLst>
                  <a:gs pos="0">
                    <a:srgbClr val="505050"/>
                  </a:gs>
                  <a:gs pos="100000">
                    <a:srgbClr val="505050"/>
                  </a:gs>
                </a:gsLst>
              </a:gradFill>
            </a:endParaRPr>
          </a:p>
        </p:txBody>
      </p:sp>
      <p:sp>
        <p:nvSpPr>
          <p:cNvPr id="16" name="cloud" descr="Cloud&#10;">
            <a:extLst>
              <a:ext uri="{FF2B5EF4-FFF2-40B4-BE49-F238E27FC236}">
                <a16:creationId xmlns:a16="http://schemas.microsoft.com/office/drawing/2014/main" id="{3AB9B84C-E67F-43FC-A700-8C1E3E28B14D}"/>
              </a:ext>
            </a:extLst>
          </p:cNvPr>
          <p:cNvSpPr>
            <a:spLocks noChangeAspect="1"/>
          </p:cNvSpPr>
          <p:nvPr/>
        </p:nvSpPr>
        <p:spPr bwMode="auto">
          <a:xfrm>
            <a:off x="758460" y="3659440"/>
            <a:ext cx="861156" cy="548640"/>
          </a:xfrm>
          <a:custGeom>
            <a:avLst/>
            <a:gdLst>
              <a:gd name="T0" fmla="*/ 281 w 344"/>
              <a:gd name="T1" fmla="*/ 216 h 217"/>
              <a:gd name="T2" fmla="*/ 281 w 344"/>
              <a:gd name="T3" fmla="*/ 217 h 217"/>
              <a:gd name="T4" fmla="*/ 88 w 344"/>
              <a:gd name="T5" fmla="*/ 217 h 217"/>
              <a:gd name="T6" fmla="*/ 88 w 344"/>
              <a:gd name="T7" fmla="*/ 217 h 217"/>
              <a:gd name="T8" fmla="*/ 86 w 344"/>
              <a:gd name="T9" fmla="*/ 217 h 217"/>
              <a:gd name="T10" fmla="*/ 0 w 344"/>
              <a:gd name="T11" fmla="*/ 130 h 217"/>
              <a:gd name="T12" fmla="*/ 86 w 344"/>
              <a:gd name="T13" fmla="*/ 44 h 217"/>
              <a:gd name="T14" fmla="*/ 104 w 344"/>
              <a:gd name="T15" fmla="*/ 45 h 217"/>
              <a:gd name="T16" fmla="*/ 184 w 344"/>
              <a:gd name="T17" fmla="*/ 0 h 217"/>
              <a:gd name="T18" fmla="*/ 278 w 344"/>
              <a:gd name="T19" fmla="*/ 85 h 217"/>
              <a:gd name="T20" fmla="*/ 278 w 344"/>
              <a:gd name="T21" fmla="*/ 85 h 217"/>
              <a:gd name="T22" fmla="*/ 344 w 344"/>
              <a:gd name="T23" fmla="*/ 151 h 217"/>
              <a:gd name="T24" fmla="*/ 281 w 344"/>
              <a:gd name="T25" fmla="*/ 216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4" h="217">
                <a:moveTo>
                  <a:pt x="281" y="216"/>
                </a:moveTo>
                <a:cubicBezTo>
                  <a:pt x="281" y="217"/>
                  <a:pt x="281" y="217"/>
                  <a:pt x="281" y="217"/>
                </a:cubicBezTo>
                <a:cubicBezTo>
                  <a:pt x="88" y="217"/>
                  <a:pt x="88" y="217"/>
                  <a:pt x="88" y="217"/>
                </a:cubicBezTo>
                <a:cubicBezTo>
                  <a:pt x="88" y="217"/>
                  <a:pt x="88" y="217"/>
                  <a:pt x="88" y="217"/>
                </a:cubicBezTo>
                <a:cubicBezTo>
                  <a:pt x="87" y="217"/>
                  <a:pt x="87" y="217"/>
                  <a:pt x="86" y="217"/>
                </a:cubicBezTo>
                <a:cubicBezTo>
                  <a:pt x="39" y="217"/>
                  <a:pt x="0" y="178"/>
                  <a:pt x="0" y="130"/>
                </a:cubicBezTo>
                <a:cubicBezTo>
                  <a:pt x="0" y="82"/>
                  <a:pt x="39" y="44"/>
                  <a:pt x="86" y="44"/>
                </a:cubicBezTo>
                <a:cubicBezTo>
                  <a:pt x="92" y="44"/>
                  <a:pt x="98" y="44"/>
                  <a:pt x="104" y="45"/>
                </a:cubicBezTo>
                <a:cubicBezTo>
                  <a:pt x="121" y="18"/>
                  <a:pt x="150" y="0"/>
                  <a:pt x="184" y="0"/>
                </a:cubicBezTo>
                <a:cubicBezTo>
                  <a:pt x="233" y="0"/>
                  <a:pt x="273" y="37"/>
                  <a:pt x="278" y="85"/>
                </a:cubicBezTo>
                <a:cubicBezTo>
                  <a:pt x="278" y="85"/>
                  <a:pt x="278" y="85"/>
                  <a:pt x="278" y="85"/>
                </a:cubicBezTo>
                <a:cubicBezTo>
                  <a:pt x="315" y="85"/>
                  <a:pt x="344" y="114"/>
                  <a:pt x="344" y="151"/>
                </a:cubicBezTo>
                <a:cubicBezTo>
                  <a:pt x="344" y="186"/>
                  <a:pt x="316" y="215"/>
                  <a:pt x="281" y="216"/>
                </a:cubicBezTo>
                <a:close/>
              </a:path>
            </a:pathLst>
          </a:custGeom>
          <a:noFill/>
          <a:ln w="3175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900" dirty="0">
              <a:gradFill>
                <a:gsLst>
                  <a:gs pos="0">
                    <a:srgbClr val="505050"/>
                  </a:gs>
                  <a:gs pos="100000">
                    <a:srgbClr val="505050"/>
                  </a:gs>
                </a:gsLst>
              </a:gradFill>
            </a:endParaRPr>
          </a:p>
        </p:txBody>
      </p:sp>
      <p:sp>
        <p:nvSpPr>
          <p:cNvPr id="10" name="Rectangle 9">
            <a:extLst>
              <a:ext uri="{FF2B5EF4-FFF2-40B4-BE49-F238E27FC236}">
                <a16:creationId xmlns:a16="http://schemas.microsoft.com/office/drawing/2014/main" id="{AF53C1B7-5EB9-4589-9684-3FFE15633E66}"/>
              </a:ext>
            </a:extLst>
          </p:cNvPr>
          <p:cNvSpPr/>
          <p:nvPr/>
        </p:nvSpPr>
        <p:spPr bwMode="auto">
          <a:xfrm>
            <a:off x="274638" y="4873178"/>
            <a:ext cx="1830960" cy="183096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endParaRPr lang="en-US" sz="2000" dirty="0">
              <a:gradFill>
                <a:gsLst>
                  <a:gs pos="0">
                    <a:srgbClr val="FFFFFF"/>
                  </a:gs>
                  <a:gs pos="100000">
                    <a:srgbClr val="FFFFFF"/>
                  </a:gs>
                </a:gsLst>
                <a:lin ang="5400000" scaled="0"/>
              </a:gradFill>
              <a:cs typeface="Segoe UI" pitchFamily="34" charset="0"/>
            </a:endParaRPr>
          </a:p>
        </p:txBody>
      </p:sp>
      <p:sp>
        <p:nvSpPr>
          <p:cNvPr id="11" name="Text Placeholder 4">
            <a:extLst>
              <a:ext uri="{FF2B5EF4-FFF2-40B4-BE49-F238E27FC236}">
                <a16:creationId xmlns:a16="http://schemas.microsoft.com/office/drawing/2014/main" id="{C66E2EF0-15D7-4795-8AB9-4CFED7BE0E92}"/>
              </a:ext>
            </a:extLst>
          </p:cNvPr>
          <p:cNvSpPr txBox="1">
            <a:spLocks/>
          </p:cNvSpPr>
          <p:nvPr/>
        </p:nvSpPr>
        <p:spPr>
          <a:xfrm>
            <a:off x="2119738" y="4873178"/>
            <a:ext cx="10058400" cy="1783080"/>
          </a:xfrm>
          <a:prstGeom prst="rect">
            <a:avLst/>
          </a:prstGeom>
        </p:spPr>
        <p:txBody>
          <a:bodyPr wrap="none" lIns="182880" tIns="146304" rIns="182880" bIns="146304" anchor="t"/>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200" spc="-70" dirty="0">
                <a:gradFill>
                  <a:gsLst>
                    <a:gs pos="5417">
                      <a:schemeClr val="tx1"/>
                    </a:gs>
                    <a:gs pos="28000">
                      <a:schemeClr val="tx1"/>
                    </a:gs>
                  </a:gsLst>
                  <a:lin ang="5400000" scaled="0"/>
                </a:gradFill>
                <a:latin typeface="Segoe UI Light"/>
              </a:rPr>
              <a:t>The goal is for the same device support that IoT Hub offers</a:t>
            </a:r>
            <a:endParaRPr lang="en-US" sz="2000" spc="-70" dirty="0">
              <a:gradFill>
                <a:gsLst>
                  <a:gs pos="5417">
                    <a:schemeClr val="tx1"/>
                  </a:gs>
                  <a:gs pos="28000">
                    <a:schemeClr val="tx1"/>
                  </a:gs>
                </a:gsLst>
                <a:lin ang="5400000" scaled="0"/>
              </a:gradFill>
              <a:latin typeface="Segoe UI" panose="020B0502040204020203" pitchFamily="34" charset="0"/>
              <a:cs typeface="Segoe UI" panose="020B0502040204020203" pitchFamily="34" charset="0"/>
            </a:endParaRPr>
          </a:p>
        </p:txBody>
      </p:sp>
      <p:sp>
        <p:nvSpPr>
          <p:cNvPr id="12" name="IoT_Hub" descr="IoT hub&#10;">
            <a:extLst>
              <a:ext uri="{FF2B5EF4-FFF2-40B4-BE49-F238E27FC236}">
                <a16:creationId xmlns:a16="http://schemas.microsoft.com/office/drawing/2014/main" id="{B874D391-B971-4F51-8CF2-751E0A5FAEF3}"/>
              </a:ext>
            </a:extLst>
          </p:cNvPr>
          <p:cNvSpPr>
            <a:spLocks noChangeAspect="1" noEditPoints="1"/>
          </p:cNvSpPr>
          <p:nvPr/>
        </p:nvSpPr>
        <p:spPr bwMode="auto">
          <a:xfrm>
            <a:off x="868998" y="5444678"/>
            <a:ext cx="640080" cy="640080"/>
          </a:xfrm>
          <a:custGeom>
            <a:avLst/>
            <a:gdLst>
              <a:gd name="T0" fmla="*/ 274 w 360"/>
              <a:gd name="T1" fmla="*/ 0 h 360"/>
              <a:gd name="T2" fmla="*/ 360 w 360"/>
              <a:gd name="T3" fmla="*/ 0 h 360"/>
              <a:gd name="T4" fmla="*/ 360 w 360"/>
              <a:gd name="T5" fmla="*/ 85 h 360"/>
              <a:gd name="T6" fmla="*/ 0 w 360"/>
              <a:gd name="T7" fmla="*/ 275 h 360"/>
              <a:gd name="T8" fmla="*/ 0 w 360"/>
              <a:gd name="T9" fmla="*/ 360 h 360"/>
              <a:gd name="T10" fmla="*/ 85 w 360"/>
              <a:gd name="T11" fmla="*/ 360 h 360"/>
              <a:gd name="T12" fmla="*/ 196 w 360"/>
              <a:gd name="T13" fmla="*/ 176 h 360"/>
              <a:gd name="T14" fmla="*/ 235 w 360"/>
              <a:gd name="T15" fmla="*/ 215 h 360"/>
              <a:gd name="T16" fmla="*/ 274 w 360"/>
              <a:gd name="T17" fmla="*/ 176 h 360"/>
              <a:gd name="T18" fmla="*/ 235 w 360"/>
              <a:gd name="T19" fmla="*/ 137 h 360"/>
              <a:gd name="T20" fmla="*/ 196 w 360"/>
              <a:gd name="T21" fmla="*/ 176 h 360"/>
              <a:gd name="T22" fmla="*/ 263 w 360"/>
              <a:gd name="T23" fmla="*/ 260 h 360"/>
              <a:gd name="T24" fmla="*/ 290 w 360"/>
              <a:gd name="T25" fmla="*/ 286 h 360"/>
              <a:gd name="T26" fmla="*/ 316 w 360"/>
              <a:gd name="T27" fmla="*/ 260 h 360"/>
              <a:gd name="T28" fmla="*/ 290 w 360"/>
              <a:gd name="T29" fmla="*/ 233 h 360"/>
              <a:gd name="T30" fmla="*/ 263 w 360"/>
              <a:gd name="T31" fmla="*/ 260 h 360"/>
              <a:gd name="T32" fmla="*/ 123 w 360"/>
              <a:gd name="T33" fmla="*/ 258 h 360"/>
              <a:gd name="T34" fmla="*/ 144 w 360"/>
              <a:gd name="T35" fmla="*/ 279 h 360"/>
              <a:gd name="T36" fmla="*/ 165 w 360"/>
              <a:gd name="T37" fmla="*/ 258 h 360"/>
              <a:gd name="T38" fmla="*/ 144 w 360"/>
              <a:gd name="T39" fmla="*/ 236 h 360"/>
              <a:gd name="T40" fmla="*/ 123 w 360"/>
              <a:gd name="T41" fmla="*/ 258 h 360"/>
              <a:gd name="T42" fmla="*/ 32 w 360"/>
              <a:gd name="T43" fmla="*/ 170 h 360"/>
              <a:gd name="T44" fmla="*/ 59 w 360"/>
              <a:gd name="T45" fmla="*/ 196 h 360"/>
              <a:gd name="T46" fmla="*/ 85 w 360"/>
              <a:gd name="T47" fmla="*/ 170 h 360"/>
              <a:gd name="T48" fmla="*/ 59 w 360"/>
              <a:gd name="T49" fmla="*/ 143 h 360"/>
              <a:gd name="T50" fmla="*/ 32 w 360"/>
              <a:gd name="T51" fmla="*/ 170 h 360"/>
              <a:gd name="T52" fmla="*/ 133 w 360"/>
              <a:gd name="T53" fmla="*/ 74 h 360"/>
              <a:gd name="T54" fmla="*/ 160 w 360"/>
              <a:gd name="T55" fmla="*/ 100 h 360"/>
              <a:gd name="T56" fmla="*/ 187 w 360"/>
              <a:gd name="T57" fmla="*/ 74 h 360"/>
              <a:gd name="T58" fmla="*/ 160 w 360"/>
              <a:gd name="T59" fmla="*/ 47 h 360"/>
              <a:gd name="T60" fmla="*/ 133 w 360"/>
              <a:gd name="T61" fmla="*/ 74 h 360"/>
              <a:gd name="T62" fmla="*/ 176 w 360"/>
              <a:gd name="T63" fmla="*/ 95 h 360"/>
              <a:gd name="T64" fmla="*/ 214 w 360"/>
              <a:gd name="T65" fmla="*/ 143 h 360"/>
              <a:gd name="T66" fmla="*/ 274 w 360"/>
              <a:gd name="T67" fmla="*/ 238 h 360"/>
              <a:gd name="T68" fmla="*/ 256 w 360"/>
              <a:gd name="T69" fmla="*/ 211 h 360"/>
              <a:gd name="T70" fmla="*/ 161 w 360"/>
              <a:gd name="T71" fmla="*/ 245 h 360"/>
              <a:gd name="T72" fmla="*/ 208 w 360"/>
              <a:gd name="T73" fmla="*/ 204 h 360"/>
              <a:gd name="T74" fmla="*/ 85 w 360"/>
              <a:gd name="T75" fmla="*/ 173 h 360"/>
              <a:gd name="T76" fmla="*/ 196 w 360"/>
              <a:gd name="T77" fmla="*/ 176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60" h="360">
                <a:moveTo>
                  <a:pt x="274" y="0"/>
                </a:moveTo>
                <a:cubicBezTo>
                  <a:pt x="360" y="0"/>
                  <a:pt x="360" y="0"/>
                  <a:pt x="360" y="0"/>
                </a:cubicBezTo>
                <a:cubicBezTo>
                  <a:pt x="360" y="85"/>
                  <a:pt x="360" y="85"/>
                  <a:pt x="360" y="85"/>
                </a:cubicBezTo>
                <a:moveTo>
                  <a:pt x="0" y="275"/>
                </a:moveTo>
                <a:cubicBezTo>
                  <a:pt x="0" y="360"/>
                  <a:pt x="0" y="360"/>
                  <a:pt x="0" y="360"/>
                </a:cubicBezTo>
                <a:cubicBezTo>
                  <a:pt x="85" y="360"/>
                  <a:pt x="85" y="360"/>
                  <a:pt x="85" y="360"/>
                </a:cubicBezTo>
                <a:moveTo>
                  <a:pt x="196" y="176"/>
                </a:moveTo>
                <a:cubicBezTo>
                  <a:pt x="196" y="198"/>
                  <a:pt x="213" y="215"/>
                  <a:pt x="235" y="215"/>
                </a:cubicBezTo>
                <a:cubicBezTo>
                  <a:pt x="256" y="215"/>
                  <a:pt x="274" y="198"/>
                  <a:pt x="274" y="176"/>
                </a:cubicBezTo>
                <a:cubicBezTo>
                  <a:pt x="274" y="155"/>
                  <a:pt x="256" y="137"/>
                  <a:pt x="235" y="137"/>
                </a:cubicBezTo>
                <a:cubicBezTo>
                  <a:pt x="213" y="137"/>
                  <a:pt x="196" y="155"/>
                  <a:pt x="196" y="176"/>
                </a:cubicBezTo>
                <a:close/>
                <a:moveTo>
                  <a:pt x="263" y="260"/>
                </a:moveTo>
                <a:cubicBezTo>
                  <a:pt x="263" y="274"/>
                  <a:pt x="275" y="286"/>
                  <a:pt x="290" y="286"/>
                </a:cubicBezTo>
                <a:cubicBezTo>
                  <a:pt x="304" y="286"/>
                  <a:pt x="316" y="274"/>
                  <a:pt x="316" y="260"/>
                </a:cubicBezTo>
                <a:cubicBezTo>
                  <a:pt x="316" y="245"/>
                  <a:pt x="304" y="233"/>
                  <a:pt x="290" y="233"/>
                </a:cubicBezTo>
                <a:cubicBezTo>
                  <a:pt x="275" y="233"/>
                  <a:pt x="263" y="245"/>
                  <a:pt x="263" y="260"/>
                </a:cubicBezTo>
                <a:close/>
                <a:moveTo>
                  <a:pt x="123" y="258"/>
                </a:moveTo>
                <a:cubicBezTo>
                  <a:pt x="123" y="270"/>
                  <a:pt x="132" y="279"/>
                  <a:pt x="144" y="279"/>
                </a:cubicBezTo>
                <a:cubicBezTo>
                  <a:pt x="156" y="279"/>
                  <a:pt x="165" y="270"/>
                  <a:pt x="165" y="258"/>
                </a:cubicBezTo>
                <a:cubicBezTo>
                  <a:pt x="165" y="246"/>
                  <a:pt x="156" y="236"/>
                  <a:pt x="144" y="236"/>
                </a:cubicBezTo>
                <a:cubicBezTo>
                  <a:pt x="132" y="236"/>
                  <a:pt x="123" y="246"/>
                  <a:pt x="123" y="258"/>
                </a:cubicBezTo>
                <a:close/>
                <a:moveTo>
                  <a:pt x="32" y="170"/>
                </a:moveTo>
                <a:cubicBezTo>
                  <a:pt x="32" y="184"/>
                  <a:pt x="44" y="196"/>
                  <a:pt x="59" y="196"/>
                </a:cubicBezTo>
                <a:cubicBezTo>
                  <a:pt x="73" y="196"/>
                  <a:pt x="85" y="184"/>
                  <a:pt x="85" y="170"/>
                </a:cubicBezTo>
                <a:cubicBezTo>
                  <a:pt x="85" y="155"/>
                  <a:pt x="73" y="143"/>
                  <a:pt x="59" y="143"/>
                </a:cubicBezTo>
                <a:cubicBezTo>
                  <a:pt x="44" y="143"/>
                  <a:pt x="32" y="155"/>
                  <a:pt x="32" y="170"/>
                </a:cubicBezTo>
                <a:close/>
                <a:moveTo>
                  <a:pt x="133" y="74"/>
                </a:moveTo>
                <a:cubicBezTo>
                  <a:pt x="133" y="88"/>
                  <a:pt x="145" y="100"/>
                  <a:pt x="160" y="100"/>
                </a:cubicBezTo>
                <a:cubicBezTo>
                  <a:pt x="175" y="100"/>
                  <a:pt x="187" y="88"/>
                  <a:pt x="187" y="74"/>
                </a:cubicBezTo>
                <a:cubicBezTo>
                  <a:pt x="187" y="59"/>
                  <a:pt x="175" y="47"/>
                  <a:pt x="160" y="47"/>
                </a:cubicBezTo>
                <a:cubicBezTo>
                  <a:pt x="145" y="47"/>
                  <a:pt x="133" y="59"/>
                  <a:pt x="133" y="74"/>
                </a:cubicBezTo>
                <a:close/>
                <a:moveTo>
                  <a:pt x="176" y="95"/>
                </a:moveTo>
                <a:cubicBezTo>
                  <a:pt x="214" y="143"/>
                  <a:pt x="214" y="143"/>
                  <a:pt x="214" y="143"/>
                </a:cubicBezTo>
                <a:moveTo>
                  <a:pt x="274" y="238"/>
                </a:moveTo>
                <a:cubicBezTo>
                  <a:pt x="256" y="211"/>
                  <a:pt x="256" y="211"/>
                  <a:pt x="256" y="211"/>
                </a:cubicBezTo>
                <a:moveTo>
                  <a:pt x="161" y="245"/>
                </a:moveTo>
                <a:cubicBezTo>
                  <a:pt x="208" y="204"/>
                  <a:pt x="208" y="204"/>
                  <a:pt x="208" y="204"/>
                </a:cubicBezTo>
                <a:moveTo>
                  <a:pt x="85" y="173"/>
                </a:moveTo>
                <a:cubicBezTo>
                  <a:pt x="196" y="176"/>
                  <a:pt x="196" y="176"/>
                  <a:pt x="196" y="176"/>
                </a:cubicBezTo>
              </a:path>
            </a:pathLst>
          </a:custGeom>
          <a:noFill/>
          <a:ln w="31750" cap="sq">
            <a:solidFill>
              <a:schemeClr val="bg1"/>
            </a:solidFill>
            <a:prstDash val="soli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gradFill>
                <a:gsLst>
                  <a:gs pos="0">
                    <a:srgbClr val="505050"/>
                  </a:gs>
                  <a:gs pos="100000">
                    <a:srgbClr val="505050"/>
                  </a:gs>
                </a:gsLst>
              </a:gradFill>
            </a:endParaRPr>
          </a:p>
        </p:txBody>
      </p:sp>
    </p:spTree>
    <p:extLst>
      <p:ext uri="{BB962C8B-B14F-4D97-AF65-F5344CB8AC3E}">
        <p14:creationId xmlns:p14="http://schemas.microsoft.com/office/powerpoint/2010/main" val="1496629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E0757-1FD1-4040-9E42-B5B58F2935B1}"/>
              </a:ext>
            </a:extLst>
          </p:cNvPr>
          <p:cNvSpPr>
            <a:spLocks noGrp="1"/>
          </p:cNvSpPr>
          <p:nvPr>
            <p:ph type="title"/>
          </p:nvPr>
        </p:nvSpPr>
        <p:spPr/>
        <p:txBody>
          <a:bodyPr/>
          <a:lstStyle/>
          <a:p>
            <a:r>
              <a:rPr lang="en-US" dirty="0"/>
              <a:t>Details on the security flow</a:t>
            </a:r>
          </a:p>
        </p:txBody>
      </p:sp>
    </p:spTree>
    <p:extLst>
      <p:ext uri="{BB962C8B-B14F-4D97-AF65-F5344CB8AC3E}">
        <p14:creationId xmlns:p14="http://schemas.microsoft.com/office/powerpoint/2010/main" val="3642366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Verifying a device’s identity</a:t>
            </a:r>
          </a:p>
        </p:txBody>
      </p:sp>
      <p:sp>
        <p:nvSpPr>
          <p:cNvPr id="7" name="Rectangle 6"/>
          <p:cNvSpPr/>
          <p:nvPr/>
        </p:nvSpPr>
        <p:spPr bwMode="auto">
          <a:xfrm>
            <a:off x="274638" y="1851352"/>
            <a:ext cx="5897880" cy="960109"/>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lang="en-US" sz="2800" dirty="0">
                <a:gradFill>
                  <a:gsLst>
                    <a:gs pos="0">
                      <a:srgbClr val="FFFFFF"/>
                    </a:gs>
                    <a:gs pos="100000">
                      <a:srgbClr val="FFFFFF"/>
                    </a:gs>
                  </a:gsLst>
                  <a:lin ang="5400000" scaled="0"/>
                </a:gradFill>
                <a:latin typeface="+mj-lt"/>
                <a:cs typeface="Segoe UI" pitchFamily="34" charset="0"/>
              </a:rPr>
              <a:t>Two types of device attestation supported</a:t>
            </a:r>
          </a:p>
        </p:txBody>
      </p:sp>
      <p:sp>
        <p:nvSpPr>
          <p:cNvPr id="8" name="Rectangle 7"/>
          <p:cNvSpPr/>
          <p:nvPr/>
        </p:nvSpPr>
        <p:spPr bwMode="auto">
          <a:xfrm>
            <a:off x="6219578" y="1851352"/>
            <a:ext cx="5943600" cy="960109"/>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lang="en-US" sz="2800" dirty="0">
                <a:gradFill>
                  <a:gsLst>
                    <a:gs pos="0">
                      <a:srgbClr val="FFFFFF"/>
                    </a:gs>
                    <a:gs pos="100000">
                      <a:srgbClr val="FFFFFF"/>
                    </a:gs>
                  </a:gsLst>
                  <a:lin ang="5400000" scaled="0"/>
                </a:gradFill>
                <a:latin typeface="+mj-lt"/>
                <a:cs typeface="Segoe UI" pitchFamily="34" charset="0"/>
              </a:rPr>
              <a:t>Four ways to store keys</a:t>
            </a:r>
          </a:p>
        </p:txBody>
      </p:sp>
      <p:sp>
        <p:nvSpPr>
          <p:cNvPr id="9" name="TextBox 8"/>
          <p:cNvSpPr txBox="1"/>
          <p:nvPr/>
        </p:nvSpPr>
        <p:spPr>
          <a:xfrm>
            <a:off x="274638" y="2811462"/>
            <a:ext cx="5897880" cy="3246110"/>
          </a:xfrm>
          <a:prstGeom prst="rect">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46304" rIns="182880" bIns="146304" rtlCol="0" anchor="t"/>
          <a:lstStyle>
            <a:defPPr>
              <a:defRPr lang="en-US"/>
            </a:defPPr>
            <a:lvl1pPr defTabSz="932472" fontAlgn="base">
              <a:spcBef>
                <a:spcPct val="0"/>
              </a:spcBef>
              <a:spcAft>
                <a:spcPct val="0"/>
              </a:spcAft>
              <a:defRPr>
                <a:gradFill>
                  <a:gsLst>
                    <a:gs pos="14159">
                      <a:srgbClr val="505050"/>
                    </a:gs>
                    <a:gs pos="38000">
                      <a:srgbClr val="505050"/>
                    </a:gs>
                  </a:gsLst>
                  <a:lin ang="5400000" scaled="0"/>
                </a:gradFill>
                <a:ea typeface="Segoe UI" pitchFamily="34" charset="0"/>
                <a:cs typeface="Segoe UI" pitchFamily="34" charset="0"/>
              </a:defRPr>
            </a:lvl1pPr>
          </a:lstStyle>
          <a:p>
            <a:r>
              <a:rPr lang="en-US" sz="2400" b="1" dirty="0"/>
              <a:t>X.509</a:t>
            </a:r>
            <a:r>
              <a:rPr lang="en-US" sz="2400" dirty="0"/>
              <a:t>: following the standard X.509 authentication flow</a:t>
            </a:r>
          </a:p>
          <a:p>
            <a:endParaRPr lang="en-US" sz="2400" dirty="0"/>
          </a:p>
          <a:p>
            <a:r>
              <a:rPr lang="en-US" sz="2400" b="1" dirty="0"/>
              <a:t>Trusted Platform Module</a:t>
            </a:r>
            <a:r>
              <a:rPr lang="en-US" sz="2400" dirty="0"/>
              <a:t>: following the TPM standard for verifying possession of the TPM’s private endorsement key</a:t>
            </a:r>
          </a:p>
        </p:txBody>
      </p:sp>
      <p:sp>
        <p:nvSpPr>
          <p:cNvPr id="10" name="TextBox 9"/>
          <p:cNvSpPr txBox="1"/>
          <p:nvPr/>
        </p:nvSpPr>
        <p:spPr>
          <a:xfrm>
            <a:off x="6219578" y="2811462"/>
            <a:ext cx="5942260" cy="3246110"/>
          </a:xfrm>
          <a:prstGeom prst="rect">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46304" rIns="182880" bIns="146304" rtlCol="0" anchor="t"/>
          <a:lstStyle>
            <a:defPPr>
              <a:defRPr lang="en-US"/>
            </a:defPPr>
            <a:lvl1pPr defTabSz="932472" fontAlgn="base">
              <a:spcBef>
                <a:spcPct val="0"/>
              </a:spcBef>
              <a:spcAft>
                <a:spcPct val="0"/>
              </a:spcAft>
              <a:defRPr>
                <a:gradFill>
                  <a:gsLst>
                    <a:gs pos="14159">
                      <a:srgbClr val="505050"/>
                    </a:gs>
                    <a:gs pos="38000">
                      <a:srgbClr val="505050"/>
                    </a:gs>
                  </a:gsLst>
                  <a:lin ang="5400000" scaled="0"/>
                </a:gradFill>
                <a:ea typeface="Segoe UI" pitchFamily="34" charset="0"/>
                <a:cs typeface="Segoe UI" pitchFamily="34" charset="0"/>
              </a:defRPr>
            </a:lvl1pPr>
          </a:lstStyle>
          <a:p>
            <a:r>
              <a:rPr lang="en-US" sz="2400" dirty="0"/>
              <a:t>HSM using X.509 certificates</a:t>
            </a:r>
          </a:p>
          <a:p>
            <a:r>
              <a:rPr lang="en-US" sz="2400" dirty="0"/>
              <a:t>Trusted Platform Module (a type of HSM)</a:t>
            </a:r>
          </a:p>
          <a:p>
            <a:r>
              <a:rPr lang="en-US" sz="2400" dirty="0"/>
              <a:t>Emulated X.509 certificates</a:t>
            </a:r>
          </a:p>
          <a:p>
            <a:r>
              <a:rPr lang="en-US" sz="2400" dirty="0"/>
              <a:t>Emulated TPM</a:t>
            </a:r>
          </a:p>
        </p:txBody>
      </p:sp>
    </p:spTree>
    <p:extLst>
      <p:ext uri="{BB962C8B-B14F-4D97-AF65-F5344CB8AC3E}">
        <p14:creationId xmlns:p14="http://schemas.microsoft.com/office/powerpoint/2010/main" val="247616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A75B6-6398-4D97-BC24-87DBF0778575}"/>
              </a:ext>
            </a:extLst>
          </p:cNvPr>
          <p:cNvSpPr>
            <a:spLocks noGrp="1"/>
          </p:cNvSpPr>
          <p:nvPr>
            <p:ph type="title"/>
          </p:nvPr>
        </p:nvSpPr>
        <p:spPr/>
        <p:txBody>
          <a:bodyPr/>
          <a:lstStyle/>
          <a:p>
            <a:r>
              <a:rPr lang="en-US" dirty="0"/>
              <a:t>Provisioning process</a:t>
            </a:r>
          </a:p>
        </p:txBody>
      </p:sp>
      <p:sp>
        <p:nvSpPr>
          <p:cNvPr id="4" name="Rectangle 3">
            <a:extLst>
              <a:ext uri="{FF2B5EF4-FFF2-40B4-BE49-F238E27FC236}">
                <a16:creationId xmlns:a16="http://schemas.microsoft.com/office/drawing/2014/main" id="{B0E2184D-B124-4062-A020-698C19A9FAF7}"/>
              </a:ext>
            </a:extLst>
          </p:cNvPr>
          <p:cNvSpPr/>
          <p:nvPr/>
        </p:nvSpPr>
        <p:spPr bwMode="auto">
          <a:xfrm>
            <a:off x="273988" y="1209700"/>
            <a:ext cx="3657600" cy="54864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lnSpc>
                <a:spcPct val="90000"/>
              </a:lnSpc>
              <a:spcBef>
                <a:spcPct val="0"/>
              </a:spcBef>
              <a:spcAft>
                <a:spcPct val="0"/>
              </a:spcAft>
            </a:pPr>
            <a:r>
              <a:rPr lang="en-US" sz="3600" dirty="0">
                <a:gradFill>
                  <a:gsLst>
                    <a:gs pos="0">
                      <a:srgbClr val="FFFFFF"/>
                    </a:gs>
                    <a:gs pos="100000">
                      <a:srgbClr val="FFFFFF"/>
                    </a:gs>
                  </a:gsLst>
                  <a:lin ang="5400000" scaled="0"/>
                </a:gradFill>
                <a:latin typeface="+mj-lt"/>
                <a:ea typeface="Segoe UI" pitchFamily="34" charset="0"/>
                <a:cs typeface="Segoe UI" pitchFamily="34" charset="0"/>
              </a:rPr>
              <a:t>There are two distinct steps with security flows</a:t>
            </a:r>
          </a:p>
        </p:txBody>
      </p:sp>
      <p:sp>
        <p:nvSpPr>
          <p:cNvPr id="6" name="TextBox 5">
            <a:extLst>
              <a:ext uri="{FF2B5EF4-FFF2-40B4-BE49-F238E27FC236}">
                <a16:creationId xmlns:a16="http://schemas.microsoft.com/office/drawing/2014/main" id="{39CFFD41-AEB5-4480-BDC6-FA020F7DBF24}"/>
              </a:ext>
            </a:extLst>
          </p:cNvPr>
          <p:cNvSpPr txBox="1"/>
          <p:nvPr/>
        </p:nvSpPr>
        <p:spPr>
          <a:xfrm>
            <a:off x="3977957" y="1209700"/>
            <a:ext cx="8183880" cy="2697480"/>
          </a:xfrm>
          <a:prstGeom prst="rect">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46304" rIns="182880" bIns="146304" rtlCol="0" anchor="ctr"/>
          <a:lstStyle>
            <a:defPPr>
              <a:defRPr lang="en-US"/>
            </a:defPPr>
            <a:lvl1pPr defTabSz="932472" fontAlgn="base">
              <a:spcBef>
                <a:spcPct val="0"/>
              </a:spcBef>
              <a:spcAft>
                <a:spcPct val="0"/>
              </a:spcAft>
              <a:defRPr>
                <a:gradFill>
                  <a:gsLst>
                    <a:gs pos="14159">
                      <a:srgbClr val="505050"/>
                    </a:gs>
                    <a:gs pos="38000">
                      <a:srgbClr val="505050"/>
                    </a:gs>
                  </a:gsLst>
                  <a:lin ang="5400000" scaled="0"/>
                </a:gradFill>
                <a:ea typeface="Segoe UI" pitchFamily="34" charset="0"/>
                <a:cs typeface="Segoe UI" pitchFamily="34" charset="0"/>
              </a:defRPr>
            </a:lvl1pPr>
          </a:lstStyle>
          <a:p>
            <a:r>
              <a:rPr lang="en-US" sz="3200" dirty="0">
                <a:latin typeface="+mj-lt"/>
              </a:rPr>
              <a:t>The </a:t>
            </a:r>
            <a:r>
              <a:rPr lang="en-US" sz="3200" b="1" dirty="0">
                <a:latin typeface="+mj-lt"/>
              </a:rPr>
              <a:t>manufacture step</a:t>
            </a:r>
            <a:r>
              <a:rPr lang="en-US" sz="3200" dirty="0">
                <a:latin typeface="+mj-lt"/>
              </a:rPr>
              <a:t> in which the enrollment information is harvested and placed in the enrollment list</a:t>
            </a:r>
          </a:p>
        </p:txBody>
      </p:sp>
      <p:sp>
        <p:nvSpPr>
          <p:cNvPr id="7" name="TextBox 6">
            <a:extLst>
              <a:ext uri="{FF2B5EF4-FFF2-40B4-BE49-F238E27FC236}">
                <a16:creationId xmlns:a16="http://schemas.microsoft.com/office/drawing/2014/main" id="{B5D2FC26-2A06-49D7-8002-91B5F7D9DBBF}"/>
              </a:ext>
            </a:extLst>
          </p:cNvPr>
          <p:cNvSpPr txBox="1"/>
          <p:nvPr/>
        </p:nvSpPr>
        <p:spPr>
          <a:xfrm>
            <a:off x="3977957" y="3952900"/>
            <a:ext cx="8183880" cy="2743200"/>
          </a:xfrm>
          <a:prstGeom prst="rect">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46304" rIns="182880" bIns="146304" rtlCol="0" anchor="ctr"/>
          <a:lstStyle>
            <a:defPPr>
              <a:defRPr lang="en-US"/>
            </a:defPPr>
            <a:lvl1pPr defTabSz="932472" fontAlgn="base">
              <a:spcBef>
                <a:spcPct val="0"/>
              </a:spcBef>
              <a:spcAft>
                <a:spcPct val="0"/>
              </a:spcAft>
              <a:defRPr>
                <a:gradFill>
                  <a:gsLst>
                    <a:gs pos="14159">
                      <a:srgbClr val="505050"/>
                    </a:gs>
                    <a:gs pos="38000">
                      <a:srgbClr val="505050"/>
                    </a:gs>
                  </a:gsLst>
                  <a:lin ang="5400000" scaled="0"/>
                </a:gradFill>
                <a:ea typeface="Segoe UI" pitchFamily="34" charset="0"/>
                <a:cs typeface="Segoe UI" pitchFamily="34" charset="0"/>
              </a:defRPr>
            </a:lvl1pPr>
          </a:lstStyle>
          <a:p>
            <a:r>
              <a:rPr lang="en-US" sz="3200" dirty="0">
                <a:latin typeface="+mj-lt"/>
              </a:rPr>
              <a:t>The </a:t>
            </a:r>
            <a:r>
              <a:rPr lang="en-US" sz="3200" b="1" dirty="0">
                <a:latin typeface="+mj-lt"/>
              </a:rPr>
              <a:t>registration step </a:t>
            </a:r>
            <a:r>
              <a:rPr lang="en-US" sz="3200" dirty="0">
                <a:latin typeface="+mj-lt"/>
              </a:rPr>
              <a:t>in which the device phones home to the DPS</a:t>
            </a:r>
          </a:p>
        </p:txBody>
      </p:sp>
    </p:spTree>
    <p:extLst>
      <p:ext uri="{BB962C8B-B14F-4D97-AF65-F5344CB8AC3E}">
        <p14:creationId xmlns:p14="http://schemas.microsoft.com/office/powerpoint/2010/main" val="3446831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p:cNvGrpSpPr/>
          <p:nvPr/>
        </p:nvGrpSpPr>
        <p:grpSpPr>
          <a:xfrm>
            <a:off x="3057942" y="2076089"/>
            <a:ext cx="1092238" cy="2106973"/>
            <a:chOff x="555147" y="879773"/>
            <a:chExt cx="1070919" cy="5677546"/>
          </a:xfrm>
        </p:grpSpPr>
        <p:sp>
          <p:nvSpPr>
            <p:cNvPr id="3" name="TextBox 2"/>
            <p:cNvSpPr txBox="1"/>
            <p:nvPr/>
          </p:nvSpPr>
          <p:spPr>
            <a:xfrm>
              <a:off x="555147" y="879773"/>
              <a:ext cx="1070919" cy="944016"/>
            </a:xfrm>
            <a:prstGeom prst="rect">
              <a:avLst/>
            </a:prstGeom>
            <a:noFill/>
          </p:spPr>
          <p:txBody>
            <a:bodyPr wrap="square" rtlCol="0">
              <a:spAutoFit/>
            </a:bodyPr>
            <a:lstStyle/>
            <a:p>
              <a:pPr algn="ctr"/>
              <a:r>
                <a:rPr lang="en-US" sz="1632" u="sng">
                  <a:latin typeface="Segoe UI Light" panose="020B0502040204020203" pitchFamily="34" charset="0"/>
                  <a:cs typeface="Segoe UI Light" panose="020B0502040204020203" pitchFamily="34" charset="0"/>
                </a:rPr>
                <a:t>Device</a:t>
              </a:r>
            </a:p>
          </p:txBody>
        </p:sp>
        <p:cxnSp>
          <p:nvCxnSpPr>
            <p:cNvPr id="7" name="Straight Connector 6"/>
            <p:cNvCxnSpPr>
              <a:cxnSpLocks/>
              <a:stCxn id="3" idx="2"/>
            </p:cNvCxnSpPr>
            <p:nvPr/>
          </p:nvCxnSpPr>
          <p:spPr>
            <a:xfrm flipH="1">
              <a:off x="1079159" y="1823789"/>
              <a:ext cx="11448" cy="473353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3" name="Group 12"/>
          <p:cNvGrpSpPr/>
          <p:nvPr/>
        </p:nvGrpSpPr>
        <p:grpSpPr>
          <a:xfrm>
            <a:off x="7256269" y="2057704"/>
            <a:ext cx="2487770" cy="2086937"/>
            <a:chOff x="3333449" y="933763"/>
            <a:chExt cx="2439212" cy="5623555"/>
          </a:xfrm>
        </p:grpSpPr>
        <p:sp>
          <p:nvSpPr>
            <p:cNvPr id="4" name="TextBox 3"/>
            <p:cNvSpPr txBox="1"/>
            <p:nvPr/>
          </p:nvSpPr>
          <p:spPr>
            <a:xfrm>
              <a:off x="3333449" y="933763"/>
              <a:ext cx="2439212" cy="944015"/>
            </a:xfrm>
            <a:prstGeom prst="rect">
              <a:avLst/>
            </a:prstGeom>
            <a:noFill/>
          </p:spPr>
          <p:txBody>
            <a:bodyPr wrap="square" rtlCol="0">
              <a:spAutoFit/>
            </a:bodyPr>
            <a:lstStyle/>
            <a:p>
              <a:pPr algn="ctr"/>
              <a:r>
                <a:rPr lang="en-US" sz="1632" u="sng">
                  <a:latin typeface="Segoe UI Light" panose="020B0502040204020203" pitchFamily="34" charset="0"/>
                  <a:cs typeface="Segoe UI Light" panose="020B0502040204020203" pitchFamily="34" charset="0"/>
                </a:rPr>
                <a:t>DPS</a:t>
              </a:r>
            </a:p>
          </p:txBody>
        </p:sp>
        <p:cxnSp>
          <p:nvCxnSpPr>
            <p:cNvPr id="8" name="Straight Connector 7"/>
            <p:cNvCxnSpPr>
              <a:cxnSpLocks/>
              <a:stCxn id="4" idx="2"/>
            </p:cNvCxnSpPr>
            <p:nvPr/>
          </p:nvCxnSpPr>
          <p:spPr>
            <a:xfrm>
              <a:off x="4553055" y="1877778"/>
              <a:ext cx="5" cy="467954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a:xfrm>
            <a:off x="9800129" y="2053989"/>
            <a:ext cx="1599708" cy="2129072"/>
            <a:chOff x="7704030" y="820223"/>
            <a:chExt cx="1568484" cy="5737095"/>
          </a:xfrm>
        </p:grpSpPr>
        <p:sp>
          <p:nvSpPr>
            <p:cNvPr id="25" name="TextBox 24"/>
            <p:cNvSpPr txBox="1"/>
            <p:nvPr/>
          </p:nvSpPr>
          <p:spPr>
            <a:xfrm>
              <a:off x="7704030" y="820223"/>
              <a:ext cx="1568484" cy="944015"/>
            </a:xfrm>
            <a:prstGeom prst="rect">
              <a:avLst/>
            </a:prstGeom>
            <a:noFill/>
          </p:spPr>
          <p:txBody>
            <a:bodyPr wrap="square" rtlCol="0">
              <a:spAutoFit/>
            </a:bodyPr>
            <a:lstStyle/>
            <a:p>
              <a:pPr algn="ctr"/>
              <a:r>
                <a:rPr lang="en-US" sz="1632" u="sng">
                  <a:latin typeface="Segoe UI Light" panose="020B0502040204020203" pitchFamily="34" charset="0"/>
                  <a:cs typeface="Segoe UI Light" panose="020B0502040204020203" pitchFamily="34" charset="0"/>
                </a:rPr>
                <a:t>DPS ID lookup</a:t>
              </a:r>
            </a:p>
          </p:txBody>
        </p:sp>
        <p:cxnSp>
          <p:nvCxnSpPr>
            <p:cNvPr id="26" name="Straight Connector 25"/>
            <p:cNvCxnSpPr>
              <a:cxnSpLocks/>
              <a:stCxn id="25" idx="2"/>
            </p:cNvCxnSpPr>
            <p:nvPr/>
          </p:nvCxnSpPr>
          <p:spPr>
            <a:xfrm flipH="1">
              <a:off x="8474272" y="1764238"/>
              <a:ext cx="14000" cy="479308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9" name="Group 28"/>
          <p:cNvGrpSpPr/>
          <p:nvPr/>
        </p:nvGrpSpPr>
        <p:grpSpPr>
          <a:xfrm>
            <a:off x="504684" y="2499963"/>
            <a:ext cx="1412654" cy="1058219"/>
            <a:chOff x="838307" y="1450661"/>
            <a:chExt cx="1385081" cy="1277661"/>
          </a:xfrm>
        </p:grpSpPr>
        <p:sp>
          <p:nvSpPr>
            <p:cNvPr id="30" name="Left Brace 29"/>
            <p:cNvSpPr/>
            <p:nvPr/>
          </p:nvSpPr>
          <p:spPr>
            <a:xfrm>
              <a:off x="1841983" y="1450661"/>
              <a:ext cx="381405" cy="127766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24">
                <a:latin typeface="Segoe UI Light" panose="020B0502040204020203" pitchFamily="34" charset="0"/>
                <a:cs typeface="Segoe UI Light" panose="020B0502040204020203" pitchFamily="34" charset="0"/>
              </a:endParaRPr>
            </a:p>
          </p:txBody>
        </p:sp>
        <p:sp>
          <p:nvSpPr>
            <p:cNvPr id="31" name="TextBox 30"/>
            <p:cNvSpPr txBox="1"/>
            <p:nvPr/>
          </p:nvSpPr>
          <p:spPr>
            <a:xfrm>
              <a:off x="838307" y="1962720"/>
              <a:ext cx="985171" cy="577656"/>
            </a:xfrm>
            <a:prstGeom prst="rect">
              <a:avLst/>
            </a:prstGeom>
            <a:noFill/>
          </p:spPr>
          <p:txBody>
            <a:bodyPr wrap="square" rtlCol="0">
              <a:spAutoFit/>
            </a:bodyPr>
            <a:lstStyle/>
            <a:p>
              <a:r>
                <a:rPr lang="en-US" sz="1224">
                  <a:latin typeface="Segoe UI Light" panose="020B0502040204020203" pitchFamily="34" charset="0"/>
                  <a:cs typeface="Segoe UI Light" panose="020B0502040204020203" pitchFamily="34" charset="0"/>
                </a:rPr>
                <a:t>Factory Provisioning</a:t>
              </a:r>
            </a:p>
          </p:txBody>
        </p:sp>
      </p:grpSp>
      <p:grpSp>
        <p:nvGrpSpPr>
          <p:cNvPr id="39" name="Group 38"/>
          <p:cNvGrpSpPr/>
          <p:nvPr/>
        </p:nvGrpSpPr>
        <p:grpSpPr>
          <a:xfrm>
            <a:off x="4977420" y="2098111"/>
            <a:ext cx="1092238" cy="2084951"/>
            <a:chOff x="565201" y="939114"/>
            <a:chExt cx="1070919" cy="5618205"/>
          </a:xfrm>
        </p:grpSpPr>
        <p:sp>
          <p:nvSpPr>
            <p:cNvPr id="40" name="TextBox 39"/>
            <p:cNvSpPr txBox="1"/>
            <p:nvPr/>
          </p:nvSpPr>
          <p:spPr>
            <a:xfrm>
              <a:off x="565201" y="939114"/>
              <a:ext cx="1070919" cy="944016"/>
            </a:xfrm>
            <a:prstGeom prst="rect">
              <a:avLst/>
            </a:prstGeom>
            <a:noFill/>
          </p:spPr>
          <p:txBody>
            <a:bodyPr wrap="square" rtlCol="0">
              <a:spAutoFit/>
            </a:bodyPr>
            <a:lstStyle/>
            <a:p>
              <a:pPr algn="ctr"/>
              <a:r>
                <a:rPr lang="en-US" sz="1632" u="sng">
                  <a:latin typeface="Segoe UI Light" panose="020B0502040204020203" pitchFamily="34" charset="0"/>
                  <a:cs typeface="Segoe UI Light" panose="020B0502040204020203" pitchFamily="34" charset="0"/>
                </a:rPr>
                <a:t>Factory</a:t>
              </a:r>
            </a:p>
          </p:txBody>
        </p:sp>
        <p:cxnSp>
          <p:nvCxnSpPr>
            <p:cNvPr id="41" name="Straight Connector 40"/>
            <p:cNvCxnSpPr>
              <a:cxnSpLocks/>
              <a:stCxn id="40" idx="2"/>
            </p:cNvCxnSpPr>
            <p:nvPr/>
          </p:nvCxnSpPr>
          <p:spPr>
            <a:xfrm flipH="1">
              <a:off x="1079159" y="1883130"/>
              <a:ext cx="21502" cy="4674189"/>
            </a:xfrm>
            <a:prstGeom prst="line">
              <a:avLst/>
            </a:prstGeom>
          </p:spPr>
          <p:style>
            <a:lnRef idx="1">
              <a:schemeClr val="accent1"/>
            </a:lnRef>
            <a:fillRef idx="0">
              <a:schemeClr val="accent1"/>
            </a:fillRef>
            <a:effectRef idx="0">
              <a:schemeClr val="accent1"/>
            </a:effectRef>
            <a:fontRef idx="minor">
              <a:schemeClr val="tx1"/>
            </a:fontRef>
          </p:style>
        </p:cxnSp>
      </p:grpSp>
      <p:sp>
        <p:nvSpPr>
          <p:cNvPr id="42" name="Arrow: Left 41"/>
          <p:cNvSpPr/>
          <p:nvPr/>
        </p:nvSpPr>
        <p:spPr>
          <a:xfrm>
            <a:off x="3637786" y="2502723"/>
            <a:ext cx="1903785" cy="279781"/>
          </a:xfrm>
          <a:prstGeom prst="lef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Harvest TPM for </a:t>
            </a:r>
            <a:r>
              <a:rPr lang="en-US" sz="1224" err="1">
                <a:latin typeface="Segoe UI Light" panose="020B0502040204020203" pitchFamily="34" charset="0"/>
                <a:cs typeface="Segoe UI Light" panose="020B0502040204020203" pitchFamily="34" charset="0"/>
              </a:rPr>
              <a:t>RegistrationId</a:t>
            </a:r>
            <a:r>
              <a:rPr lang="en-US" sz="1224">
                <a:latin typeface="Segoe UI Light" panose="020B0502040204020203" pitchFamily="34" charset="0"/>
                <a:cs typeface="Segoe UI Light" panose="020B0502040204020203" pitchFamily="34" charset="0"/>
              </a:rPr>
              <a:t> + </a:t>
            </a:r>
            <a:r>
              <a:rPr lang="en-US" sz="1224" err="1">
                <a:latin typeface="Segoe UI Light" panose="020B0502040204020203" pitchFamily="34" charset="0"/>
                <a:cs typeface="Segoe UI Light" panose="020B0502040204020203" pitchFamily="34" charset="0"/>
              </a:rPr>
              <a:t>EKPublic</a:t>
            </a:r>
            <a:endParaRPr lang="en-US" sz="1224">
              <a:latin typeface="Segoe UI Light" panose="020B0502040204020203" pitchFamily="34" charset="0"/>
              <a:cs typeface="Segoe UI Light" panose="020B0502040204020203" pitchFamily="34" charset="0"/>
            </a:endParaRPr>
          </a:p>
        </p:txBody>
      </p:sp>
      <p:sp>
        <p:nvSpPr>
          <p:cNvPr id="43" name="Arrow: Right 42"/>
          <p:cNvSpPr/>
          <p:nvPr/>
        </p:nvSpPr>
        <p:spPr>
          <a:xfrm>
            <a:off x="5528962" y="3313888"/>
            <a:ext cx="2971192" cy="277259"/>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Call DPS to enroll device with </a:t>
            </a:r>
            <a:r>
              <a:rPr lang="en-US" sz="1224" err="1">
                <a:latin typeface="Segoe UI Light" panose="020B0502040204020203" pitchFamily="34" charset="0"/>
                <a:cs typeface="Segoe UI Light" panose="020B0502040204020203" pitchFamily="34" charset="0"/>
              </a:rPr>
              <a:t>RegId</a:t>
            </a:r>
            <a:r>
              <a:rPr lang="en-US" sz="1224">
                <a:latin typeface="Segoe UI Light" panose="020B0502040204020203" pitchFamily="34" charset="0"/>
                <a:cs typeface="Segoe UI Light" panose="020B0502040204020203" pitchFamily="34" charset="0"/>
              </a:rPr>
              <a:t> + EK</a:t>
            </a:r>
          </a:p>
        </p:txBody>
      </p:sp>
      <p:sp>
        <p:nvSpPr>
          <p:cNvPr id="57" name="Arrow: Right 56"/>
          <p:cNvSpPr/>
          <p:nvPr/>
        </p:nvSpPr>
        <p:spPr>
          <a:xfrm>
            <a:off x="8533766" y="3508656"/>
            <a:ext cx="2051933" cy="277259"/>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Push enrollment to storage</a:t>
            </a:r>
          </a:p>
        </p:txBody>
      </p:sp>
      <p:grpSp>
        <p:nvGrpSpPr>
          <p:cNvPr id="58" name="Group 57"/>
          <p:cNvGrpSpPr/>
          <p:nvPr/>
        </p:nvGrpSpPr>
        <p:grpSpPr>
          <a:xfrm>
            <a:off x="1717436" y="2087180"/>
            <a:ext cx="758486" cy="2087479"/>
            <a:chOff x="719416" y="932301"/>
            <a:chExt cx="743681" cy="5625018"/>
          </a:xfrm>
        </p:grpSpPr>
        <p:sp>
          <p:nvSpPr>
            <p:cNvPr id="61" name="TextBox 60"/>
            <p:cNvSpPr txBox="1"/>
            <p:nvPr/>
          </p:nvSpPr>
          <p:spPr>
            <a:xfrm>
              <a:off x="719416" y="932301"/>
              <a:ext cx="743681" cy="944016"/>
            </a:xfrm>
            <a:prstGeom prst="rect">
              <a:avLst/>
            </a:prstGeom>
            <a:noFill/>
          </p:spPr>
          <p:txBody>
            <a:bodyPr wrap="square" rtlCol="0">
              <a:spAutoFit/>
            </a:bodyPr>
            <a:lstStyle/>
            <a:p>
              <a:pPr algn="ctr"/>
              <a:r>
                <a:rPr lang="en-US" sz="1632" u="sng">
                  <a:latin typeface="Segoe UI Light" panose="020B0502040204020203" pitchFamily="34" charset="0"/>
                  <a:cs typeface="Segoe UI Light" panose="020B0502040204020203" pitchFamily="34" charset="0"/>
                </a:rPr>
                <a:t>TPM</a:t>
              </a:r>
            </a:p>
          </p:txBody>
        </p:sp>
        <p:cxnSp>
          <p:nvCxnSpPr>
            <p:cNvPr id="62" name="Straight Connector 61"/>
            <p:cNvCxnSpPr>
              <a:cxnSpLocks/>
              <a:stCxn id="61" idx="2"/>
            </p:cNvCxnSpPr>
            <p:nvPr/>
          </p:nvCxnSpPr>
          <p:spPr>
            <a:xfrm flipH="1">
              <a:off x="1079159" y="1876317"/>
              <a:ext cx="12098" cy="4681002"/>
            </a:xfrm>
            <a:prstGeom prst="line">
              <a:avLst/>
            </a:prstGeom>
          </p:spPr>
          <p:style>
            <a:lnRef idx="1">
              <a:schemeClr val="accent1"/>
            </a:lnRef>
            <a:fillRef idx="0">
              <a:schemeClr val="accent1"/>
            </a:fillRef>
            <a:effectRef idx="0">
              <a:schemeClr val="accent1"/>
            </a:effectRef>
            <a:fontRef idx="minor">
              <a:schemeClr val="tx1"/>
            </a:fontRef>
          </p:style>
        </p:cxnSp>
      </p:grpSp>
      <p:sp>
        <p:nvSpPr>
          <p:cNvPr id="65" name="Arrow: Right 64"/>
          <p:cNvSpPr/>
          <p:nvPr/>
        </p:nvSpPr>
        <p:spPr>
          <a:xfrm>
            <a:off x="3637786" y="3192042"/>
            <a:ext cx="1891177" cy="277259"/>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err="1">
                <a:latin typeface="Segoe UI Light" panose="020B0502040204020203" pitchFamily="34" charset="0"/>
                <a:cs typeface="Segoe UI Light" panose="020B0502040204020203" pitchFamily="34" charset="0"/>
              </a:rPr>
              <a:t>RegistrationId</a:t>
            </a:r>
            <a:r>
              <a:rPr lang="en-US" sz="1224">
                <a:latin typeface="Segoe UI Light" panose="020B0502040204020203" pitchFamily="34" charset="0"/>
                <a:cs typeface="Segoe UI Light" panose="020B0502040204020203" pitchFamily="34" charset="0"/>
              </a:rPr>
              <a:t> + </a:t>
            </a:r>
            <a:r>
              <a:rPr lang="en-US" sz="1224" err="1">
                <a:latin typeface="Segoe UI Light" panose="020B0502040204020203" pitchFamily="34" charset="0"/>
                <a:cs typeface="Segoe UI Light" panose="020B0502040204020203" pitchFamily="34" charset="0"/>
              </a:rPr>
              <a:t>EKPublic</a:t>
            </a:r>
            <a:endParaRPr lang="en-US" sz="1224">
              <a:latin typeface="Segoe UI Light" panose="020B0502040204020203" pitchFamily="34" charset="0"/>
              <a:cs typeface="Segoe UI Light" panose="020B0502040204020203" pitchFamily="34" charset="0"/>
            </a:endParaRPr>
          </a:p>
        </p:txBody>
      </p:sp>
      <p:sp>
        <p:nvSpPr>
          <p:cNvPr id="72" name="Arrow: Right 71"/>
          <p:cNvSpPr/>
          <p:nvPr/>
        </p:nvSpPr>
        <p:spPr>
          <a:xfrm>
            <a:off x="2126347" y="2461950"/>
            <a:ext cx="1481770" cy="277259"/>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Get </a:t>
            </a:r>
            <a:r>
              <a:rPr lang="en-US" sz="1224" err="1">
                <a:latin typeface="Segoe UI Light" panose="020B0502040204020203" pitchFamily="34" charset="0"/>
                <a:cs typeface="Segoe UI Light" panose="020B0502040204020203" pitchFamily="34" charset="0"/>
              </a:rPr>
              <a:t>EKPublic</a:t>
            </a:r>
            <a:endParaRPr lang="en-US" sz="1224">
              <a:latin typeface="Segoe UI Light" panose="020B0502040204020203" pitchFamily="34" charset="0"/>
              <a:cs typeface="Segoe UI Light" panose="020B0502040204020203" pitchFamily="34" charset="0"/>
            </a:endParaRPr>
          </a:p>
        </p:txBody>
      </p:sp>
      <p:sp>
        <p:nvSpPr>
          <p:cNvPr id="5" name="Title 4">
            <a:extLst>
              <a:ext uri="{FF2B5EF4-FFF2-40B4-BE49-F238E27FC236}">
                <a16:creationId xmlns:a16="http://schemas.microsoft.com/office/drawing/2014/main" id="{363CBACF-7F19-4F7D-9387-3028B6A2B2B3}"/>
              </a:ext>
            </a:extLst>
          </p:cNvPr>
          <p:cNvSpPr>
            <a:spLocks noGrp="1"/>
          </p:cNvSpPr>
          <p:nvPr>
            <p:ph type="title"/>
          </p:nvPr>
        </p:nvSpPr>
        <p:spPr/>
        <p:txBody>
          <a:bodyPr/>
          <a:lstStyle/>
          <a:p>
            <a:r>
              <a:rPr lang="en-US"/>
              <a:t>Manufacture flow for TPM</a:t>
            </a:r>
          </a:p>
        </p:txBody>
      </p:sp>
    </p:spTree>
    <p:extLst>
      <p:ext uri="{BB962C8B-B14F-4D97-AF65-F5344CB8AC3E}">
        <p14:creationId xmlns:p14="http://schemas.microsoft.com/office/powerpoint/2010/main" val="1357768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p:cNvGrpSpPr/>
          <p:nvPr/>
        </p:nvGrpSpPr>
        <p:grpSpPr>
          <a:xfrm>
            <a:off x="3417722" y="1677991"/>
            <a:ext cx="1092238" cy="5110494"/>
            <a:chOff x="563672" y="939113"/>
            <a:chExt cx="1070919" cy="5618206"/>
          </a:xfrm>
        </p:grpSpPr>
        <p:sp>
          <p:nvSpPr>
            <p:cNvPr id="3" name="TextBox 2"/>
            <p:cNvSpPr txBox="1"/>
            <p:nvPr/>
          </p:nvSpPr>
          <p:spPr>
            <a:xfrm>
              <a:off x="563672" y="939113"/>
              <a:ext cx="1070919" cy="314750"/>
            </a:xfrm>
            <a:prstGeom prst="rect">
              <a:avLst/>
            </a:prstGeom>
            <a:noFill/>
          </p:spPr>
          <p:txBody>
            <a:bodyPr wrap="square" rtlCol="0">
              <a:spAutoFit/>
            </a:bodyPr>
            <a:lstStyle/>
            <a:p>
              <a:pPr algn="ctr"/>
              <a:r>
                <a:rPr lang="en-US" sz="1224" u="sng">
                  <a:latin typeface="Segoe UI Light" panose="020B0502040204020203" pitchFamily="34" charset="0"/>
                  <a:cs typeface="Segoe UI Light" panose="020B0502040204020203" pitchFamily="34" charset="0"/>
                </a:rPr>
                <a:t>Device</a:t>
              </a:r>
            </a:p>
          </p:txBody>
        </p:sp>
        <p:cxnSp>
          <p:nvCxnSpPr>
            <p:cNvPr id="7" name="Straight Connector 6"/>
            <p:cNvCxnSpPr>
              <a:cxnSpLocks/>
              <a:stCxn id="3" idx="2"/>
            </p:cNvCxnSpPr>
            <p:nvPr/>
          </p:nvCxnSpPr>
          <p:spPr>
            <a:xfrm flipH="1">
              <a:off x="1079158" y="1253863"/>
              <a:ext cx="19974" cy="5303456"/>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3" name="Group 12"/>
          <p:cNvGrpSpPr/>
          <p:nvPr/>
        </p:nvGrpSpPr>
        <p:grpSpPr>
          <a:xfrm>
            <a:off x="7187628" y="1706586"/>
            <a:ext cx="2487770" cy="5043479"/>
            <a:chOff x="3347221" y="1012786"/>
            <a:chExt cx="2439212" cy="5544533"/>
          </a:xfrm>
        </p:grpSpPr>
        <p:sp>
          <p:nvSpPr>
            <p:cNvPr id="4" name="TextBox 3"/>
            <p:cNvSpPr txBox="1"/>
            <p:nvPr/>
          </p:nvSpPr>
          <p:spPr>
            <a:xfrm>
              <a:off x="3347221" y="1012786"/>
              <a:ext cx="2439212" cy="314750"/>
            </a:xfrm>
            <a:prstGeom prst="rect">
              <a:avLst/>
            </a:prstGeom>
            <a:noFill/>
          </p:spPr>
          <p:txBody>
            <a:bodyPr wrap="square" rtlCol="0">
              <a:spAutoFit/>
            </a:bodyPr>
            <a:lstStyle/>
            <a:p>
              <a:pPr algn="ctr"/>
              <a:r>
                <a:rPr lang="en-US" sz="1224" u="sng">
                  <a:latin typeface="Segoe UI Light" panose="020B0502040204020203" pitchFamily="34" charset="0"/>
                  <a:cs typeface="Segoe UI Light" panose="020B0502040204020203" pitchFamily="34" charset="0"/>
                </a:rPr>
                <a:t>Device Registration Service</a:t>
              </a:r>
            </a:p>
          </p:txBody>
        </p:sp>
        <p:cxnSp>
          <p:nvCxnSpPr>
            <p:cNvPr id="8" name="Straight Connector 7"/>
            <p:cNvCxnSpPr>
              <a:cxnSpLocks/>
              <a:stCxn id="4" idx="2"/>
            </p:cNvCxnSpPr>
            <p:nvPr/>
          </p:nvCxnSpPr>
          <p:spPr>
            <a:xfrm flipH="1">
              <a:off x="4553061" y="1327536"/>
              <a:ext cx="13766" cy="5229783"/>
            </a:xfrm>
            <a:prstGeom prst="line">
              <a:avLst/>
            </a:prstGeom>
          </p:spPr>
          <p:style>
            <a:lnRef idx="1">
              <a:schemeClr val="accent1"/>
            </a:lnRef>
            <a:fillRef idx="0">
              <a:schemeClr val="accent1"/>
            </a:fillRef>
            <a:effectRef idx="0">
              <a:schemeClr val="accent1"/>
            </a:effectRef>
            <a:fontRef idx="minor">
              <a:schemeClr val="tx1"/>
            </a:fontRef>
          </p:style>
        </p:cxnSp>
      </p:grpSp>
      <p:sp>
        <p:nvSpPr>
          <p:cNvPr id="10" name="Arrow: Right 9"/>
          <p:cNvSpPr/>
          <p:nvPr/>
        </p:nvSpPr>
        <p:spPr>
          <a:xfrm>
            <a:off x="3968675" y="2189895"/>
            <a:ext cx="4448792" cy="277259"/>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Device opens TLS connection to DPS (device trust to server using standard SSL cert trust)</a:t>
            </a:r>
          </a:p>
        </p:txBody>
      </p:sp>
      <p:sp>
        <p:nvSpPr>
          <p:cNvPr id="11" name="Arrow: Right 10"/>
          <p:cNvSpPr/>
          <p:nvPr/>
        </p:nvSpPr>
        <p:spPr>
          <a:xfrm>
            <a:off x="3960272" y="2568928"/>
            <a:ext cx="4457193" cy="277259"/>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Request sends </a:t>
            </a:r>
            <a:r>
              <a:rPr lang="en-US" sz="1224" err="1">
                <a:latin typeface="Segoe UI Light" panose="020B0502040204020203" pitchFamily="34" charset="0"/>
                <a:cs typeface="Segoe UI Light" panose="020B0502040204020203" pitchFamily="34" charset="0"/>
              </a:rPr>
              <a:t>RegId</a:t>
            </a:r>
            <a:r>
              <a:rPr lang="en-US" sz="1224">
                <a:latin typeface="Segoe UI Light" panose="020B0502040204020203" pitchFamily="34" charset="0"/>
                <a:cs typeface="Segoe UI Light" panose="020B0502040204020203" pitchFamily="34" charset="0"/>
              </a:rPr>
              <a:t> and EK + </a:t>
            </a:r>
            <a:r>
              <a:rPr lang="en-US" sz="1224" err="1">
                <a:latin typeface="Segoe UI Light" panose="020B0502040204020203" pitchFamily="34" charset="0"/>
                <a:cs typeface="Segoe UI Light" panose="020B0502040204020203" pitchFamily="34" charset="0"/>
              </a:rPr>
              <a:t>StorageRootKey</a:t>
            </a:r>
            <a:r>
              <a:rPr lang="en-US" sz="1224">
                <a:latin typeface="Segoe UI Light" panose="020B0502040204020203" pitchFamily="34" charset="0"/>
                <a:cs typeface="Segoe UI Light" panose="020B0502040204020203" pitchFamily="34" charset="0"/>
              </a:rPr>
              <a:t> (</a:t>
            </a:r>
            <a:r>
              <a:rPr lang="en-US" sz="1224" err="1">
                <a:latin typeface="Segoe UI Light" panose="020B0502040204020203" pitchFamily="34" charset="0"/>
                <a:cs typeface="Segoe UI Light" panose="020B0502040204020203" pitchFamily="34" charset="0"/>
              </a:rPr>
              <a:t>SRKPublic</a:t>
            </a:r>
            <a:r>
              <a:rPr lang="en-US" sz="1224">
                <a:latin typeface="Segoe UI Light" panose="020B0502040204020203" pitchFamily="34" charset="0"/>
                <a:cs typeface="Segoe UI Light" panose="020B0502040204020203" pitchFamily="34" charset="0"/>
              </a:rPr>
              <a:t>)</a:t>
            </a:r>
          </a:p>
        </p:txBody>
      </p:sp>
      <p:grpSp>
        <p:nvGrpSpPr>
          <p:cNvPr id="15" name="Group 14"/>
          <p:cNvGrpSpPr/>
          <p:nvPr/>
        </p:nvGrpSpPr>
        <p:grpSpPr>
          <a:xfrm>
            <a:off x="11146213" y="1677991"/>
            <a:ext cx="954435" cy="5102091"/>
            <a:chOff x="8039318" y="948350"/>
            <a:chExt cx="935806" cy="5608968"/>
          </a:xfrm>
        </p:grpSpPr>
        <p:sp>
          <p:nvSpPr>
            <p:cNvPr id="16" name="TextBox 15"/>
            <p:cNvSpPr txBox="1"/>
            <p:nvPr/>
          </p:nvSpPr>
          <p:spPr>
            <a:xfrm>
              <a:off x="8039318" y="948350"/>
              <a:ext cx="935806" cy="314750"/>
            </a:xfrm>
            <a:prstGeom prst="rect">
              <a:avLst/>
            </a:prstGeom>
            <a:noFill/>
          </p:spPr>
          <p:txBody>
            <a:bodyPr wrap="square" rtlCol="0">
              <a:spAutoFit/>
            </a:bodyPr>
            <a:lstStyle/>
            <a:p>
              <a:pPr algn="ctr"/>
              <a:r>
                <a:rPr lang="en-US" sz="1224" u="sng">
                  <a:latin typeface="Segoe UI Light" panose="020B0502040204020203" pitchFamily="34" charset="0"/>
                  <a:cs typeface="Segoe UI Light" panose="020B0502040204020203" pitchFamily="34" charset="0"/>
                </a:rPr>
                <a:t>IoT hub</a:t>
              </a:r>
            </a:p>
          </p:txBody>
        </p:sp>
        <p:cxnSp>
          <p:nvCxnSpPr>
            <p:cNvPr id="17" name="Straight Connector 16"/>
            <p:cNvCxnSpPr>
              <a:cxnSpLocks/>
              <a:stCxn id="16" idx="2"/>
            </p:cNvCxnSpPr>
            <p:nvPr/>
          </p:nvCxnSpPr>
          <p:spPr>
            <a:xfrm flipH="1">
              <a:off x="8474271" y="1263100"/>
              <a:ext cx="32950" cy="5294218"/>
            </a:xfrm>
            <a:prstGeom prst="line">
              <a:avLst/>
            </a:prstGeom>
          </p:spPr>
          <p:style>
            <a:lnRef idx="1">
              <a:schemeClr val="accent1"/>
            </a:lnRef>
            <a:fillRef idx="0">
              <a:schemeClr val="accent1"/>
            </a:fillRef>
            <a:effectRef idx="0">
              <a:schemeClr val="accent1"/>
            </a:effectRef>
            <a:fontRef idx="minor">
              <a:schemeClr val="tx1"/>
            </a:fontRef>
          </p:style>
        </p:cxnSp>
      </p:grpSp>
      <p:sp>
        <p:nvSpPr>
          <p:cNvPr id="20" name="Arrow: Left 19"/>
          <p:cNvSpPr/>
          <p:nvPr/>
        </p:nvSpPr>
        <p:spPr>
          <a:xfrm>
            <a:off x="3976443" y="2868436"/>
            <a:ext cx="4415185" cy="279781"/>
          </a:xfrm>
          <a:prstGeom prst="lef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Send 401 with session key (encrypted with EK + SRK)</a:t>
            </a:r>
          </a:p>
        </p:txBody>
      </p:sp>
      <p:grpSp>
        <p:nvGrpSpPr>
          <p:cNvPr id="28" name="Group 27"/>
          <p:cNvGrpSpPr/>
          <p:nvPr/>
        </p:nvGrpSpPr>
        <p:grpSpPr>
          <a:xfrm>
            <a:off x="290910" y="2272862"/>
            <a:ext cx="1848018" cy="2062328"/>
            <a:chOff x="411441" y="1450661"/>
            <a:chExt cx="1811947" cy="1596716"/>
          </a:xfrm>
        </p:grpSpPr>
        <p:sp>
          <p:nvSpPr>
            <p:cNvPr id="21" name="Left Brace 20"/>
            <p:cNvSpPr/>
            <p:nvPr/>
          </p:nvSpPr>
          <p:spPr>
            <a:xfrm>
              <a:off x="1841983" y="1450661"/>
              <a:ext cx="381405" cy="15967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24">
                <a:latin typeface="Segoe UI Light" panose="020B0502040204020203" pitchFamily="34" charset="0"/>
                <a:cs typeface="Segoe UI Light" panose="020B0502040204020203" pitchFamily="34" charset="0"/>
              </a:endParaRPr>
            </a:p>
          </p:txBody>
        </p:sp>
        <p:sp>
          <p:nvSpPr>
            <p:cNvPr id="22" name="TextBox 21"/>
            <p:cNvSpPr txBox="1"/>
            <p:nvPr/>
          </p:nvSpPr>
          <p:spPr>
            <a:xfrm>
              <a:off x="411441" y="1907217"/>
              <a:ext cx="1518323" cy="363194"/>
            </a:xfrm>
            <a:prstGeom prst="rect">
              <a:avLst/>
            </a:prstGeom>
            <a:noFill/>
          </p:spPr>
          <p:txBody>
            <a:bodyPr wrap="square" rtlCol="0">
              <a:spAutoFit/>
            </a:bodyPr>
            <a:lstStyle/>
            <a:p>
              <a:r>
                <a:rPr lang="en-US" sz="1224">
                  <a:latin typeface="Segoe UI Light" panose="020B0502040204020203" pitchFamily="34" charset="0"/>
                  <a:cs typeface="Segoe UI Light" panose="020B0502040204020203" pitchFamily="34" charset="0"/>
                </a:rPr>
                <a:t>Device Authenticates with DPS</a:t>
              </a:r>
            </a:p>
          </p:txBody>
        </p:sp>
      </p:grpSp>
      <p:grpSp>
        <p:nvGrpSpPr>
          <p:cNvPr id="24" name="Group 23"/>
          <p:cNvGrpSpPr/>
          <p:nvPr/>
        </p:nvGrpSpPr>
        <p:grpSpPr>
          <a:xfrm>
            <a:off x="9523716" y="1706585"/>
            <a:ext cx="1428295" cy="5081898"/>
            <a:chOff x="7790537" y="970549"/>
            <a:chExt cx="1400416" cy="5586769"/>
          </a:xfrm>
        </p:grpSpPr>
        <p:sp>
          <p:nvSpPr>
            <p:cNvPr id="25" name="TextBox 24"/>
            <p:cNvSpPr txBox="1"/>
            <p:nvPr/>
          </p:nvSpPr>
          <p:spPr>
            <a:xfrm>
              <a:off x="7790537" y="970549"/>
              <a:ext cx="1400416" cy="314750"/>
            </a:xfrm>
            <a:prstGeom prst="rect">
              <a:avLst/>
            </a:prstGeom>
            <a:noFill/>
          </p:spPr>
          <p:txBody>
            <a:bodyPr wrap="square" rtlCol="0">
              <a:spAutoFit/>
            </a:bodyPr>
            <a:lstStyle/>
            <a:p>
              <a:pPr algn="ctr"/>
              <a:r>
                <a:rPr lang="en-US" sz="1224" u="sng">
                  <a:latin typeface="Segoe UI Light" panose="020B0502040204020203" pitchFamily="34" charset="0"/>
                  <a:cs typeface="Segoe UI Light" panose="020B0502040204020203" pitchFamily="34" charset="0"/>
                </a:rPr>
                <a:t>DPS ID lookup</a:t>
              </a:r>
            </a:p>
          </p:txBody>
        </p:sp>
        <p:cxnSp>
          <p:nvCxnSpPr>
            <p:cNvPr id="26" name="Straight Connector 25"/>
            <p:cNvCxnSpPr>
              <a:cxnSpLocks/>
              <a:stCxn id="25" idx="2"/>
            </p:cNvCxnSpPr>
            <p:nvPr/>
          </p:nvCxnSpPr>
          <p:spPr>
            <a:xfrm flipH="1">
              <a:off x="8474271" y="1285299"/>
              <a:ext cx="16474" cy="5272019"/>
            </a:xfrm>
            <a:prstGeom prst="line">
              <a:avLst/>
            </a:prstGeom>
          </p:spPr>
          <p:style>
            <a:lnRef idx="1">
              <a:schemeClr val="accent1"/>
            </a:lnRef>
            <a:fillRef idx="0">
              <a:schemeClr val="accent1"/>
            </a:fillRef>
            <a:effectRef idx="0">
              <a:schemeClr val="accent1"/>
            </a:effectRef>
            <a:fontRef idx="minor">
              <a:schemeClr val="tx1"/>
            </a:fontRef>
          </p:style>
        </p:cxnSp>
      </p:grpSp>
      <p:sp>
        <p:nvSpPr>
          <p:cNvPr id="27" name="Arrow: Right 26"/>
          <p:cNvSpPr/>
          <p:nvPr/>
        </p:nvSpPr>
        <p:spPr>
          <a:xfrm>
            <a:off x="8422302" y="4595290"/>
            <a:ext cx="3192725" cy="277259"/>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Register device in IoT hub</a:t>
            </a:r>
          </a:p>
        </p:txBody>
      </p:sp>
      <p:sp>
        <p:nvSpPr>
          <p:cNvPr id="32" name="Arrow: Right 31"/>
          <p:cNvSpPr/>
          <p:nvPr/>
        </p:nvSpPr>
        <p:spPr>
          <a:xfrm>
            <a:off x="3977077" y="3748698"/>
            <a:ext cx="4457193" cy="277259"/>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Remake request with SAS </a:t>
            </a:r>
            <a:r>
              <a:rPr lang="en-US" sz="1224" err="1">
                <a:latin typeface="Segoe UI Light" panose="020B0502040204020203" pitchFamily="34" charset="0"/>
                <a:cs typeface="Segoe UI Light" panose="020B0502040204020203" pitchFamily="34" charset="0"/>
              </a:rPr>
              <a:t>auth</a:t>
            </a:r>
            <a:endParaRPr lang="en-US" sz="1224">
              <a:latin typeface="Segoe UI Light" panose="020B0502040204020203" pitchFamily="34" charset="0"/>
              <a:cs typeface="Segoe UI Light" panose="020B0502040204020203" pitchFamily="34" charset="0"/>
            </a:endParaRPr>
          </a:p>
        </p:txBody>
      </p:sp>
      <p:sp>
        <p:nvSpPr>
          <p:cNvPr id="33" name="Rectangle 32"/>
          <p:cNvSpPr/>
          <p:nvPr/>
        </p:nvSpPr>
        <p:spPr>
          <a:xfrm>
            <a:off x="8438478" y="3785731"/>
            <a:ext cx="1001488" cy="19322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Validate SAS</a:t>
            </a:r>
          </a:p>
        </p:txBody>
      </p:sp>
      <p:sp>
        <p:nvSpPr>
          <p:cNvPr id="34" name="Arrow: Left 33"/>
          <p:cNvSpPr/>
          <p:nvPr/>
        </p:nvSpPr>
        <p:spPr>
          <a:xfrm>
            <a:off x="3954806" y="5114254"/>
            <a:ext cx="4458458" cy="243146"/>
          </a:xfrm>
          <a:prstGeom prst="lef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Respond with hub info (device ID + hub URL + encrypted key)</a:t>
            </a:r>
          </a:p>
        </p:txBody>
      </p:sp>
      <p:grpSp>
        <p:nvGrpSpPr>
          <p:cNvPr id="38" name="Group 37"/>
          <p:cNvGrpSpPr/>
          <p:nvPr/>
        </p:nvGrpSpPr>
        <p:grpSpPr>
          <a:xfrm>
            <a:off x="454594" y="4335190"/>
            <a:ext cx="1676025" cy="1015324"/>
            <a:chOff x="428159" y="4555521"/>
            <a:chExt cx="1885031" cy="539779"/>
          </a:xfrm>
        </p:grpSpPr>
        <p:sp>
          <p:nvSpPr>
            <p:cNvPr id="36" name="Left Brace 35"/>
            <p:cNvSpPr/>
            <p:nvPr/>
          </p:nvSpPr>
          <p:spPr>
            <a:xfrm>
              <a:off x="1931785" y="4555521"/>
              <a:ext cx="381405" cy="53977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24">
                <a:latin typeface="Segoe UI Light" panose="020B0502040204020203" pitchFamily="34" charset="0"/>
                <a:cs typeface="Segoe UI Light" panose="020B0502040204020203" pitchFamily="34" charset="0"/>
              </a:endParaRPr>
            </a:p>
          </p:txBody>
        </p:sp>
        <p:sp>
          <p:nvSpPr>
            <p:cNvPr id="37" name="TextBox 36"/>
            <p:cNvSpPr txBox="1"/>
            <p:nvPr/>
          </p:nvSpPr>
          <p:spPr>
            <a:xfrm>
              <a:off x="428159" y="4750314"/>
              <a:ext cx="1496894" cy="152210"/>
            </a:xfrm>
            <a:prstGeom prst="rect">
              <a:avLst/>
            </a:prstGeom>
            <a:noFill/>
          </p:spPr>
          <p:txBody>
            <a:bodyPr wrap="square" rtlCol="0">
              <a:spAutoFit/>
            </a:bodyPr>
            <a:lstStyle/>
            <a:p>
              <a:r>
                <a:rPr lang="en-US" sz="1224">
                  <a:latin typeface="Segoe UI Light" panose="020B0502040204020203" pitchFamily="34" charset="0"/>
                  <a:cs typeface="Segoe UI Light" panose="020B0502040204020203" pitchFamily="34" charset="0"/>
                </a:rPr>
                <a:t>Hub registration</a:t>
              </a:r>
            </a:p>
          </p:txBody>
        </p:sp>
      </p:grpSp>
      <p:grpSp>
        <p:nvGrpSpPr>
          <p:cNvPr id="39" name="Group 38"/>
          <p:cNvGrpSpPr/>
          <p:nvPr/>
        </p:nvGrpSpPr>
        <p:grpSpPr>
          <a:xfrm>
            <a:off x="5025497" y="1699681"/>
            <a:ext cx="1092238" cy="5088805"/>
            <a:chOff x="555188" y="962957"/>
            <a:chExt cx="1070919" cy="5594362"/>
          </a:xfrm>
        </p:grpSpPr>
        <p:sp>
          <p:nvSpPr>
            <p:cNvPr id="40" name="TextBox 39"/>
            <p:cNvSpPr txBox="1"/>
            <p:nvPr/>
          </p:nvSpPr>
          <p:spPr>
            <a:xfrm>
              <a:off x="555188" y="962957"/>
              <a:ext cx="1070919" cy="314750"/>
            </a:xfrm>
            <a:prstGeom prst="rect">
              <a:avLst/>
            </a:prstGeom>
            <a:noFill/>
          </p:spPr>
          <p:txBody>
            <a:bodyPr wrap="square" rtlCol="0">
              <a:spAutoFit/>
            </a:bodyPr>
            <a:lstStyle/>
            <a:p>
              <a:pPr algn="ctr"/>
              <a:r>
                <a:rPr lang="en-US" sz="1224" u="sng">
                  <a:latin typeface="Segoe UI Light" panose="020B0502040204020203" pitchFamily="34" charset="0"/>
                  <a:cs typeface="Segoe UI Light" panose="020B0502040204020203" pitchFamily="34" charset="0"/>
                </a:rPr>
                <a:t>Factory</a:t>
              </a:r>
            </a:p>
          </p:txBody>
        </p:sp>
        <p:cxnSp>
          <p:nvCxnSpPr>
            <p:cNvPr id="41" name="Straight Connector 40"/>
            <p:cNvCxnSpPr>
              <a:cxnSpLocks/>
              <a:stCxn id="40" idx="2"/>
            </p:cNvCxnSpPr>
            <p:nvPr/>
          </p:nvCxnSpPr>
          <p:spPr>
            <a:xfrm flipH="1">
              <a:off x="1079158" y="1277707"/>
              <a:ext cx="11490" cy="5279612"/>
            </a:xfrm>
            <a:prstGeom prst="line">
              <a:avLst/>
            </a:prstGeom>
          </p:spPr>
          <p:style>
            <a:lnRef idx="1">
              <a:schemeClr val="accent1"/>
            </a:lnRef>
            <a:fillRef idx="0">
              <a:schemeClr val="accent1"/>
            </a:fillRef>
            <a:effectRef idx="0">
              <a:schemeClr val="accent1"/>
            </a:effectRef>
            <a:fontRef idx="minor">
              <a:schemeClr val="tx1"/>
            </a:fontRef>
          </p:style>
        </p:cxnSp>
      </p:grpSp>
      <p:sp>
        <p:nvSpPr>
          <p:cNvPr id="44" name="Arrow: Right 43"/>
          <p:cNvSpPr/>
          <p:nvPr/>
        </p:nvSpPr>
        <p:spPr>
          <a:xfrm>
            <a:off x="2347412" y="3468673"/>
            <a:ext cx="1596051" cy="277259"/>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Sign SAS token using key in slot 0</a:t>
            </a:r>
          </a:p>
        </p:txBody>
      </p:sp>
      <p:sp>
        <p:nvSpPr>
          <p:cNvPr id="48" name="Arrow: Right 47"/>
          <p:cNvSpPr/>
          <p:nvPr/>
        </p:nvSpPr>
        <p:spPr>
          <a:xfrm>
            <a:off x="8434274" y="4789427"/>
            <a:ext cx="3180754" cy="277259"/>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Push initial twin state</a:t>
            </a:r>
          </a:p>
        </p:txBody>
      </p:sp>
      <p:sp>
        <p:nvSpPr>
          <p:cNvPr id="49" name="Arrow: Right 48"/>
          <p:cNvSpPr/>
          <p:nvPr/>
        </p:nvSpPr>
        <p:spPr>
          <a:xfrm>
            <a:off x="3954807" y="5641564"/>
            <a:ext cx="7660222" cy="277259"/>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Connect to IoT hub using SAS token</a:t>
            </a:r>
          </a:p>
        </p:txBody>
      </p:sp>
      <p:sp>
        <p:nvSpPr>
          <p:cNvPr id="50" name="Arrow: Left 49"/>
          <p:cNvSpPr/>
          <p:nvPr/>
        </p:nvSpPr>
        <p:spPr>
          <a:xfrm>
            <a:off x="3943468" y="5883061"/>
            <a:ext cx="7637952" cy="287635"/>
          </a:xfrm>
          <a:prstGeom prst="lef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Twin desired properties</a:t>
            </a:r>
          </a:p>
        </p:txBody>
      </p:sp>
      <p:grpSp>
        <p:nvGrpSpPr>
          <p:cNvPr id="51" name="Group 50"/>
          <p:cNvGrpSpPr/>
          <p:nvPr/>
        </p:nvGrpSpPr>
        <p:grpSpPr>
          <a:xfrm>
            <a:off x="290909" y="5641556"/>
            <a:ext cx="1839709" cy="758605"/>
            <a:chOff x="244061" y="4555521"/>
            <a:chExt cx="2069129" cy="539779"/>
          </a:xfrm>
        </p:grpSpPr>
        <p:sp>
          <p:nvSpPr>
            <p:cNvPr id="52" name="Left Brace 51"/>
            <p:cNvSpPr/>
            <p:nvPr/>
          </p:nvSpPr>
          <p:spPr>
            <a:xfrm>
              <a:off x="1931785" y="4555521"/>
              <a:ext cx="381405" cy="53977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24">
                <a:latin typeface="Segoe UI Light" panose="020B0502040204020203" pitchFamily="34" charset="0"/>
                <a:cs typeface="Segoe UI Light" panose="020B0502040204020203" pitchFamily="34" charset="0"/>
              </a:endParaRPr>
            </a:p>
          </p:txBody>
        </p:sp>
        <p:sp>
          <p:nvSpPr>
            <p:cNvPr id="53" name="TextBox 52"/>
            <p:cNvSpPr txBox="1"/>
            <p:nvPr/>
          </p:nvSpPr>
          <p:spPr>
            <a:xfrm>
              <a:off x="244061" y="4657894"/>
              <a:ext cx="1669217" cy="333786"/>
            </a:xfrm>
            <a:prstGeom prst="rect">
              <a:avLst/>
            </a:prstGeom>
            <a:noFill/>
          </p:spPr>
          <p:txBody>
            <a:bodyPr wrap="square" rtlCol="0">
              <a:spAutoFit/>
            </a:bodyPr>
            <a:lstStyle/>
            <a:p>
              <a:r>
                <a:rPr lang="en-US" sz="1224">
                  <a:latin typeface="Segoe UI Light" panose="020B0502040204020203" pitchFamily="34" charset="0"/>
                  <a:cs typeface="Segoe UI Light" panose="020B0502040204020203" pitchFamily="34" charset="0"/>
                </a:rPr>
                <a:t>Device to IoT hub (day to day </a:t>
              </a:r>
              <a:r>
                <a:rPr lang="en-US" sz="1224" err="1">
                  <a:latin typeface="Segoe UI Light" panose="020B0502040204020203" pitchFamily="34" charset="0"/>
                  <a:cs typeface="Segoe UI Light" panose="020B0502040204020203" pitchFamily="34" charset="0"/>
                </a:rPr>
                <a:t>comms</a:t>
              </a:r>
              <a:r>
                <a:rPr lang="en-US" sz="1224">
                  <a:latin typeface="Segoe UI Light" panose="020B0502040204020203" pitchFamily="34" charset="0"/>
                  <a:cs typeface="Segoe UI Light" panose="020B0502040204020203" pitchFamily="34" charset="0"/>
                </a:rPr>
                <a:t>)</a:t>
              </a:r>
            </a:p>
          </p:txBody>
        </p:sp>
      </p:grpSp>
      <p:sp>
        <p:nvSpPr>
          <p:cNvPr id="55" name="Arrow: Right 54"/>
          <p:cNvSpPr/>
          <p:nvPr/>
        </p:nvSpPr>
        <p:spPr>
          <a:xfrm>
            <a:off x="3943469" y="6160319"/>
            <a:ext cx="7646355" cy="277259"/>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Telemetry</a:t>
            </a:r>
          </a:p>
        </p:txBody>
      </p:sp>
      <p:sp>
        <p:nvSpPr>
          <p:cNvPr id="54" name="Rectangle 53"/>
          <p:cNvSpPr/>
          <p:nvPr/>
        </p:nvSpPr>
        <p:spPr>
          <a:xfrm>
            <a:off x="3975814" y="3151962"/>
            <a:ext cx="1101397" cy="18847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Decrypt to TPM</a:t>
            </a:r>
          </a:p>
        </p:txBody>
      </p:sp>
      <p:sp>
        <p:nvSpPr>
          <p:cNvPr id="56" name="Rectangle 55"/>
          <p:cNvSpPr/>
          <p:nvPr/>
        </p:nvSpPr>
        <p:spPr>
          <a:xfrm>
            <a:off x="3973663" y="3438291"/>
            <a:ext cx="1586228" cy="310407"/>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Create SAS token by signing key in TPM</a:t>
            </a:r>
          </a:p>
        </p:txBody>
      </p:sp>
      <p:sp>
        <p:nvSpPr>
          <p:cNvPr id="59" name="Arrow: Left 58"/>
          <p:cNvSpPr/>
          <p:nvPr/>
        </p:nvSpPr>
        <p:spPr>
          <a:xfrm>
            <a:off x="3963841" y="4428004"/>
            <a:ext cx="4458458" cy="243146"/>
          </a:xfrm>
          <a:prstGeom prst="lef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Respond with </a:t>
            </a:r>
            <a:r>
              <a:rPr lang="en-US" sz="1224" err="1">
                <a:latin typeface="Segoe UI Light" panose="020B0502040204020203" pitchFamily="34" charset="0"/>
                <a:cs typeface="Segoe UI Light" panose="020B0502040204020203" pitchFamily="34" charset="0"/>
              </a:rPr>
              <a:t>operationId</a:t>
            </a:r>
            <a:r>
              <a:rPr lang="en-US" sz="1224">
                <a:latin typeface="Segoe UI Light" panose="020B0502040204020203" pitchFamily="34" charset="0"/>
                <a:cs typeface="Segoe UI Light" panose="020B0502040204020203" pitchFamily="34" charset="0"/>
              </a:rPr>
              <a:t> for long running registration operation</a:t>
            </a:r>
          </a:p>
        </p:txBody>
      </p:sp>
      <p:sp>
        <p:nvSpPr>
          <p:cNvPr id="60" name="Arrow: Right 59"/>
          <p:cNvSpPr/>
          <p:nvPr/>
        </p:nvSpPr>
        <p:spPr>
          <a:xfrm>
            <a:off x="3956071" y="4870368"/>
            <a:ext cx="4457193" cy="277259"/>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Poll with </a:t>
            </a:r>
            <a:r>
              <a:rPr lang="en-US" sz="1224" err="1">
                <a:latin typeface="Segoe UI Light" panose="020B0502040204020203" pitchFamily="34" charset="0"/>
                <a:cs typeface="Segoe UI Light" panose="020B0502040204020203" pitchFamily="34" charset="0"/>
              </a:rPr>
              <a:t>operationId</a:t>
            </a:r>
            <a:r>
              <a:rPr lang="en-US" sz="1224">
                <a:latin typeface="Segoe UI Light" panose="020B0502040204020203" pitchFamily="34" charset="0"/>
                <a:cs typeface="Segoe UI Light" panose="020B0502040204020203" pitchFamily="34" charset="0"/>
              </a:rPr>
              <a:t> until registration completion</a:t>
            </a:r>
          </a:p>
        </p:txBody>
      </p:sp>
      <p:grpSp>
        <p:nvGrpSpPr>
          <p:cNvPr id="58" name="Group 57"/>
          <p:cNvGrpSpPr/>
          <p:nvPr/>
        </p:nvGrpSpPr>
        <p:grpSpPr>
          <a:xfrm>
            <a:off x="1927544" y="1703436"/>
            <a:ext cx="758486" cy="5076647"/>
            <a:chOff x="719416" y="976322"/>
            <a:chExt cx="743681" cy="5580997"/>
          </a:xfrm>
        </p:grpSpPr>
        <p:sp>
          <p:nvSpPr>
            <p:cNvPr id="61" name="TextBox 60"/>
            <p:cNvSpPr txBox="1"/>
            <p:nvPr/>
          </p:nvSpPr>
          <p:spPr>
            <a:xfrm>
              <a:off x="719416" y="976322"/>
              <a:ext cx="743681" cy="314750"/>
            </a:xfrm>
            <a:prstGeom prst="rect">
              <a:avLst/>
            </a:prstGeom>
            <a:noFill/>
          </p:spPr>
          <p:txBody>
            <a:bodyPr wrap="square" rtlCol="0">
              <a:spAutoFit/>
            </a:bodyPr>
            <a:lstStyle/>
            <a:p>
              <a:pPr algn="ctr"/>
              <a:r>
                <a:rPr lang="en-US" sz="1224" u="sng">
                  <a:latin typeface="Segoe UI Light" panose="020B0502040204020203" pitchFamily="34" charset="0"/>
                  <a:cs typeface="Segoe UI Light" panose="020B0502040204020203" pitchFamily="34" charset="0"/>
                </a:rPr>
                <a:t>TPM</a:t>
              </a:r>
            </a:p>
          </p:txBody>
        </p:sp>
        <p:cxnSp>
          <p:nvCxnSpPr>
            <p:cNvPr id="62" name="Straight Connector 61"/>
            <p:cNvCxnSpPr>
              <a:cxnSpLocks/>
              <a:stCxn id="61" idx="2"/>
            </p:cNvCxnSpPr>
            <p:nvPr/>
          </p:nvCxnSpPr>
          <p:spPr>
            <a:xfrm flipH="1">
              <a:off x="1079159" y="1291072"/>
              <a:ext cx="12098" cy="5266247"/>
            </a:xfrm>
            <a:prstGeom prst="line">
              <a:avLst/>
            </a:prstGeom>
          </p:spPr>
          <p:style>
            <a:lnRef idx="1">
              <a:schemeClr val="accent1"/>
            </a:lnRef>
            <a:fillRef idx="0">
              <a:schemeClr val="accent1"/>
            </a:fillRef>
            <a:effectRef idx="0">
              <a:schemeClr val="accent1"/>
            </a:effectRef>
            <a:fontRef idx="minor">
              <a:schemeClr val="tx1"/>
            </a:fontRef>
          </p:style>
        </p:cxnSp>
      </p:grpSp>
      <p:sp>
        <p:nvSpPr>
          <p:cNvPr id="64" name="Arrow: Left 63"/>
          <p:cNvSpPr/>
          <p:nvPr/>
        </p:nvSpPr>
        <p:spPr>
          <a:xfrm>
            <a:off x="2318760" y="3087239"/>
            <a:ext cx="1626223" cy="279781"/>
          </a:xfrm>
          <a:prstGeom prst="lef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Decrypt and store key to slot 0</a:t>
            </a:r>
          </a:p>
        </p:txBody>
      </p:sp>
      <p:sp>
        <p:nvSpPr>
          <p:cNvPr id="66" name="Arrow: Right 65"/>
          <p:cNvSpPr/>
          <p:nvPr/>
        </p:nvSpPr>
        <p:spPr>
          <a:xfrm>
            <a:off x="2347412" y="5647736"/>
            <a:ext cx="1590388" cy="277259"/>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Generate SAS token using key in Slot 1</a:t>
            </a:r>
          </a:p>
        </p:txBody>
      </p:sp>
      <p:sp>
        <p:nvSpPr>
          <p:cNvPr id="67" name="Arrow: Left 66"/>
          <p:cNvSpPr/>
          <p:nvPr/>
        </p:nvSpPr>
        <p:spPr>
          <a:xfrm>
            <a:off x="2331999" y="5078762"/>
            <a:ext cx="1596051" cy="279781"/>
          </a:xfrm>
          <a:prstGeom prst="lef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Decrypt and store key to slot 1</a:t>
            </a:r>
          </a:p>
        </p:txBody>
      </p:sp>
      <p:sp>
        <p:nvSpPr>
          <p:cNvPr id="63" name="Arrow: Right 62"/>
          <p:cNvSpPr/>
          <p:nvPr/>
        </p:nvSpPr>
        <p:spPr>
          <a:xfrm>
            <a:off x="2327458" y="2576931"/>
            <a:ext cx="1600593" cy="277259"/>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Get </a:t>
            </a:r>
            <a:r>
              <a:rPr lang="en-US" sz="1224" err="1">
                <a:latin typeface="Segoe UI Light" panose="020B0502040204020203" pitchFamily="34" charset="0"/>
                <a:cs typeface="Segoe UI Light" panose="020B0502040204020203" pitchFamily="34" charset="0"/>
              </a:rPr>
              <a:t>EKPublic</a:t>
            </a:r>
            <a:r>
              <a:rPr lang="en-US" sz="1224">
                <a:latin typeface="Segoe UI Light" panose="020B0502040204020203" pitchFamily="34" charset="0"/>
                <a:cs typeface="Segoe UI Light" panose="020B0502040204020203" pitchFamily="34" charset="0"/>
              </a:rPr>
              <a:t> + </a:t>
            </a:r>
            <a:r>
              <a:rPr lang="en-US" sz="1224" err="1">
                <a:latin typeface="Segoe UI Light" panose="020B0502040204020203" pitchFamily="34" charset="0"/>
                <a:cs typeface="Segoe UI Light" panose="020B0502040204020203" pitchFamily="34" charset="0"/>
              </a:rPr>
              <a:t>SRKPublic</a:t>
            </a:r>
            <a:endParaRPr lang="en-US" sz="1224">
              <a:latin typeface="Segoe UI Light" panose="020B0502040204020203" pitchFamily="34" charset="0"/>
              <a:cs typeface="Segoe UI Light" panose="020B0502040204020203" pitchFamily="34" charset="0"/>
            </a:endParaRPr>
          </a:p>
        </p:txBody>
      </p:sp>
      <p:sp>
        <p:nvSpPr>
          <p:cNvPr id="23" name="Arrow: Right 22"/>
          <p:cNvSpPr/>
          <p:nvPr/>
        </p:nvSpPr>
        <p:spPr>
          <a:xfrm>
            <a:off x="8434274" y="4076483"/>
            <a:ext cx="1817863" cy="277259"/>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Validate device in enrollment list</a:t>
            </a:r>
          </a:p>
        </p:txBody>
      </p:sp>
      <p:sp>
        <p:nvSpPr>
          <p:cNvPr id="5" name="Title 4">
            <a:extLst>
              <a:ext uri="{FF2B5EF4-FFF2-40B4-BE49-F238E27FC236}">
                <a16:creationId xmlns:a16="http://schemas.microsoft.com/office/drawing/2014/main" id="{D626ADBF-D189-4FC6-A564-1D60C07BBF92}"/>
              </a:ext>
            </a:extLst>
          </p:cNvPr>
          <p:cNvSpPr>
            <a:spLocks noGrp="1"/>
          </p:cNvSpPr>
          <p:nvPr>
            <p:ph type="title"/>
          </p:nvPr>
        </p:nvSpPr>
        <p:spPr/>
        <p:txBody>
          <a:bodyPr/>
          <a:lstStyle/>
          <a:p>
            <a:r>
              <a:rPr lang="en-US"/>
              <a:t>Registration flow for TPM</a:t>
            </a:r>
          </a:p>
        </p:txBody>
      </p:sp>
    </p:spTree>
    <p:extLst>
      <p:ext uri="{BB962C8B-B14F-4D97-AF65-F5344CB8AC3E}">
        <p14:creationId xmlns:p14="http://schemas.microsoft.com/office/powerpoint/2010/main" val="1622495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p:cNvGrpSpPr/>
          <p:nvPr/>
        </p:nvGrpSpPr>
        <p:grpSpPr>
          <a:xfrm>
            <a:off x="3615797" y="1650472"/>
            <a:ext cx="1092238" cy="4399493"/>
            <a:chOff x="757881" y="939114"/>
            <a:chExt cx="1070919" cy="5618205"/>
          </a:xfrm>
        </p:grpSpPr>
        <p:sp>
          <p:nvSpPr>
            <p:cNvPr id="3" name="TextBox 2"/>
            <p:cNvSpPr txBox="1"/>
            <p:nvPr/>
          </p:nvSpPr>
          <p:spPr>
            <a:xfrm>
              <a:off x="757881" y="939114"/>
              <a:ext cx="1070919" cy="447376"/>
            </a:xfrm>
            <a:prstGeom prst="rect">
              <a:avLst/>
            </a:prstGeom>
            <a:noFill/>
          </p:spPr>
          <p:txBody>
            <a:bodyPr wrap="square" rtlCol="0">
              <a:spAutoFit/>
            </a:bodyPr>
            <a:lstStyle/>
            <a:p>
              <a:r>
                <a:rPr lang="en-US" sz="1632" u="sng">
                  <a:latin typeface="Segoe UI Light" panose="020B0502040204020203" pitchFamily="34" charset="0"/>
                  <a:cs typeface="Segoe UI Light" panose="020B0502040204020203" pitchFamily="34" charset="0"/>
                </a:rPr>
                <a:t>Device</a:t>
              </a:r>
            </a:p>
          </p:txBody>
        </p:sp>
        <p:cxnSp>
          <p:nvCxnSpPr>
            <p:cNvPr id="7" name="Straight Connector 6"/>
            <p:cNvCxnSpPr/>
            <p:nvPr/>
          </p:nvCxnSpPr>
          <p:spPr>
            <a:xfrm flipH="1">
              <a:off x="1079157" y="1277668"/>
              <a:ext cx="32951" cy="5279651"/>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3" name="Group 12"/>
          <p:cNvGrpSpPr/>
          <p:nvPr/>
        </p:nvGrpSpPr>
        <p:grpSpPr>
          <a:xfrm>
            <a:off x="8182026" y="1612052"/>
            <a:ext cx="607006" cy="4399493"/>
            <a:chOff x="4322210" y="939114"/>
            <a:chExt cx="595158" cy="5618205"/>
          </a:xfrm>
        </p:grpSpPr>
        <p:sp>
          <p:nvSpPr>
            <p:cNvPr id="4" name="TextBox 3"/>
            <p:cNvSpPr txBox="1"/>
            <p:nvPr/>
          </p:nvSpPr>
          <p:spPr>
            <a:xfrm>
              <a:off x="4322210" y="939114"/>
              <a:ext cx="595158" cy="447376"/>
            </a:xfrm>
            <a:prstGeom prst="rect">
              <a:avLst/>
            </a:prstGeom>
            <a:noFill/>
          </p:spPr>
          <p:txBody>
            <a:bodyPr wrap="square" rtlCol="0">
              <a:spAutoFit/>
            </a:bodyPr>
            <a:lstStyle/>
            <a:p>
              <a:r>
                <a:rPr lang="en-US" sz="1632" u="sng">
                  <a:latin typeface="Segoe UI Light" panose="020B0502040204020203" pitchFamily="34" charset="0"/>
                  <a:cs typeface="Segoe UI Light" panose="020B0502040204020203" pitchFamily="34" charset="0"/>
                </a:rPr>
                <a:t>DPS</a:t>
              </a:r>
            </a:p>
          </p:txBody>
        </p:sp>
        <p:cxnSp>
          <p:nvCxnSpPr>
            <p:cNvPr id="8" name="Straight Connector 7"/>
            <p:cNvCxnSpPr/>
            <p:nvPr/>
          </p:nvCxnSpPr>
          <p:spPr>
            <a:xfrm flipH="1">
              <a:off x="4553059" y="1277668"/>
              <a:ext cx="32951" cy="5279651"/>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5" name="Group 14"/>
          <p:cNvGrpSpPr/>
          <p:nvPr/>
        </p:nvGrpSpPr>
        <p:grpSpPr>
          <a:xfrm>
            <a:off x="11167218" y="1642070"/>
            <a:ext cx="954435" cy="4399492"/>
            <a:chOff x="8059913" y="939114"/>
            <a:chExt cx="935806" cy="5618204"/>
          </a:xfrm>
        </p:grpSpPr>
        <p:sp>
          <p:nvSpPr>
            <p:cNvPr id="16" name="TextBox 15"/>
            <p:cNvSpPr txBox="1"/>
            <p:nvPr/>
          </p:nvSpPr>
          <p:spPr>
            <a:xfrm>
              <a:off x="8059913" y="939114"/>
              <a:ext cx="935806" cy="447376"/>
            </a:xfrm>
            <a:prstGeom prst="rect">
              <a:avLst/>
            </a:prstGeom>
            <a:noFill/>
          </p:spPr>
          <p:txBody>
            <a:bodyPr wrap="square" rtlCol="0">
              <a:spAutoFit/>
            </a:bodyPr>
            <a:lstStyle/>
            <a:p>
              <a:r>
                <a:rPr lang="en-US" sz="1632" u="sng">
                  <a:latin typeface="Segoe UI Light" panose="020B0502040204020203" pitchFamily="34" charset="0"/>
                  <a:cs typeface="Segoe UI Light" panose="020B0502040204020203" pitchFamily="34" charset="0"/>
                </a:rPr>
                <a:t>IoT hub</a:t>
              </a:r>
            </a:p>
          </p:txBody>
        </p:sp>
        <p:cxnSp>
          <p:nvCxnSpPr>
            <p:cNvPr id="17" name="Straight Connector 16"/>
            <p:cNvCxnSpPr/>
            <p:nvPr/>
          </p:nvCxnSpPr>
          <p:spPr>
            <a:xfrm flipH="1">
              <a:off x="8474270" y="1277667"/>
              <a:ext cx="32951" cy="5279651"/>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a:xfrm>
            <a:off x="9344866" y="1650471"/>
            <a:ext cx="1881883" cy="4399492"/>
            <a:chOff x="7615177" y="939114"/>
            <a:chExt cx="1845151" cy="5618204"/>
          </a:xfrm>
        </p:grpSpPr>
        <p:sp>
          <p:nvSpPr>
            <p:cNvPr id="25" name="TextBox 24"/>
            <p:cNvSpPr txBox="1"/>
            <p:nvPr/>
          </p:nvSpPr>
          <p:spPr>
            <a:xfrm>
              <a:off x="7615177" y="939114"/>
              <a:ext cx="1845151" cy="447376"/>
            </a:xfrm>
            <a:prstGeom prst="rect">
              <a:avLst/>
            </a:prstGeom>
            <a:noFill/>
          </p:spPr>
          <p:txBody>
            <a:bodyPr wrap="square" rtlCol="0">
              <a:spAutoFit/>
            </a:bodyPr>
            <a:lstStyle/>
            <a:p>
              <a:pPr algn="ctr"/>
              <a:r>
                <a:rPr lang="en-US" sz="1632" u="sng">
                  <a:latin typeface="Segoe UI Light" panose="020B0502040204020203" pitchFamily="34" charset="0"/>
                  <a:cs typeface="Segoe UI Light" panose="020B0502040204020203" pitchFamily="34" charset="0"/>
                </a:rPr>
                <a:t>DPS ID lookup</a:t>
              </a:r>
            </a:p>
          </p:txBody>
        </p:sp>
        <p:cxnSp>
          <p:nvCxnSpPr>
            <p:cNvPr id="26" name="Straight Connector 25"/>
            <p:cNvCxnSpPr/>
            <p:nvPr/>
          </p:nvCxnSpPr>
          <p:spPr>
            <a:xfrm flipH="1">
              <a:off x="8474270" y="1277667"/>
              <a:ext cx="32951" cy="5279651"/>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9" name="Group 28"/>
          <p:cNvGrpSpPr/>
          <p:nvPr/>
        </p:nvGrpSpPr>
        <p:grpSpPr>
          <a:xfrm>
            <a:off x="779858" y="4585992"/>
            <a:ext cx="1496527" cy="1058219"/>
            <a:chOff x="756071" y="1450661"/>
            <a:chExt cx="1467317" cy="1277661"/>
          </a:xfrm>
        </p:grpSpPr>
        <p:sp>
          <p:nvSpPr>
            <p:cNvPr id="30" name="Left Brace 29"/>
            <p:cNvSpPr/>
            <p:nvPr/>
          </p:nvSpPr>
          <p:spPr>
            <a:xfrm>
              <a:off x="1841983" y="1450661"/>
              <a:ext cx="381405" cy="127766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24">
                <a:latin typeface="Segoe UI Light" panose="020B0502040204020203" pitchFamily="34" charset="0"/>
                <a:cs typeface="Segoe UI Light" panose="020B0502040204020203" pitchFamily="34" charset="0"/>
              </a:endParaRPr>
            </a:p>
          </p:txBody>
        </p:sp>
        <p:sp>
          <p:nvSpPr>
            <p:cNvPr id="31" name="TextBox 30"/>
            <p:cNvSpPr txBox="1"/>
            <p:nvPr/>
          </p:nvSpPr>
          <p:spPr>
            <a:xfrm>
              <a:off x="756071" y="1810767"/>
              <a:ext cx="1099306" cy="577656"/>
            </a:xfrm>
            <a:prstGeom prst="rect">
              <a:avLst/>
            </a:prstGeom>
            <a:noFill/>
          </p:spPr>
          <p:txBody>
            <a:bodyPr wrap="square" rtlCol="0">
              <a:spAutoFit/>
            </a:bodyPr>
            <a:lstStyle/>
            <a:p>
              <a:pPr algn="ctr"/>
              <a:r>
                <a:rPr lang="en-US" sz="1224">
                  <a:latin typeface="Segoe UI Light" panose="020B0502040204020203" pitchFamily="34" charset="0"/>
                  <a:cs typeface="Segoe UI Light" panose="020B0502040204020203" pitchFamily="34" charset="0"/>
                </a:rPr>
                <a:t>Factory provisioning</a:t>
              </a:r>
            </a:p>
          </p:txBody>
        </p:sp>
      </p:grpSp>
      <p:grpSp>
        <p:nvGrpSpPr>
          <p:cNvPr id="39" name="Group 38"/>
          <p:cNvGrpSpPr/>
          <p:nvPr/>
        </p:nvGrpSpPr>
        <p:grpSpPr>
          <a:xfrm>
            <a:off x="5232225" y="1650472"/>
            <a:ext cx="1092238" cy="4399493"/>
            <a:chOff x="757881" y="939114"/>
            <a:chExt cx="1070919" cy="5618205"/>
          </a:xfrm>
        </p:grpSpPr>
        <p:sp>
          <p:nvSpPr>
            <p:cNvPr id="40" name="TextBox 39"/>
            <p:cNvSpPr txBox="1"/>
            <p:nvPr/>
          </p:nvSpPr>
          <p:spPr>
            <a:xfrm>
              <a:off x="757881" y="939114"/>
              <a:ext cx="1070919" cy="447376"/>
            </a:xfrm>
            <a:prstGeom prst="rect">
              <a:avLst/>
            </a:prstGeom>
            <a:noFill/>
          </p:spPr>
          <p:txBody>
            <a:bodyPr wrap="square" rtlCol="0">
              <a:spAutoFit/>
            </a:bodyPr>
            <a:lstStyle/>
            <a:p>
              <a:r>
                <a:rPr lang="en-US" sz="1632" u="sng">
                  <a:latin typeface="Segoe UI Light" panose="020B0502040204020203" pitchFamily="34" charset="0"/>
                  <a:cs typeface="Segoe UI Light" panose="020B0502040204020203" pitchFamily="34" charset="0"/>
                </a:rPr>
                <a:t>Factory</a:t>
              </a:r>
            </a:p>
          </p:txBody>
        </p:sp>
        <p:cxnSp>
          <p:nvCxnSpPr>
            <p:cNvPr id="41" name="Straight Connector 40"/>
            <p:cNvCxnSpPr/>
            <p:nvPr/>
          </p:nvCxnSpPr>
          <p:spPr>
            <a:xfrm flipH="1">
              <a:off x="1079157" y="1277668"/>
              <a:ext cx="32951" cy="5279651"/>
            </a:xfrm>
            <a:prstGeom prst="line">
              <a:avLst/>
            </a:prstGeom>
          </p:spPr>
          <p:style>
            <a:lnRef idx="1">
              <a:schemeClr val="accent1"/>
            </a:lnRef>
            <a:fillRef idx="0">
              <a:schemeClr val="accent1"/>
            </a:fillRef>
            <a:effectRef idx="0">
              <a:schemeClr val="accent1"/>
            </a:effectRef>
            <a:fontRef idx="minor">
              <a:schemeClr val="tx1"/>
            </a:fontRef>
          </p:style>
        </p:cxnSp>
      </p:grpSp>
      <p:sp>
        <p:nvSpPr>
          <p:cNvPr id="57" name="Arrow: Right 56"/>
          <p:cNvSpPr/>
          <p:nvPr/>
        </p:nvSpPr>
        <p:spPr>
          <a:xfrm>
            <a:off x="8453600" y="3958124"/>
            <a:ext cx="1784264" cy="524783"/>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Push enrollment group to storage</a:t>
            </a:r>
          </a:p>
        </p:txBody>
      </p:sp>
      <p:grpSp>
        <p:nvGrpSpPr>
          <p:cNvPr id="58" name="Group 57"/>
          <p:cNvGrpSpPr/>
          <p:nvPr/>
        </p:nvGrpSpPr>
        <p:grpSpPr>
          <a:xfrm>
            <a:off x="1737369" y="1642070"/>
            <a:ext cx="1541822" cy="4399493"/>
            <a:chOff x="501056" y="939114"/>
            <a:chExt cx="1511727" cy="5618205"/>
          </a:xfrm>
        </p:grpSpPr>
        <p:sp>
          <p:nvSpPr>
            <p:cNvPr id="61" name="TextBox 60"/>
            <p:cNvSpPr txBox="1"/>
            <p:nvPr/>
          </p:nvSpPr>
          <p:spPr>
            <a:xfrm>
              <a:off x="501056" y="939114"/>
              <a:ext cx="1511727" cy="447376"/>
            </a:xfrm>
            <a:prstGeom prst="rect">
              <a:avLst/>
            </a:prstGeom>
            <a:noFill/>
          </p:spPr>
          <p:txBody>
            <a:bodyPr wrap="square" rtlCol="0">
              <a:spAutoFit/>
            </a:bodyPr>
            <a:lstStyle/>
            <a:p>
              <a:r>
                <a:rPr lang="en-US" sz="1632" u="sng">
                  <a:latin typeface="Segoe UI Light" panose="020B0502040204020203" pitchFamily="34" charset="0"/>
                  <a:cs typeface="Segoe UI Light" panose="020B0502040204020203" pitchFamily="34" charset="0"/>
                </a:rPr>
                <a:t>Secure Module</a:t>
              </a:r>
            </a:p>
          </p:txBody>
        </p:sp>
        <p:cxnSp>
          <p:nvCxnSpPr>
            <p:cNvPr id="62" name="Straight Connector 61"/>
            <p:cNvCxnSpPr/>
            <p:nvPr/>
          </p:nvCxnSpPr>
          <p:spPr>
            <a:xfrm flipH="1">
              <a:off x="1079157" y="1277668"/>
              <a:ext cx="32951" cy="5279651"/>
            </a:xfrm>
            <a:prstGeom prst="line">
              <a:avLst/>
            </a:prstGeom>
          </p:spPr>
          <p:style>
            <a:lnRef idx="1">
              <a:schemeClr val="accent1"/>
            </a:lnRef>
            <a:fillRef idx="0">
              <a:schemeClr val="accent1"/>
            </a:fillRef>
            <a:effectRef idx="0">
              <a:schemeClr val="accent1"/>
            </a:effectRef>
            <a:fontRef idx="minor">
              <a:schemeClr val="tx1"/>
            </a:fontRef>
          </p:style>
        </p:cxnSp>
      </p:grpSp>
      <p:sp>
        <p:nvSpPr>
          <p:cNvPr id="68" name="Arrow: Left 67"/>
          <p:cNvSpPr/>
          <p:nvPr/>
        </p:nvSpPr>
        <p:spPr>
          <a:xfrm>
            <a:off x="3945515" y="4645571"/>
            <a:ext cx="1614382" cy="1006135"/>
          </a:xfrm>
          <a:prstGeom prst="lef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Sign device cert with factory signing certificate</a:t>
            </a:r>
          </a:p>
        </p:txBody>
      </p:sp>
      <p:sp>
        <p:nvSpPr>
          <p:cNvPr id="69" name="Arrow: Right 68"/>
          <p:cNvSpPr/>
          <p:nvPr/>
        </p:nvSpPr>
        <p:spPr>
          <a:xfrm>
            <a:off x="2360585" y="4645572"/>
            <a:ext cx="1586550" cy="703627"/>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Create device cert</a:t>
            </a:r>
          </a:p>
        </p:txBody>
      </p:sp>
      <p:sp>
        <p:nvSpPr>
          <p:cNvPr id="70" name="Arrow: Right 69"/>
          <p:cNvSpPr/>
          <p:nvPr/>
        </p:nvSpPr>
        <p:spPr>
          <a:xfrm>
            <a:off x="5633467" y="3812244"/>
            <a:ext cx="2817610" cy="852321"/>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Call DPS to create enrollment group with factory signed certificate</a:t>
            </a:r>
          </a:p>
        </p:txBody>
      </p:sp>
      <p:sp>
        <p:nvSpPr>
          <p:cNvPr id="56" name="Arrow: Right 55"/>
          <p:cNvSpPr/>
          <p:nvPr/>
        </p:nvSpPr>
        <p:spPr>
          <a:xfrm>
            <a:off x="5601823" y="1922878"/>
            <a:ext cx="2817610" cy="450916"/>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Send factory signing cert public key</a:t>
            </a:r>
          </a:p>
        </p:txBody>
      </p:sp>
      <p:sp>
        <p:nvSpPr>
          <p:cNvPr id="63" name="Arrow: Left 62"/>
          <p:cNvSpPr/>
          <p:nvPr/>
        </p:nvSpPr>
        <p:spPr>
          <a:xfrm>
            <a:off x="5601823" y="2473983"/>
            <a:ext cx="2816903" cy="385733"/>
          </a:xfrm>
          <a:prstGeom prst="lef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Nonce for validation</a:t>
            </a:r>
          </a:p>
        </p:txBody>
      </p:sp>
      <p:sp>
        <p:nvSpPr>
          <p:cNvPr id="64" name="Arrow: Right 63"/>
          <p:cNvSpPr/>
          <p:nvPr/>
        </p:nvSpPr>
        <p:spPr>
          <a:xfrm>
            <a:off x="5622098" y="2808178"/>
            <a:ext cx="2817610" cy="554743"/>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Sign signing certificate with nonce and send to validate</a:t>
            </a:r>
          </a:p>
        </p:txBody>
      </p:sp>
      <p:sp>
        <p:nvSpPr>
          <p:cNvPr id="65" name="Rectangle 64"/>
          <p:cNvSpPr/>
          <p:nvPr/>
        </p:nvSpPr>
        <p:spPr>
          <a:xfrm>
            <a:off x="8476922" y="2808178"/>
            <a:ext cx="1164476" cy="55474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Validate Signing Certificate</a:t>
            </a:r>
          </a:p>
        </p:txBody>
      </p:sp>
      <p:grpSp>
        <p:nvGrpSpPr>
          <p:cNvPr id="66" name="Group 65"/>
          <p:cNvGrpSpPr/>
          <p:nvPr/>
        </p:nvGrpSpPr>
        <p:grpSpPr>
          <a:xfrm>
            <a:off x="565780" y="2183801"/>
            <a:ext cx="1710605" cy="1058219"/>
            <a:chOff x="546172" y="1450661"/>
            <a:chExt cx="1677216" cy="1277661"/>
          </a:xfrm>
        </p:grpSpPr>
        <p:sp>
          <p:nvSpPr>
            <p:cNvPr id="67" name="Left Brace 66"/>
            <p:cNvSpPr/>
            <p:nvPr/>
          </p:nvSpPr>
          <p:spPr>
            <a:xfrm>
              <a:off x="1841983" y="1450661"/>
              <a:ext cx="381405" cy="127766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24">
                <a:latin typeface="Segoe UI Light" panose="020B0502040204020203" pitchFamily="34" charset="0"/>
                <a:cs typeface="Segoe UI Light" panose="020B0502040204020203" pitchFamily="34" charset="0"/>
              </a:endParaRPr>
            </a:p>
          </p:txBody>
        </p:sp>
        <p:sp>
          <p:nvSpPr>
            <p:cNvPr id="72" name="TextBox 71"/>
            <p:cNvSpPr txBox="1"/>
            <p:nvPr/>
          </p:nvSpPr>
          <p:spPr>
            <a:xfrm>
              <a:off x="546172" y="1730458"/>
              <a:ext cx="1297948" cy="809634"/>
            </a:xfrm>
            <a:prstGeom prst="rect">
              <a:avLst/>
            </a:prstGeom>
            <a:noFill/>
          </p:spPr>
          <p:txBody>
            <a:bodyPr wrap="square" rtlCol="0">
              <a:spAutoFit/>
            </a:bodyPr>
            <a:lstStyle/>
            <a:p>
              <a:pPr algn="ctr"/>
              <a:r>
                <a:rPr lang="en-US" sz="1224">
                  <a:latin typeface="Segoe UI Light" panose="020B0502040204020203" pitchFamily="34" charset="0"/>
                  <a:cs typeface="Segoe UI Light" panose="020B0502040204020203" pitchFamily="34" charset="0"/>
                </a:rPr>
                <a:t>DPS validates factory signing certificate</a:t>
              </a:r>
            </a:p>
          </p:txBody>
        </p:sp>
      </p:grpSp>
      <p:grpSp>
        <p:nvGrpSpPr>
          <p:cNvPr id="74" name="Group 73"/>
          <p:cNvGrpSpPr/>
          <p:nvPr/>
        </p:nvGrpSpPr>
        <p:grpSpPr>
          <a:xfrm>
            <a:off x="414244" y="3484439"/>
            <a:ext cx="1841868" cy="1058218"/>
            <a:chOff x="417471" y="1450661"/>
            <a:chExt cx="1805917" cy="1277661"/>
          </a:xfrm>
        </p:grpSpPr>
        <p:sp>
          <p:nvSpPr>
            <p:cNvPr id="75" name="Left Brace 74"/>
            <p:cNvSpPr/>
            <p:nvPr/>
          </p:nvSpPr>
          <p:spPr>
            <a:xfrm>
              <a:off x="1841983" y="1450661"/>
              <a:ext cx="381405" cy="127766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24">
                <a:latin typeface="Segoe UI Light" panose="020B0502040204020203" pitchFamily="34" charset="0"/>
                <a:cs typeface="Segoe UI Light" panose="020B0502040204020203" pitchFamily="34" charset="0"/>
              </a:endParaRPr>
            </a:p>
          </p:txBody>
        </p:sp>
        <p:sp>
          <p:nvSpPr>
            <p:cNvPr id="76" name="TextBox 75"/>
            <p:cNvSpPr txBox="1"/>
            <p:nvPr/>
          </p:nvSpPr>
          <p:spPr>
            <a:xfrm>
              <a:off x="417471" y="1788262"/>
              <a:ext cx="1449437" cy="577656"/>
            </a:xfrm>
            <a:prstGeom prst="rect">
              <a:avLst/>
            </a:prstGeom>
            <a:noFill/>
          </p:spPr>
          <p:txBody>
            <a:bodyPr wrap="square" rtlCol="0">
              <a:spAutoFit/>
            </a:bodyPr>
            <a:lstStyle/>
            <a:p>
              <a:pPr algn="ctr"/>
              <a:r>
                <a:rPr lang="en-US" sz="1224">
                  <a:latin typeface="Segoe UI Light" panose="020B0502040204020203" pitchFamily="34" charset="0"/>
                  <a:cs typeface="Segoe UI Light" panose="020B0502040204020203" pitchFamily="34" charset="0"/>
                </a:rPr>
                <a:t>Enrollment group</a:t>
              </a:r>
            </a:p>
            <a:p>
              <a:pPr algn="ctr"/>
              <a:r>
                <a:rPr lang="en-US" sz="1224">
                  <a:latin typeface="Segoe UI Light" panose="020B0502040204020203" pitchFamily="34" charset="0"/>
                  <a:cs typeface="Segoe UI Light" panose="020B0502040204020203" pitchFamily="34" charset="0"/>
                </a:rPr>
                <a:t>creation for factory</a:t>
              </a:r>
            </a:p>
          </p:txBody>
        </p:sp>
      </p:grpSp>
      <p:sp>
        <p:nvSpPr>
          <p:cNvPr id="2" name="Title 1">
            <a:extLst>
              <a:ext uri="{FF2B5EF4-FFF2-40B4-BE49-F238E27FC236}">
                <a16:creationId xmlns:a16="http://schemas.microsoft.com/office/drawing/2014/main" id="{405D949D-2289-40BE-A389-813093D6F8FF}"/>
              </a:ext>
            </a:extLst>
          </p:cNvPr>
          <p:cNvSpPr>
            <a:spLocks noGrp="1"/>
          </p:cNvSpPr>
          <p:nvPr>
            <p:ph type="title"/>
          </p:nvPr>
        </p:nvSpPr>
        <p:spPr/>
        <p:txBody>
          <a:bodyPr/>
          <a:lstStyle/>
          <a:p>
            <a:r>
              <a:rPr lang="en-US"/>
              <a:t>Manufacture flow for X.509</a:t>
            </a:r>
          </a:p>
        </p:txBody>
      </p:sp>
    </p:spTree>
    <p:extLst>
      <p:ext uri="{BB962C8B-B14F-4D97-AF65-F5344CB8AC3E}">
        <p14:creationId xmlns:p14="http://schemas.microsoft.com/office/powerpoint/2010/main" val="1315090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p:cNvGrpSpPr/>
          <p:nvPr/>
        </p:nvGrpSpPr>
        <p:grpSpPr>
          <a:xfrm>
            <a:off x="2561549" y="1426999"/>
            <a:ext cx="1092238" cy="4988862"/>
            <a:chOff x="757881" y="939114"/>
            <a:chExt cx="1070919" cy="5618205"/>
          </a:xfrm>
        </p:grpSpPr>
        <p:sp>
          <p:nvSpPr>
            <p:cNvPr id="3" name="TextBox 2"/>
            <p:cNvSpPr txBox="1"/>
            <p:nvPr/>
          </p:nvSpPr>
          <p:spPr>
            <a:xfrm>
              <a:off x="757881" y="939114"/>
              <a:ext cx="1070919" cy="394524"/>
            </a:xfrm>
            <a:prstGeom prst="rect">
              <a:avLst/>
            </a:prstGeom>
            <a:noFill/>
          </p:spPr>
          <p:txBody>
            <a:bodyPr wrap="square" rtlCol="0">
              <a:spAutoFit/>
            </a:bodyPr>
            <a:lstStyle/>
            <a:p>
              <a:r>
                <a:rPr lang="en-US" sz="1632" u="sng">
                  <a:latin typeface="Segoe UI Light" panose="020B0502040204020203" pitchFamily="34" charset="0"/>
                  <a:cs typeface="Segoe UI Light" panose="020B0502040204020203" pitchFamily="34" charset="0"/>
                </a:rPr>
                <a:t>Device</a:t>
              </a:r>
            </a:p>
          </p:txBody>
        </p:sp>
        <p:cxnSp>
          <p:nvCxnSpPr>
            <p:cNvPr id="7" name="Straight Connector 6"/>
            <p:cNvCxnSpPr/>
            <p:nvPr/>
          </p:nvCxnSpPr>
          <p:spPr>
            <a:xfrm flipH="1">
              <a:off x="1079157" y="1277668"/>
              <a:ext cx="32951" cy="5279651"/>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3" name="Group 12"/>
          <p:cNvGrpSpPr/>
          <p:nvPr/>
        </p:nvGrpSpPr>
        <p:grpSpPr>
          <a:xfrm>
            <a:off x="7148004" y="1388579"/>
            <a:ext cx="584678" cy="4988862"/>
            <a:chOff x="4342041" y="939114"/>
            <a:chExt cx="573266" cy="5618205"/>
          </a:xfrm>
        </p:grpSpPr>
        <p:sp>
          <p:nvSpPr>
            <p:cNvPr id="4" name="TextBox 3"/>
            <p:cNvSpPr txBox="1"/>
            <p:nvPr/>
          </p:nvSpPr>
          <p:spPr>
            <a:xfrm>
              <a:off x="4342041" y="939114"/>
              <a:ext cx="573266" cy="394524"/>
            </a:xfrm>
            <a:prstGeom prst="rect">
              <a:avLst/>
            </a:prstGeom>
            <a:noFill/>
          </p:spPr>
          <p:txBody>
            <a:bodyPr wrap="square" rtlCol="0">
              <a:spAutoFit/>
            </a:bodyPr>
            <a:lstStyle/>
            <a:p>
              <a:r>
                <a:rPr lang="en-US" sz="1632" u="sng">
                  <a:latin typeface="Segoe UI Light" panose="020B0502040204020203" pitchFamily="34" charset="0"/>
                  <a:cs typeface="Segoe UI Light" panose="020B0502040204020203" pitchFamily="34" charset="0"/>
                </a:rPr>
                <a:t>DPS</a:t>
              </a:r>
            </a:p>
          </p:txBody>
        </p:sp>
        <p:cxnSp>
          <p:nvCxnSpPr>
            <p:cNvPr id="8" name="Straight Connector 7"/>
            <p:cNvCxnSpPr/>
            <p:nvPr/>
          </p:nvCxnSpPr>
          <p:spPr>
            <a:xfrm flipH="1">
              <a:off x="4553059" y="1277668"/>
              <a:ext cx="32951" cy="5279651"/>
            </a:xfrm>
            <a:prstGeom prst="line">
              <a:avLst/>
            </a:prstGeom>
          </p:spPr>
          <p:style>
            <a:lnRef idx="1">
              <a:schemeClr val="accent1"/>
            </a:lnRef>
            <a:fillRef idx="0">
              <a:schemeClr val="accent1"/>
            </a:fillRef>
            <a:effectRef idx="0">
              <a:schemeClr val="accent1"/>
            </a:effectRef>
            <a:fontRef idx="minor">
              <a:schemeClr val="tx1"/>
            </a:fontRef>
          </p:style>
        </p:cxnSp>
      </p:grpSp>
      <p:sp>
        <p:nvSpPr>
          <p:cNvPr id="11" name="Arrow: Right 10"/>
          <p:cNvSpPr/>
          <p:nvPr/>
        </p:nvSpPr>
        <p:spPr>
          <a:xfrm>
            <a:off x="2906025" y="2326011"/>
            <a:ext cx="4457193" cy="277259"/>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Request sends factory signed leaf cert</a:t>
            </a:r>
          </a:p>
        </p:txBody>
      </p:sp>
      <p:grpSp>
        <p:nvGrpSpPr>
          <p:cNvPr id="15" name="Group 14"/>
          <p:cNvGrpSpPr/>
          <p:nvPr/>
        </p:nvGrpSpPr>
        <p:grpSpPr>
          <a:xfrm>
            <a:off x="10112970" y="1418598"/>
            <a:ext cx="954435" cy="4988861"/>
            <a:chOff x="8059913" y="939114"/>
            <a:chExt cx="935806" cy="5618204"/>
          </a:xfrm>
        </p:grpSpPr>
        <p:sp>
          <p:nvSpPr>
            <p:cNvPr id="16" name="TextBox 15"/>
            <p:cNvSpPr txBox="1"/>
            <p:nvPr/>
          </p:nvSpPr>
          <p:spPr>
            <a:xfrm>
              <a:off x="8059913" y="939114"/>
              <a:ext cx="935806" cy="394524"/>
            </a:xfrm>
            <a:prstGeom prst="rect">
              <a:avLst/>
            </a:prstGeom>
            <a:noFill/>
          </p:spPr>
          <p:txBody>
            <a:bodyPr wrap="square" rtlCol="0">
              <a:spAutoFit/>
            </a:bodyPr>
            <a:lstStyle/>
            <a:p>
              <a:r>
                <a:rPr lang="en-US" sz="1632" u="sng">
                  <a:latin typeface="Segoe UI Light" panose="020B0502040204020203" pitchFamily="34" charset="0"/>
                  <a:cs typeface="Segoe UI Light" panose="020B0502040204020203" pitchFamily="34" charset="0"/>
                </a:rPr>
                <a:t>IoT hub</a:t>
              </a:r>
            </a:p>
          </p:txBody>
        </p:sp>
        <p:cxnSp>
          <p:nvCxnSpPr>
            <p:cNvPr id="17" name="Straight Connector 16"/>
            <p:cNvCxnSpPr/>
            <p:nvPr/>
          </p:nvCxnSpPr>
          <p:spPr>
            <a:xfrm flipH="1">
              <a:off x="8474270" y="1277667"/>
              <a:ext cx="32951" cy="5279651"/>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967195" y="1960438"/>
            <a:ext cx="1863847" cy="1650235"/>
            <a:chOff x="395921" y="1450661"/>
            <a:chExt cx="1827467" cy="1277661"/>
          </a:xfrm>
        </p:grpSpPr>
        <p:sp>
          <p:nvSpPr>
            <p:cNvPr id="21" name="Left Brace 20"/>
            <p:cNvSpPr/>
            <p:nvPr/>
          </p:nvSpPr>
          <p:spPr>
            <a:xfrm>
              <a:off x="1841983" y="1450661"/>
              <a:ext cx="381405" cy="127766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24">
                <a:latin typeface="Segoe UI Light" panose="020B0502040204020203" pitchFamily="34" charset="0"/>
                <a:cs typeface="Segoe UI Light" panose="020B0502040204020203" pitchFamily="34" charset="0"/>
              </a:endParaRPr>
            </a:p>
          </p:txBody>
        </p:sp>
        <p:sp>
          <p:nvSpPr>
            <p:cNvPr id="22" name="TextBox 21"/>
            <p:cNvSpPr txBox="1"/>
            <p:nvPr/>
          </p:nvSpPr>
          <p:spPr>
            <a:xfrm>
              <a:off x="395921" y="1938065"/>
              <a:ext cx="1663530" cy="370424"/>
            </a:xfrm>
            <a:prstGeom prst="rect">
              <a:avLst/>
            </a:prstGeom>
            <a:noFill/>
          </p:spPr>
          <p:txBody>
            <a:bodyPr wrap="square" rtlCol="0">
              <a:spAutoFit/>
            </a:bodyPr>
            <a:lstStyle/>
            <a:p>
              <a:pPr algn="ctr"/>
              <a:r>
                <a:rPr lang="en-US" sz="1224">
                  <a:latin typeface="Segoe UI Light" panose="020B0502040204020203" pitchFamily="34" charset="0"/>
                  <a:cs typeface="Segoe UI Light" panose="020B0502040204020203" pitchFamily="34" charset="0"/>
                </a:rPr>
                <a:t>Device authenticates with DPS</a:t>
              </a:r>
            </a:p>
          </p:txBody>
        </p:sp>
      </p:grpSp>
      <p:grpSp>
        <p:nvGrpSpPr>
          <p:cNvPr id="24" name="Group 23"/>
          <p:cNvGrpSpPr/>
          <p:nvPr/>
        </p:nvGrpSpPr>
        <p:grpSpPr>
          <a:xfrm>
            <a:off x="8297091" y="1426999"/>
            <a:ext cx="1875410" cy="4988861"/>
            <a:chOff x="7621524" y="939114"/>
            <a:chExt cx="1838804" cy="5618204"/>
          </a:xfrm>
        </p:grpSpPr>
        <p:sp>
          <p:nvSpPr>
            <p:cNvPr id="25" name="TextBox 24"/>
            <p:cNvSpPr txBox="1"/>
            <p:nvPr/>
          </p:nvSpPr>
          <p:spPr>
            <a:xfrm>
              <a:off x="7621524" y="939114"/>
              <a:ext cx="1838804" cy="394524"/>
            </a:xfrm>
            <a:prstGeom prst="rect">
              <a:avLst/>
            </a:prstGeom>
            <a:noFill/>
          </p:spPr>
          <p:txBody>
            <a:bodyPr wrap="square" rtlCol="0">
              <a:spAutoFit/>
            </a:bodyPr>
            <a:lstStyle/>
            <a:p>
              <a:pPr algn="ctr"/>
              <a:r>
                <a:rPr lang="en-US" sz="1632" u="sng">
                  <a:latin typeface="Segoe UI Light" panose="020B0502040204020203" pitchFamily="34" charset="0"/>
                  <a:cs typeface="Segoe UI Light" panose="020B0502040204020203" pitchFamily="34" charset="0"/>
                </a:rPr>
                <a:t>DPS ID lookup</a:t>
              </a:r>
            </a:p>
          </p:txBody>
        </p:sp>
        <p:cxnSp>
          <p:nvCxnSpPr>
            <p:cNvPr id="26" name="Straight Connector 25"/>
            <p:cNvCxnSpPr/>
            <p:nvPr/>
          </p:nvCxnSpPr>
          <p:spPr>
            <a:xfrm flipH="1">
              <a:off x="8474270" y="1277667"/>
              <a:ext cx="32951" cy="5279651"/>
            </a:xfrm>
            <a:prstGeom prst="line">
              <a:avLst/>
            </a:prstGeom>
          </p:spPr>
          <p:style>
            <a:lnRef idx="1">
              <a:schemeClr val="accent1"/>
            </a:lnRef>
            <a:fillRef idx="0">
              <a:schemeClr val="accent1"/>
            </a:fillRef>
            <a:effectRef idx="0">
              <a:schemeClr val="accent1"/>
            </a:effectRef>
            <a:fontRef idx="minor">
              <a:schemeClr val="tx1"/>
            </a:fontRef>
          </p:style>
        </p:cxnSp>
      </p:grpSp>
      <p:sp>
        <p:nvSpPr>
          <p:cNvPr id="27" name="Arrow: Right 26"/>
          <p:cNvSpPr/>
          <p:nvPr/>
        </p:nvSpPr>
        <p:spPr>
          <a:xfrm>
            <a:off x="7376458" y="3715991"/>
            <a:ext cx="3192725" cy="277259"/>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Register device in IoT hub</a:t>
            </a:r>
          </a:p>
        </p:txBody>
      </p:sp>
      <p:sp>
        <p:nvSpPr>
          <p:cNvPr id="34" name="Arrow: Left 33"/>
          <p:cNvSpPr/>
          <p:nvPr/>
        </p:nvSpPr>
        <p:spPr>
          <a:xfrm>
            <a:off x="2898464" y="4592360"/>
            <a:ext cx="4458458" cy="243146"/>
          </a:xfrm>
          <a:prstGeom prst="lef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Respond with hub info (device ID + hub URL)</a:t>
            </a:r>
          </a:p>
        </p:txBody>
      </p:sp>
      <p:grpSp>
        <p:nvGrpSpPr>
          <p:cNvPr id="38" name="Group 37"/>
          <p:cNvGrpSpPr/>
          <p:nvPr/>
        </p:nvGrpSpPr>
        <p:grpSpPr>
          <a:xfrm>
            <a:off x="1203773" y="3665727"/>
            <a:ext cx="1594265" cy="1015324"/>
            <a:chOff x="520113" y="4555521"/>
            <a:chExt cx="1793077" cy="539779"/>
          </a:xfrm>
        </p:grpSpPr>
        <p:sp>
          <p:nvSpPr>
            <p:cNvPr id="36" name="Left Brace 35"/>
            <p:cNvSpPr/>
            <p:nvPr/>
          </p:nvSpPr>
          <p:spPr>
            <a:xfrm>
              <a:off x="1931785" y="4555521"/>
              <a:ext cx="381405" cy="53977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24">
                <a:latin typeface="Segoe UI Light" panose="020B0502040204020203" pitchFamily="34" charset="0"/>
                <a:cs typeface="Segoe UI Light" panose="020B0502040204020203" pitchFamily="34" charset="0"/>
              </a:endParaRPr>
            </a:p>
          </p:txBody>
        </p:sp>
        <p:sp>
          <p:nvSpPr>
            <p:cNvPr id="37" name="TextBox 36"/>
            <p:cNvSpPr txBox="1"/>
            <p:nvPr/>
          </p:nvSpPr>
          <p:spPr>
            <a:xfrm>
              <a:off x="520113" y="4750314"/>
              <a:ext cx="1393166" cy="149239"/>
            </a:xfrm>
            <a:prstGeom prst="rect">
              <a:avLst/>
            </a:prstGeom>
            <a:noFill/>
          </p:spPr>
          <p:txBody>
            <a:bodyPr wrap="square" rtlCol="0">
              <a:spAutoFit/>
            </a:bodyPr>
            <a:lstStyle/>
            <a:p>
              <a:r>
                <a:rPr lang="en-US" sz="1224">
                  <a:latin typeface="Segoe UI Light" panose="020B0502040204020203" pitchFamily="34" charset="0"/>
                  <a:cs typeface="Segoe UI Light" panose="020B0502040204020203" pitchFamily="34" charset="0"/>
                </a:rPr>
                <a:t>Hub registration</a:t>
              </a:r>
            </a:p>
          </p:txBody>
        </p:sp>
      </p:grpSp>
      <p:grpSp>
        <p:nvGrpSpPr>
          <p:cNvPr id="39" name="Group 38"/>
          <p:cNvGrpSpPr/>
          <p:nvPr/>
        </p:nvGrpSpPr>
        <p:grpSpPr>
          <a:xfrm>
            <a:off x="4177977" y="1426999"/>
            <a:ext cx="1092238" cy="4988862"/>
            <a:chOff x="757881" y="939114"/>
            <a:chExt cx="1070919" cy="5618205"/>
          </a:xfrm>
        </p:grpSpPr>
        <p:sp>
          <p:nvSpPr>
            <p:cNvPr id="40" name="TextBox 39"/>
            <p:cNvSpPr txBox="1"/>
            <p:nvPr/>
          </p:nvSpPr>
          <p:spPr>
            <a:xfrm>
              <a:off x="757881" y="939114"/>
              <a:ext cx="1070919" cy="394524"/>
            </a:xfrm>
            <a:prstGeom prst="rect">
              <a:avLst/>
            </a:prstGeom>
            <a:noFill/>
          </p:spPr>
          <p:txBody>
            <a:bodyPr wrap="square" rtlCol="0">
              <a:spAutoFit/>
            </a:bodyPr>
            <a:lstStyle/>
            <a:p>
              <a:r>
                <a:rPr lang="en-US" sz="1632" u="sng">
                  <a:latin typeface="Segoe UI Light" panose="020B0502040204020203" pitchFamily="34" charset="0"/>
                  <a:cs typeface="Segoe UI Light" panose="020B0502040204020203" pitchFamily="34" charset="0"/>
                </a:rPr>
                <a:t>Factory</a:t>
              </a:r>
            </a:p>
          </p:txBody>
        </p:sp>
        <p:cxnSp>
          <p:nvCxnSpPr>
            <p:cNvPr id="41" name="Straight Connector 40"/>
            <p:cNvCxnSpPr/>
            <p:nvPr/>
          </p:nvCxnSpPr>
          <p:spPr>
            <a:xfrm flipH="1">
              <a:off x="1079157" y="1277668"/>
              <a:ext cx="32951" cy="5279651"/>
            </a:xfrm>
            <a:prstGeom prst="line">
              <a:avLst/>
            </a:prstGeom>
          </p:spPr>
          <p:style>
            <a:lnRef idx="1">
              <a:schemeClr val="accent1"/>
            </a:lnRef>
            <a:fillRef idx="0">
              <a:schemeClr val="accent1"/>
            </a:fillRef>
            <a:effectRef idx="0">
              <a:schemeClr val="accent1"/>
            </a:effectRef>
            <a:fontRef idx="minor">
              <a:schemeClr val="tx1"/>
            </a:fontRef>
          </p:style>
        </p:cxnSp>
      </p:grpSp>
      <p:sp>
        <p:nvSpPr>
          <p:cNvPr id="48" name="Arrow: Right 47"/>
          <p:cNvSpPr/>
          <p:nvPr/>
        </p:nvSpPr>
        <p:spPr>
          <a:xfrm>
            <a:off x="7380027" y="4041447"/>
            <a:ext cx="3180754" cy="277259"/>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Push initial twin state</a:t>
            </a:r>
          </a:p>
        </p:txBody>
      </p:sp>
      <p:sp>
        <p:nvSpPr>
          <p:cNvPr id="49" name="Arrow: Right 48"/>
          <p:cNvSpPr/>
          <p:nvPr/>
        </p:nvSpPr>
        <p:spPr>
          <a:xfrm>
            <a:off x="2900559" y="5283437"/>
            <a:ext cx="7660222" cy="277259"/>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Connect to IoT hub using X.509 certificate</a:t>
            </a:r>
          </a:p>
        </p:txBody>
      </p:sp>
      <p:sp>
        <p:nvSpPr>
          <p:cNvPr id="50" name="Arrow: Left 49"/>
          <p:cNvSpPr/>
          <p:nvPr/>
        </p:nvSpPr>
        <p:spPr>
          <a:xfrm>
            <a:off x="2889220" y="5524934"/>
            <a:ext cx="7637952" cy="287635"/>
          </a:xfrm>
          <a:prstGeom prst="lef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Receive twin desired properties</a:t>
            </a:r>
          </a:p>
        </p:txBody>
      </p:sp>
      <p:grpSp>
        <p:nvGrpSpPr>
          <p:cNvPr id="51" name="Group 50"/>
          <p:cNvGrpSpPr/>
          <p:nvPr/>
        </p:nvGrpSpPr>
        <p:grpSpPr>
          <a:xfrm>
            <a:off x="855769" y="5283429"/>
            <a:ext cx="1893244" cy="758605"/>
            <a:chOff x="183851" y="4555521"/>
            <a:chExt cx="2129339" cy="539779"/>
          </a:xfrm>
        </p:grpSpPr>
        <p:sp>
          <p:nvSpPr>
            <p:cNvPr id="52" name="Left Brace 51"/>
            <p:cNvSpPr/>
            <p:nvPr/>
          </p:nvSpPr>
          <p:spPr>
            <a:xfrm>
              <a:off x="1931785" y="4555521"/>
              <a:ext cx="381405" cy="53977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24">
                <a:latin typeface="Segoe UI Light" panose="020B0502040204020203" pitchFamily="34" charset="0"/>
                <a:cs typeface="Segoe UI Light" panose="020B0502040204020203" pitchFamily="34" charset="0"/>
              </a:endParaRPr>
            </a:p>
          </p:txBody>
        </p:sp>
        <p:sp>
          <p:nvSpPr>
            <p:cNvPr id="53" name="TextBox 52"/>
            <p:cNvSpPr txBox="1"/>
            <p:nvPr/>
          </p:nvSpPr>
          <p:spPr>
            <a:xfrm>
              <a:off x="183851" y="4702299"/>
              <a:ext cx="1729430" cy="340431"/>
            </a:xfrm>
            <a:prstGeom prst="rect">
              <a:avLst/>
            </a:prstGeom>
            <a:noFill/>
          </p:spPr>
          <p:txBody>
            <a:bodyPr wrap="square" rtlCol="0">
              <a:spAutoFit/>
            </a:bodyPr>
            <a:lstStyle/>
            <a:p>
              <a:pPr algn="ctr"/>
              <a:r>
                <a:rPr lang="en-US" sz="1224">
                  <a:latin typeface="Segoe UI Light" panose="020B0502040204020203" pitchFamily="34" charset="0"/>
                  <a:cs typeface="Segoe UI Light" panose="020B0502040204020203" pitchFamily="34" charset="0"/>
                </a:rPr>
                <a:t>Device to IoT hub</a:t>
              </a:r>
            </a:p>
            <a:p>
              <a:pPr algn="r"/>
              <a:r>
                <a:rPr lang="en-US" sz="1224">
                  <a:latin typeface="Segoe UI Light" panose="020B0502040204020203" pitchFamily="34" charset="0"/>
                  <a:cs typeface="Segoe UI Light" panose="020B0502040204020203" pitchFamily="34" charset="0"/>
                </a:rPr>
                <a:t>(day to day </a:t>
              </a:r>
              <a:r>
                <a:rPr lang="en-US" sz="1224" err="1">
                  <a:latin typeface="Segoe UI Light" panose="020B0502040204020203" pitchFamily="34" charset="0"/>
                  <a:cs typeface="Segoe UI Light" panose="020B0502040204020203" pitchFamily="34" charset="0"/>
                </a:rPr>
                <a:t>comms</a:t>
              </a:r>
              <a:r>
                <a:rPr lang="en-US" sz="1224">
                  <a:latin typeface="Segoe UI Light" panose="020B0502040204020203" pitchFamily="34" charset="0"/>
                  <a:cs typeface="Segoe UI Light" panose="020B0502040204020203" pitchFamily="34" charset="0"/>
                </a:rPr>
                <a:t>)</a:t>
              </a:r>
            </a:p>
          </p:txBody>
        </p:sp>
      </p:grpSp>
      <p:sp>
        <p:nvSpPr>
          <p:cNvPr id="55" name="Arrow: Right 54"/>
          <p:cNvSpPr/>
          <p:nvPr/>
        </p:nvSpPr>
        <p:spPr>
          <a:xfrm>
            <a:off x="2889221" y="5802193"/>
            <a:ext cx="7646355" cy="277259"/>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Send device telemetry</a:t>
            </a:r>
          </a:p>
        </p:txBody>
      </p:sp>
      <p:sp>
        <p:nvSpPr>
          <p:cNvPr id="59" name="Arrow: Left 58"/>
          <p:cNvSpPr/>
          <p:nvPr/>
        </p:nvSpPr>
        <p:spPr>
          <a:xfrm>
            <a:off x="2900559" y="2857700"/>
            <a:ext cx="4458458" cy="243146"/>
          </a:xfrm>
          <a:prstGeom prst="lef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Respond with </a:t>
            </a:r>
            <a:r>
              <a:rPr lang="en-US" sz="1224" err="1">
                <a:latin typeface="Segoe UI Light" panose="020B0502040204020203" pitchFamily="34" charset="0"/>
                <a:cs typeface="Segoe UI Light" panose="020B0502040204020203" pitchFamily="34" charset="0"/>
              </a:rPr>
              <a:t>operationId</a:t>
            </a:r>
            <a:r>
              <a:rPr lang="en-US" sz="1224">
                <a:latin typeface="Segoe UI Light" panose="020B0502040204020203" pitchFamily="34" charset="0"/>
                <a:cs typeface="Segoe UI Light" panose="020B0502040204020203" pitchFamily="34" charset="0"/>
              </a:rPr>
              <a:t> for long running operation</a:t>
            </a:r>
          </a:p>
        </p:txBody>
      </p:sp>
      <p:sp>
        <p:nvSpPr>
          <p:cNvPr id="60" name="Arrow: Right 59"/>
          <p:cNvSpPr/>
          <p:nvPr/>
        </p:nvSpPr>
        <p:spPr>
          <a:xfrm>
            <a:off x="2938245" y="4254632"/>
            <a:ext cx="4457193" cy="277259"/>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Poll with </a:t>
            </a:r>
            <a:r>
              <a:rPr lang="en-US" sz="1224" err="1">
                <a:latin typeface="Segoe UI Light" panose="020B0502040204020203" pitchFamily="34" charset="0"/>
                <a:cs typeface="Segoe UI Light" panose="020B0502040204020203" pitchFamily="34" charset="0"/>
              </a:rPr>
              <a:t>operationId</a:t>
            </a:r>
            <a:r>
              <a:rPr lang="en-US" sz="1224">
                <a:latin typeface="Segoe UI Light" panose="020B0502040204020203" pitchFamily="34" charset="0"/>
                <a:cs typeface="Segoe UI Light" panose="020B0502040204020203" pitchFamily="34" charset="0"/>
              </a:rPr>
              <a:t> until registration completion</a:t>
            </a:r>
          </a:p>
        </p:txBody>
      </p:sp>
      <p:sp>
        <p:nvSpPr>
          <p:cNvPr id="71" name="Arrow: Right 70"/>
          <p:cNvSpPr/>
          <p:nvPr/>
        </p:nvSpPr>
        <p:spPr>
          <a:xfrm>
            <a:off x="7412241" y="2207321"/>
            <a:ext cx="1784264" cy="524783"/>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Get enrollment group of the signing cert</a:t>
            </a:r>
          </a:p>
        </p:txBody>
      </p:sp>
      <p:sp>
        <p:nvSpPr>
          <p:cNvPr id="73" name="Rectangle 72"/>
          <p:cNvSpPr/>
          <p:nvPr/>
        </p:nvSpPr>
        <p:spPr>
          <a:xfrm>
            <a:off x="7417196" y="2760770"/>
            <a:ext cx="1502374" cy="570838"/>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24">
                <a:latin typeface="Segoe UI Light" panose="020B0502040204020203" pitchFamily="34" charset="0"/>
                <a:cs typeface="Segoe UI Light" panose="020B0502040204020203" pitchFamily="34" charset="0"/>
              </a:rPr>
              <a:t>Validate device cert with enrollment group</a:t>
            </a:r>
          </a:p>
        </p:txBody>
      </p:sp>
      <p:sp>
        <p:nvSpPr>
          <p:cNvPr id="5" name="Title 4">
            <a:extLst>
              <a:ext uri="{FF2B5EF4-FFF2-40B4-BE49-F238E27FC236}">
                <a16:creationId xmlns:a16="http://schemas.microsoft.com/office/drawing/2014/main" id="{D86767E8-4CDC-455D-BAB8-B7AF6FA4F0D6}"/>
              </a:ext>
            </a:extLst>
          </p:cNvPr>
          <p:cNvSpPr>
            <a:spLocks noGrp="1"/>
          </p:cNvSpPr>
          <p:nvPr>
            <p:ph type="title"/>
          </p:nvPr>
        </p:nvSpPr>
        <p:spPr/>
        <p:txBody>
          <a:bodyPr/>
          <a:lstStyle/>
          <a:p>
            <a:r>
              <a:rPr lang="en-US"/>
              <a:t>Registration flow for X.509</a:t>
            </a:r>
          </a:p>
        </p:txBody>
      </p:sp>
    </p:spTree>
    <p:extLst>
      <p:ext uri="{BB962C8B-B14F-4D97-AF65-F5344CB8AC3E}">
        <p14:creationId xmlns:p14="http://schemas.microsoft.com/office/powerpoint/2010/main" val="60907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6C4FFDF-4EAC-471A-876F-E01CEC583278}"/>
              </a:ext>
            </a:extLst>
          </p:cNvPr>
          <p:cNvSpPr>
            <a:spLocks noGrp="1"/>
          </p:cNvSpPr>
          <p:nvPr>
            <p:ph type="body" sz="quarter" idx="10"/>
          </p:nvPr>
        </p:nvSpPr>
        <p:spPr>
          <a:xfrm>
            <a:off x="478976" y="1306795"/>
            <a:ext cx="6984368" cy="4690515"/>
          </a:xfrm>
        </p:spPr>
        <p:txBody>
          <a:bodyPr/>
          <a:lstStyle/>
          <a:p>
            <a:r>
              <a:rPr lang="en-US" sz="2400" b="1" dirty="0"/>
              <a:t>Secure By Design</a:t>
            </a:r>
          </a:p>
          <a:p>
            <a:pPr marL="342900" indent="-342900">
              <a:buFont typeface="Arial" panose="020B0604020202020204" pitchFamily="34" charset="0"/>
              <a:buChar char="•"/>
            </a:pPr>
            <a:r>
              <a:rPr lang="en-US" sz="2400" dirty="0"/>
              <a:t>Use silicon gates to create hardware-based device identities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Security built into the DNA of the device</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Scalable  security framework with minimal hardware requirements for device identification and attestation</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Trust anchor upon which various security solutions for authentication, secure boot, remote attestation, and more can be built</a:t>
            </a:r>
          </a:p>
        </p:txBody>
      </p:sp>
      <p:sp>
        <p:nvSpPr>
          <p:cNvPr id="2" name="Rectangle 1"/>
          <p:cNvSpPr/>
          <p:nvPr/>
        </p:nvSpPr>
        <p:spPr>
          <a:xfrm>
            <a:off x="4644004" y="6326242"/>
            <a:ext cx="2401683" cy="523220"/>
          </a:xfrm>
          <a:prstGeom prst="rect">
            <a:avLst/>
          </a:prstGeom>
          <a:solidFill>
            <a:schemeClr val="accent2">
              <a:lumMod val="60000"/>
              <a:lumOff val="40000"/>
            </a:schemeClr>
          </a:solidFill>
        </p:spPr>
        <p:txBody>
          <a:bodyPr wrap="none">
            <a:spAutoFit/>
          </a:bodyPr>
          <a:lstStyle/>
          <a:p>
            <a:r>
              <a:rPr lang="en-US" sz="2800" dirty="0"/>
              <a:t>aka.ms/</a:t>
            </a:r>
            <a:r>
              <a:rPr lang="en-US" sz="2800" dirty="0" err="1"/>
              <a:t>iotdice</a:t>
            </a:r>
            <a:endParaRPr lang="en-US" sz="2800" dirty="0"/>
          </a:p>
        </p:txBody>
      </p:sp>
      <p:sp>
        <p:nvSpPr>
          <p:cNvPr id="7" name="Title 6">
            <a:extLst>
              <a:ext uri="{FF2B5EF4-FFF2-40B4-BE49-F238E27FC236}">
                <a16:creationId xmlns:a16="http://schemas.microsoft.com/office/drawing/2014/main" id="{AFB9EB92-F40D-4D61-9DAC-9CFAE5DBAAEE}"/>
              </a:ext>
            </a:extLst>
          </p:cNvPr>
          <p:cNvSpPr>
            <a:spLocks noGrp="1"/>
          </p:cNvSpPr>
          <p:nvPr>
            <p:ph type="title"/>
          </p:nvPr>
        </p:nvSpPr>
        <p:spPr>
          <a:xfrm>
            <a:off x="244476" y="167564"/>
            <a:ext cx="11889564" cy="917575"/>
          </a:xfrm>
        </p:spPr>
        <p:txBody>
          <a:bodyPr/>
          <a:lstStyle/>
          <a:p>
            <a:r>
              <a:rPr lang="fr-FR" dirty="0" err="1"/>
              <a:t>Device</a:t>
            </a:r>
            <a:r>
              <a:rPr lang="fr-FR" dirty="0"/>
              <a:t> Identifier Composition Engine – DICE</a:t>
            </a:r>
            <a:endParaRPr lang="en-US" dirty="0"/>
          </a:p>
        </p:txBody>
      </p:sp>
      <p:grpSp>
        <p:nvGrpSpPr>
          <p:cNvPr id="9" name="Group 8">
            <a:extLst>
              <a:ext uri="{FF2B5EF4-FFF2-40B4-BE49-F238E27FC236}">
                <a16:creationId xmlns:a16="http://schemas.microsoft.com/office/drawing/2014/main" id="{E0EBBB00-3593-4B0E-944A-A255FC0F822A}"/>
              </a:ext>
            </a:extLst>
          </p:cNvPr>
          <p:cNvGrpSpPr>
            <a:grpSpLocks noChangeAspect="1"/>
          </p:cNvGrpSpPr>
          <p:nvPr/>
        </p:nvGrpSpPr>
        <p:grpSpPr>
          <a:xfrm>
            <a:off x="7376073" y="1992063"/>
            <a:ext cx="4544321" cy="3494337"/>
            <a:chOff x="3145058" y="2472773"/>
            <a:chExt cx="6623555" cy="5093156"/>
          </a:xfrm>
        </p:grpSpPr>
        <p:sp>
          <p:nvSpPr>
            <p:cNvPr id="10" name="Freeform 79">
              <a:extLst>
                <a:ext uri="{FF2B5EF4-FFF2-40B4-BE49-F238E27FC236}">
                  <a16:creationId xmlns:a16="http://schemas.microsoft.com/office/drawing/2014/main" id="{76A980D0-BCC3-4BC9-8170-67DDE9B9669A}"/>
                </a:ext>
              </a:extLst>
            </p:cNvPr>
            <p:cNvSpPr/>
            <p:nvPr/>
          </p:nvSpPr>
          <p:spPr bwMode="auto">
            <a:xfrm>
              <a:off x="3145058" y="5893413"/>
              <a:ext cx="4112250" cy="1672516"/>
            </a:xfrm>
            <a:custGeom>
              <a:avLst/>
              <a:gdLst>
                <a:gd name="connsiteX0" fmla="*/ 0 w 1468550"/>
                <a:gd name="connsiteY0" fmla="*/ 448125 h 597283"/>
                <a:gd name="connsiteX1" fmla="*/ 0 w 1468550"/>
                <a:gd name="connsiteY1" fmla="*/ 448126 h 597283"/>
                <a:gd name="connsiteX2" fmla="*/ 0 w 1468550"/>
                <a:gd name="connsiteY2" fmla="*/ 448126 h 597283"/>
                <a:gd name="connsiteX3" fmla="*/ 773481 w 1468550"/>
                <a:gd name="connsiteY3" fmla="*/ 0 h 597283"/>
                <a:gd name="connsiteX4" fmla="*/ 1003030 w 1468550"/>
                <a:gd name="connsiteY4" fmla="*/ 138208 h 597283"/>
                <a:gd name="connsiteX5" fmla="*/ 1017781 w 1468550"/>
                <a:gd name="connsiteY5" fmla="*/ 204571 h 597283"/>
                <a:gd name="connsiteX6" fmla="*/ 1029832 w 1468550"/>
                <a:gd name="connsiteY6" fmla="*/ 188335 h 597283"/>
                <a:gd name="connsiteX7" fmla="*/ 1175952 w 1468550"/>
                <a:gd name="connsiteY7" fmla="*/ 133358 h 597283"/>
                <a:gd name="connsiteX8" fmla="*/ 1382597 w 1468550"/>
                <a:gd name="connsiteY8" fmla="*/ 321061 h 597283"/>
                <a:gd name="connsiteX9" fmla="*/ 1369815 w 1468550"/>
                <a:gd name="connsiteY9" fmla="*/ 378570 h 597283"/>
                <a:gd name="connsiteX10" fmla="*/ 1401032 w 1468550"/>
                <a:gd name="connsiteY10" fmla="*/ 384873 h 597283"/>
                <a:gd name="connsiteX11" fmla="*/ 1468550 w 1468550"/>
                <a:gd name="connsiteY11" fmla="*/ 486734 h 597283"/>
                <a:gd name="connsiteX12" fmla="*/ 1468549 w 1468550"/>
                <a:gd name="connsiteY12" fmla="*/ 486734 h 597283"/>
                <a:gd name="connsiteX13" fmla="*/ 1358000 w 1468550"/>
                <a:gd name="connsiteY13" fmla="*/ 597283 h 597283"/>
                <a:gd name="connsiteX14" fmla="*/ 905132 w 1468550"/>
                <a:gd name="connsiteY14" fmla="*/ 597283 h 597283"/>
                <a:gd name="connsiteX15" fmla="*/ 905130 w 1468550"/>
                <a:gd name="connsiteY15" fmla="*/ 597283 h 597283"/>
                <a:gd name="connsiteX16" fmla="*/ 149157 w 1468550"/>
                <a:gd name="connsiteY16" fmla="*/ 597282 h 597283"/>
                <a:gd name="connsiteX17" fmla="*/ 11722 w 1468550"/>
                <a:gd name="connsiteY17" fmla="*/ 506184 h 597283"/>
                <a:gd name="connsiteX18" fmla="*/ 0 w 1468550"/>
                <a:gd name="connsiteY18" fmla="*/ 448126 h 597283"/>
                <a:gd name="connsiteX19" fmla="*/ 11722 w 1468550"/>
                <a:gd name="connsiteY19" fmla="*/ 390068 h 597283"/>
                <a:gd name="connsiteX20" fmla="*/ 149157 w 1468550"/>
                <a:gd name="connsiteY20" fmla="*/ 298969 h 597283"/>
                <a:gd name="connsiteX21" fmla="*/ 201670 w 1468550"/>
                <a:gd name="connsiteY21" fmla="*/ 298969 h 597283"/>
                <a:gd name="connsiteX22" fmla="*/ 210775 w 1468550"/>
                <a:gd name="connsiteY22" fmla="*/ 258005 h 597283"/>
                <a:gd name="connsiteX23" fmla="*/ 383494 w 1468550"/>
                <a:gd name="connsiteY23" fmla="*/ 154013 h 597283"/>
                <a:gd name="connsiteX24" fmla="*/ 516041 w 1468550"/>
                <a:gd name="connsiteY24" fmla="*/ 203883 h 597283"/>
                <a:gd name="connsiteX25" fmla="*/ 526271 w 1468550"/>
                <a:gd name="connsiteY25" fmla="*/ 217665 h 597283"/>
                <a:gd name="connsiteX26" fmla="*/ 543932 w 1468550"/>
                <a:gd name="connsiteY26" fmla="*/ 138208 h 597283"/>
                <a:gd name="connsiteX27" fmla="*/ 773481 w 1468550"/>
                <a:gd name="connsiteY27" fmla="*/ 0 h 59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468550" h="597283">
                  <a:moveTo>
                    <a:pt x="0" y="448125"/>
                  </a:moveTo>
                  <a:lnTo>
                    <a:pt x="0" y="448126"/>
                  </a:lnTo>
                  <a:lnTo>
                    <a:pt x="0" y="448126"/>
                  </a:lnTo>
                  <a:close/>
                  <a:moveTo>
                    <a:pt x="773481" y="0"/>
                  </a:moveTo>
                  <a:cubicBezTo>
                    <a:pt x="876673" y="0"/>
                    <a:pt x="965211" y="56988"/>
                    <a:pt x="1003030" y="138208"/>
                  </a:cubicBezTo>
                  <a:lnTo>
                    <a:pt x="1017781" y="204571"/>
                  </a:lnTo>
                  <a:lnTo>
                    <a:pt x="1029832" y="188335"/>
                  </a:lnTo>
                  <a:cubicBezTo>
                    <a:pt x="1067227" y="154368"/>
                    <a:pt x="1118888" y="133358"/>
                    <a:pt x="1175952" y="133358"/>
                  </a:cubicBezTo>
                  <a:cubicBezTo>
                    <a:pt x="1290079" y="133358"/>
                    <a:pt x="1382597" y="217395"/>
                    <a:pt x="1382597" y="321061"/>
                  </a:cubicBezTo>
                  <a:lnTo>
                    <a:pt x="1369815" y="378570"/>
                  </a:lnTo>
                  <a:lnTo>
                    <a:pt x="1401032" y="384873"/>
                  </a:lnTo>
                  <a:cubicBezTo>
                    <a:pt x="1440710" y="401655"/>
                    <a:pt x="1468550" y="440943"/>
                    <a:pt x="1468550" y="486734"/>
                  </a:cubicBezTo>
                  <a:lnTo>
                    <a:pt x="1468549" y="486734"/>
                  </a:lnTo>
                  <a:cubicBezTo>
                    <a:pt x="1468549" y="547789"/>
                    <a:pt x="1419055" y="597283"/>
                    <a:pt x="1358000" y="597283"/>
                  </a:cubicBezTo>
                  <a:lnTo>
                    <a:pt x="905132" y="597283"/>
                  </a:lnTo>
                  <a:lnTo>
                    <a:pt x="905130" y="597283"/>
                  </a:lnTo>
                  <a:lnTo>
                    <a:pt x="149157" y="597282"/>
                  </a:lnTo>
                  <a:cubicBezTo>
                    <a:pt x="87374" y="597282"/>
                    <a:pt x="34365" y="559719"/>
                    <a:pt x="11722" y="506184"/>
                  </a:cubicBezTo>
                  <a:lnTo>
                    <a:pt x="0" y="448126"/>
                  </a:lnTo>
                  <a:lnTo>
                    <a:pt x="11722" y="390068"/>
                  </a:lnTo>
                  <a:cubicBezTo>
                    <a:pt x="34365" y="336533"/>
                    <a:pt x="87374" y="298969"/>
                    <a:pt x="149157" y="298969"/>
                  </a:cubicBezTo>
                  <a:lnTo>
                    <a:pt x="201670" y="298969"/>
                  </a:lnTo>
                  <a:lnTo>
                    <a:pt x="210775" y="258005"/>
                  </a:lnTo>
                  <a:cubicBezTo>
                    <a:pt x="239231" y="196893"/>
                    <a:pt x="305850" y="154013"/>
                    <a:pt x="383494" y="154013"/>
                  </a:cubicBezTo>
                  <a:cubicBezTo>
                    <a:pt x="435257" y="154013"/>
                    <a:pt x="482120" y="173071"/>
                    <a:pt x="516041" y="203883"/>
                  </a:cubicBezTo>
                  <a:lnTo>
                    <a:pt x="526271" y="217665"/>
                  </a:lnTo>
                  <a:lnTo>
                    <a:pt x="543932" y="138208"/>
                  </a:lnTo>
                  <a:cubicBezTo>
                    <a:pt x="581751" y="56988"/>
                    <a:pt x="670289" y="0"/>
                    <a:pt x="773481" y="0"/>
                  </a:cubicBezTo>
                  <a:close/>
                </a:path>
              </a:pathLst>
            </a:custGeom>
            <a:solidFill>
              <a:srgbClr val="B9E1E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err="1">
                <a:gradFill>
                  <a:gsLst>
                    <a:gs pos="0">
                      <a:srgbClr val="FFFFFF"/>
                    </a:gs>
                    <a:gs pos="100000">
                      <a:srgbClr val="FFFFFF"/>
                    </a:gs>
                  </a:gsLst>
                  <a:lin ang="5400000" scaled="0"/>
                </a:gradFill>
                <a:ea typeface="Segoe UI" pitchFamily="34" charset="0"/>
                <a:cs typeface="Segoe UI" pitchFamily="34" charset="0"/>
              </a:endParaRPr>
            </a:p>
          </p:txBody>
        </p:sp>
        <p:grpSp>
          <p:nvGrpSpPr>
            <p:cNvPr id="11" name="Group 10">
              <a:extLst>
                <a:ext uri="{FF2B5EF4-FFF2-40B4-BE49-F238E27FC236}">
                  <a16:creationId xmlns:a16="http://schemas.microsoft.com/office/drawing/2014/main" id="{14A38C80-99E3-41AF-906B-7FBBF4CF828D}"/>
                </a:ext>
              </a:extLst>
            </p:cNvPr>
            <p:cNvGrpSpPr/>
            <p:nvPr/>
          </p:nvGrpSpPr>
          <p:grpSpPr>
            <a:xfrm>
              <a:off x="5444037" y="2872599"/>
              <a:ext cx="3352943" cy="4599211"/>
              <a:chOff x="3272545" y="1925655"/>
              <a:chExt cx="1867915" cy="2562207"/>
            </a:xfrm>
          </p:grpSpPr>
          <p:grpSp>
            <p:nvGrpSpPr>
              <p:cNvPr id="14" name="Group 13">
                <a:extLst>
                  <a:ext uri="{FF2B5EF4-FFF2-40B4-BE49-F238E27FC236}">
                    <a16:creationId xmlns:a16="http://schemas.microsoft.com/office/drawing/2014/main" id="{CF4BB0DC-D1AD-4F55-8215-F34A585FDA06}"/>
                  </a:ext>
                </a:extLst>
              </p:cNvPr>
              <p:cNvGrpSpPr/>
              <p:nvPr/>
            </p:nvGrpSpPr>
            <p:grpSpPr>
              <a:xfrm>
                <a:off x="3272545" y="1925655"/>
                <a:ext cx="1867915" cy="2562207"/>
                <a:chOff x="5476964" y="2122039"/>
                <a:chExt cx="892555" cy="1224312"/>
              </a:xfrm>
            </p:grpSpPr>
            <p:sp>
              <p:nvSpPr>
                <p:cNvPr id="21" name="Freeform 90">
                  <a:extLst>
                    <a:ext uri="{FF2B5EF4-FFF2-40B4-BE49-F238E27FC236}">
                      <a16:creationId xmlns:a16="http://schemas.microsoft.com/office/drawing/2014/main" id="{14EF7B85-AA0F-4C0B-A3C0-DC83B117AC3C}"/>
                    </a:ext>
                  </a:extLst>
                </p:cNvPr>
                <p:cNvSpPr/>
                <p:nvPr/>
              </p:nvSpPr>
              <p:spPr bwMode="auto">
                <a:xfrm>
                  <a:off x="5476964" y="2122039"/>
                  <a:ext cx="892555" cy="1224312"/>
                </a:xfrm>
                <a:custGeom>
                  <a:avLst/>
                  <a:gdLst>
                    <a:gd name="connsiteX0" fmla="*/ 0 w 257175"/>
                    <a:gd name="connsiteY0" fmla="*/ 46038 h 361950"/>
                    <a:gd name="connsiteX1" fmla="*/ 0 w 257175"/>
                    <a:gd name="connsiteY1" fmla="*/ 225425 h 361950"/>
                    <a:gd name="connsiteX2" fmla="*/ 120650 w 257175"/>
                    <a:gd name="connsiteY2" fmla="*/ 361950 h 361950"/>
                    <a:gd name="connsiteX3" fmla="*/ 257175 w 257175"/>
                    <a:gd name="connsiteY3" fmla="*/ 225425 h 361950"/>
                    <a:gd name="connsiteX4" fmla="*/ 257175 w 257175"/>
                    <a:gd name="connsiteY4" fmla="*/ 44450 h 361950"/>
                    <a:gd name="connsiteX5" fmla="*/ 127000 w 257175"/>
                    <a:gd name="connsiteY5" fmla="*/ 0 h 361950"/>
                    <a:gd name="connsiteX6" fmla="*/ 0 w 257175"/>
                    <a:gd name="connsiteY6" fmla="*/ 46038 h 361950"/>
                    <a:gd name="connsiteX0" fmla="*/ 0 w 257175"/>
                    <a:gd name="connsiteY0" fmla="*/ 46038 h 361950"/>
                    <a:gd name="connsiteX1" fmla="*/ 0 w 257175"/>
                    <a:gd name="connsiteY1" fmla="*/ 225425 h 361950"/>
                    <a:gd name="connsiteX2" fmla="*/ 120650 w 257175"/>
                    <a:gd name="connsiteY2" fmla="*/ 361950 h 361950"/>
                    <a:gd name="connsiteX3" fmla="*/ 257175 w 257175"/>
                    <a:gd name="connsiteY3" fmla="*/ 225425 h 361950"/>
                    <a:gd name="connsiteX4" fmla="*/ 257175 w 257175"/>
                    <a:gd name="connsiteY4" fmla="*/ 44450 h 361950"/>
                    <a:gd name="connsiteX5" fmla="*/ 129442 w 257175"/>
                    <a:gd name="connsiteY5" fmla="*/ 0 h 361950"/>
                    <a:gd name="connsiteX6" fmla="*/ 0 w 257175"/>
                    <a:gd name="connsiteY6" fmla="*/ 46038 h 361950"/>
                    <a:gd name="connsiteX0" fmla="*/ 0 w 261570"/>
                    <a:gd name="connsiteY0" fmla="*/ 46038 h 361950"/>
                    <a:gd name="connsiteX1" fmla="*/ 0 w 261570"/>
                    <a:gd name="connsiteY1" fmla="*/ 225425 h 361950"/>
                    <a:gd name="connsiteX2" fmla="*/ 120650 w 261570"/>
                    <a:gd name="connsiteY2" fmla="*/ 361950 h 361950"/>
                    <a:gd name="connsiteX3" fmla="*/ 257175 w 261570"/>
                    <a:gd name="connsiteY3" fmla="*/ 225425 h 361950"/>
                    <a:gd name="connsiteX4" fmla="*/ 261570 w 261570"/>
                    <a:gd name="connsiteY4" fmla="*/ 50799 h 361950"/>
                    <a:gd name="connsiteX5" fmla="*/ 129442 w 261570"/>
                    <a:gd name="connsiteY5" fmla="*/ 0 h 361950"/>
                    <a:gd name="connsiteX6" fmla="*/ 0 w 261570"/>
                    <a:gd name="connsiteY6" fmla="*/ 46038 h 361950"/>
                    <a:gd name="connsiteX0" fmla="*/ 0 w 263035"/>
                    <a:gd name="connsiteY0" fmla="*/ 49945 h 361950"/>
                    <a:gd name="connsiteX1" fmla="*/ 1465 w 263035"/>
                    <a:gd name="connsiteY1" fmla="*/ 225425 h 361950"/>
                    <a:gd name="connsiteX2" fmla="*/ 122115 w 263035"/>
                    <a:gd name="connsiteY2" fmla="*/ 361950 h 361950"/>
                    <a:gd name="connsiteX3" fmla="*/ 258640 w 263035"/>
                    <a:gd name="connsiteY3" fmla="*/ 225425 h 361950"/>
                    <a:gd name="connsiteX4" fmla="*/ 263035 w 263035"/>
                    <a:gd name="connsiteY4" fmla="*/ 50799 h 361950"/>
                    <a:gd name="connsiteX5" fmla="*/ 130907 w 263035"/>
                    <a:gd name="connsiteY5" fmla="*/ 0 h 361950"/>
                    <a:gd name="connsiteX6" fmla="*/ 0 w 263035"/>
                    <a:gd name="connsiteY6" fmla="*/ 49945 h 361950"/>
                    <a:gd name="connsiteX0" fmla="*/ 140 w 263175"/>
                    <a:gd name="connsiteY0" fmla="*/ 49945 h 361950"/>
                    <a:gd name="connsiteX1" fmla="*/ 140 w 263175"/>
                    <a:gd name="connsiteY1" fmla="*/ 231774 h 361950"/>
                    <a:gd name="connsiteX2" fmla="*/ 122255 w 263175"/>
                    <a:gd name="connsiteY2" fmla="*/ 361950 h 361950"/>
                    <a:gd name="connsiteX3" fmla="*/ 258780 w 263175"/>
                    <a:gd name="connsiteY3" fmla="*/ 225425 h 361950"/>
                    <a:gd name="connsiteX4" fmla="*/ 263175 w 263175"/>
                    <a:gd name="connsiteY4" fmla="*/ 50799 h 361950"/>
                    <a:gd name="connsiteX5" fmla="*/ 131047 w 263175"/>
                    <a:gd name="connsiteY5" fmla="*/ 0 h 361950"/>
                    <a:gd name="connsiteX6" fmla="*/ 140 w 263175"/>
                    <a:gd name="connsiteY6" fmla="*/ 49945 h 361950"/>
                    <a:gd name="connsiteX0" fmla="*/ 140 w 263175"/>
                    <a:gd name="connsiteY0" fmla="*/ 49945 h 361950"/>
                    <a:gd name="connsiteX1" fmla="*/ 140 w 263175"/>
                    <a:gd name="connsiteY1" fmla="*/ 231774 h 361950"/>
                    <a:gd name="connsiteX2" fmla="*/ 122255 w 263175"/>
                    <a:gd name="connsiteY2" fmla="*/ 361950 h 361950"/>
                    <a:gd name="connsiteX3" fmla="*/ 263175 w 263175"/>
                    <a:gd name="connsiteY3" fmla="*/ 231774 h 361950"/>
                    <a:gd name="connsiteX4" fmla="*/ 263175 w 263175"/>
                    <a:gd name="connsiteY4" fmla="*/ 50799 h 361950"/>
                    <a:gd name="connsiteX5" fmla="*/ 131047 w 263175"/>
                    <a:gd name="connsiteY5" fmla="*/ 0 h 361950"/>
                    <a:gd name="connsiteX6" fmla="*/ 140 w 263175"/>
                    <a:gd name="connsiteY6" fmla="*/ 49945 h 361950"/>
                    <a:gd name="connsiteX0" fmla="*/ 2972 w 266007"/>
                    <a:gd name="connsiteY0" fmla="*/ 49945 h 361950"/>
                    <a:gd name="connsiteX1" fmla="*/ 42 w 266007"/>
                    <a:gd name="connsiteY1" fmla="*/ 231774 h 361950"/>
                    <a:gd name="connsiteX2" fmla="*/ 125087 w 266007"/>
                    <a:gd name="connsiteY2" fmla="*/ 361950 h 361950"/>
                    <a:gd name="connsiteX3" fmla="*/ 266007 w 266007"/>
                    <a:gd name="connsiteY3" fmla="*/ 231774 h 361950"/>
                    <a:gd name="connsiteX4" fmla="*/ 266007 w 266007"/>
                    <a:gd name="connsiteY4" fmla="*/ 50799 h 361950"/>
                    <a:gd name="connsiteX5" fmla="*/ 133879 w 266007"/>
                    <a:gd name="connsiteY5" fmla="*/ 0 h 361950"/>
                    <a:gd name="connsiteX6" fmla="*/ 2972 w 266007"/>
                    <a:gd name="connsiteY6" fmla="*/ 49945 h 361950"/>
                    <a:gd name="connsiteX0" fmla="*/ 2972 w 266007"/>
                    <a:gd name="connsiteY0" fmla="*/ 49945 h 361950"/>
                    <a:gd name="connsiteX1" fmla="*/ 42 w 266007"/>
                    <a:gd name="connsiteY1" fmla="*/ 231774 h 361950"/>
                    <a:gd name="connsiteX2" fmla="*/ 125087 w 266007"/>
                    <a:gd name="connsiteY2" fmla="*/ 361950 h 361950"/>
                    <a:gd name="connsiteX3" fmla="*/ 266007 w 266007"/>
                    <a:gd name="connsiteY3" fmla="*/ 231774 h 361950"/>
                    <a:gd name="connsiteX4" fmla="*/ 266007 w 266007"/>
                    <a:gd name="connsiteY4" fmla="*/ 50799 h 361950"/>
                    <a:gd name="connsiteX5" fmla="*/ 133879 w 266007"/>
                    <a:gd name="connsiteY5" fmla="*/ 0 h 361950"/>
                    <a:gd name="connsiteX6" fmla="*/ 2972 w 266007"/>
                    <a:gd name="connsiteY6" fmla="*/ 49945 h 361950"/>
                    <a:gd name="connsiteX0" fmla="*/ 2972 w 266007"/>
                    <a:gd name="connsiteY0" fmla="*/ 49945 h 361950"/>
                    <a:gd name="connsiteX1" fmla="*/ 42 w 266007"/>
                    <a:gd name="connsiteY1" fmla="*/ 231774 h 361950"/>
                    <a:gd name="connsiteX2" fmla="*/ 125087 w 266007"/>
                    <a:gd name="connsiteY2" fmla="*/ 361950 h 361950"/>
                    <a:gd name="connsiteX3" fmla="*/ 266007 w 266007"/>
                    <a:gd name="connsiteY3" fmla="*/ 231774 h 361950"/>
                    <a:gd name="connsiteX4" fmla="*/ 266007 w 266007"/>
                    <a:gd name="connsiteY4" fmla="*/ 50799 h 361950"/>
                    <a:gd name="connsiteX5" fmla="*/ 133879 w 266007"/>
                    <a:gd name="connsiteY5" fmla="*/ 0 h 361950"/>
                    <a:gd name="connsiteX6" fmla="*/ 2972 w 266007"/>
                    <a:gd name="connsiteY6" fmla="*/ 49945 h 361950"/>
                    <a:gd name="connsiteX0" fmla="*/ 2972 w 266007"/>
                    <a:gd name="connsiteY0" fmla="*/ 49945 h 361950"/>
                    <a:gd name="connsiteX1" fmla="*/ 42 w 266007"/>
                    <a:gd name="connsiteY1" fmla="*/ 231774 h 361950"/>
                    <a:gd name="connsiteX2" fmla="*/ 125087 w 266007"/>
                    <a:gd name="connsiteY2" fmla="*/ 361950 h 361950"/>
                    <a:gd name="connsiteX3" fmla="*/ 266007 w 266007"/>
                    <a:gd name="connsiteY3" fmla="*/ 231774 h 361950"/>
                    <a:gd name="connsiteX4" fmla="*/ 266007 w 266007"/>
                    <a:gd name="connsiteY4" fmla="*/ 50799 h 361950"/>
                    <a:gd name="connsiteX5" fmla="*/ 133879 w 266007"/>
                    <a:gd name="connsiteY5" fmla="*/ 0 h 361950"/>
                    <a:gd name="connsiteX6" fmla="*/ 2972 w 266007"/>
                    <a:gd name="connsiteY6" fmla="*/ 49945 h 361950"/>
                    <a:gd name="connsiteX0" fmla="*/ 2972 w 266007"/>
                    <a:gd name="connsiteY0" fmla="*/ 49945 h 361950"/>
                    <a:gd name="connsiteX1" fmla="*/ 42 w 266007"/>
                    <a:gd name="connsiteY1" fmla="*/ 231774 h 361950"/>
                    <a:gd name="connsiteX2" fmla="*/ 125087 w 266007"/>
                    <a:gd name="connsiteY2" fmla="*/ 361950 h 361950"/>
                    <a:gd name="connsiteX3" fmla="*/ 266007 w 266007"/>
                    <a:gd name="connsiteY3" fmla="*/ 231774 h 361950"/>
                    <a:gd name="connsiteX4" fmla="*/ 266007 w 266007"/>
                    <a:gd name="connsiteY4" fmla="*/ 50799 h 361950"/>
                    <a:gd name="connsiteX5" fmla="*/ 133879 w 266007"/>
                    <a:gd name="connsiteY5" fmla="*/ 0 h 361950"/>
                    <a:gd name="connsiteX6" fmla="*/ 2972 w 266007"/>
                    <a:gd name="connsiteY6" fmla="*/ 49945 h 361950"/>
                    <a:gd name="connsiteX0" fmla="*/ 2972 w 266007"/>
                    <a:gd name="connsiteY0" fmla="*/ 49945 h 361950"/>
                    <a:gd name="connsiteX1" fmla="*/ 42 w 266007"/>
                    <a:gd name="connsiteY1" fmla="*/ 231774 h 361950"/>
                    <a:gd name="connsiteX2" fmla="*/ 125087 w 266007"/>
                    <a:gd name="connsiteY2" fmla="*/ 361950 h 361950"/>
                    <a:gd name="connsiteX3" fmla="*/ 266007 w 266007"/>
                    <a:gd name="connsiteY3" fmla="*/ 231774 h 361950"/>
                    <a:gd name="connsiteX4" fmla="*/ 266007 w 266007"/>
                    <a:gd name="connsiteY4" fmla="*/ 50799 h 361950"/>
                    <a:gd name="connsiteX5" fmla="*/ 133879 w 266007"/>
                    <a:gd name="connsiteY5" fmla="*/ 0 h 361950"/>
                    <a:gd name="connsiteX6" fmla="*/ 2972 w 266007"/>
                    <a:gd name="connsiteY6" fmla="*/ 49945 h 361950"/>
                    <a:gd name="connsiteX0" fmla="*/ 2972 w 266007"/>
                    <a:gd name="connsiteY0" fmla="*/ 49945 h 361950"/>
                    <a:gd name="connsiteX1" fmla="*/ 42 w 266007"/>
                    <a:gd name="connsiteY1" fmla="*/ 231774 h 361950"/>
                    <a:gd name="connsiteX2" fmla="*/ 125087 w 266007"/>
                    <a:gd name="connsiteY2" fmla="*/ 361950 h 361950"/>
                    <a:gd name="connsiteX3" fmla="*/ 266007 w 266007"/>
                    <a:gd name="connsiteY3" fmla="*/ 231774 h 361950"/>
                    <a:gd name="connsiteX4" fmla="*/ 266007 w 266007"/>
                    <a:gd name="connsiteY4" fmla="*/ 50799 h 361950"/>
                    <a:gd name="connsiteX5" fmla="*/ 133879 w 266007"/>
                    <a:gd name="connsiteY5" fmla="*/ 0 h 361950"/>
                    <a:gd name="connsiteX6" fmla="*/ 2972 w 266007"/>
                    <a:gd name="connsiteY6" fmla="*/ 49945 h 361950"/>
                    <a:gd name="connsiteX0" fmla="*/ 2972 w 266007"/>
                    <a:gd name="connsiteY0" fmla="*/ 49945 h 361950"/>
                    <a:gd name="connsiteX1" fmla="*/ 42 w 266007"/>
                    <a:gd name="connsiteY1" fmla="*/ 231774 h 361950"/>
                    <a:gd name="connsiteX2" fmla="*/ 125087 w 266007"/>
                    <a:gd name="connsiteY2" fmla="*/ 361950 h 361950"/>
                    <a:gd name="connsiteX3" fmla="*/ 266007 w 266007"/>
                    <a:gd name="connsiteY3" fmla="*/ 231774 h 361950"/>
                    <a:gd name="connsiteX4" fmla="*/ 266007 w 266007"/>
                    <a:gd name="connsiteY4" fmla="*/ 50799 h 361950"/>
                    <a:gd name="connsiteX5" fmla="*/ 133879 w 266007"/>
                    <a:gd name="connsiteY5" fmla="*/ 0 h 361950"/>
                    <a:gd name="connsiteX6" fmla="*/ 2972 w 266007"/>
                    <a:gd name="connsiteY6" fmla="*/ 49945 h 361950"/>
                    <a:gd name="connsiteX0" fmla="*/ 2972 w 266007"/>
                    <a:gd name="connsiteY0" fmla="*/ 49945 h 364880"/>
                    <a:gd name="connsiteX1" fmla="*/ 42 w 266007"/>
                    <a:gd name="connsiteY1" fmla="*/ 231774 h 364880"/>
                    <a:gd name="connsiteX2" fmla="*/ 132413 w 266007"/>
                    <a:gd name="connsiteY2" fmla="*/ 364880 h 364880"/>
                    <a:gd name="connsiteX3" fmla="*/ 266007 w 266007"/>
                    <a:gd name="connsiteY3" fmla="*/ 231774 h 364880"/>
                    <a:gd name="connsiteX4" fmla="*/ 266007 w 266007"/>
                    <a:gd name="connsiteY4" fmla="*/ 50799 h 364880"/>
                    <a:gd name="connsiteX5" fmla="*/ 133879 w 266007"/>
                    <a:gd name="connsiteY5" fmla="*/ 0 h 364880"/>
                    <a:gd name="connsiteX6" fmla="*/ 2972 w 266007"/>
                    <a:gd name="connsiteY6" fmla="*/ 49945 h 364880"/>
                    <a:gd name="connsiteX0" fmla="*/ 2972 w 266007"/>
                    <a:gd name="connsiteY0" fmla="*/ 49945 h 364880"/>
                    <a:gd name="connsiteX1" fmla="*/ 42 w 266007"/>
                    <a:gd name="connsiteY1" fmla="*/ 231774 h 364880"/>
                    <a:gd name="connsiteX2" fmla="*/ 132413 w 266007"/>
                    <a:gd name="connsiteY2" fmla="*/ 364880 h 364880"/>
                    <a:gd name="connsiteX3" fmla="*/ 266007 w 266007"/>
                    <a:gd name="connsiteY3" fmla="*/ 231774 h 364880"/>
                    <a:gd name="connsiteX4" fmla="*/ 266007 w 266007"/>
                    <a:gd name="connsiteY4" fmla="*/ 50799 h 364880"/>
                    <a:gd name="connsiteX5" fmla="*/ 133879 w 266007"/>
                    <a:gd name="connsiteY5" fmla="*/ 0 h 364880"/>
                    <a:gd name="connsiteX6" fmla="*/ 2972 w 266007"/>
                    <a:gd name="connsiteY6" fmla="*/ 49945 h 364880"/>
                    <a:gd name="connsiteX0" fmla="*/ 2972 w 266007"/>
                    <a:gd name="connsiteY0" fmla="*/ 49945 h 364880"/>
                    <a:gd name="connsiteX1" fmla="*/ 42 w 266007"/>
                    <a:gd name="connsiteY1" fmla="*/ 231774 h 364880"/>
                    <a:gd name="connsiteX2" fmla="*/ 132413 w 266007"/>
                    <a:gd name="connsiteY2" fmla="*/ 364880 h 364880"/>
                    <a:gd name="connsiteX3" fmla="*/ 266007 w 266007"/>
                    <a:gd name="connsiteY3" fmla="*/ 231774 h 364880"/>
                    <a:gd name="connsiteX4" fmla="*/ 266007 w 266007"/>
                    <a:gd name="connsiteY4" fmla="*/ 50799 h 364880"/>
                    <a:gd name="connsiteX5" fmla="*/ 133879 w 266007"/>
                    <a:gd name="connsiteY5" fmla="*/ 0 h 364880"/>
                    <a:gd name="connsiteX6" fmla="*/ 2972 w 266007"/>
                    <a:gd name="connsiteY6" fmla="*/ 49945 h 364880"/>
                    <a:gd name="connsiteX0" fmla="*/ 2972 w 266007"/>
                    <a:gd name="connsiteY0" fmla="*/ 49945 h 364880"/>
                    <a:gd name="connsiteX1" fmla="*/ 42 w 266007"/>
                    <a:gd name="connsiteY1" fmla="*/ 231774 h 364880"/>
                    <a:gd name="connsiteX2" fmla="*/ 132413 w 266007"/>
                    <a:gd name="connsiteY2" fmla="*/ 364880 h 364880"/>
                    <a:gd name="connsiteX3" fmla="*/ 266007 w 266007"/>
                    <a:gd name="connsiteY3" fmla="*/ 231774 h 364880"/>
                    <a:gd name="connsiteX4" fmla="*/ 266007 w 266007"/>
                    <a:gd name="connsiteY4" fmla="*/ 50799 h 364880"/>
                    <a:gd name="connsiteX5" fmla="*/ 133879 w 266007"/>
                    <a:gd name="connsiteY5" fmla="*/ 0 h 364880"/>
                    <a:gd name="connsiteX6" fmla="*/ 2972 w 266007"/>
                    <a:gd name="connsiteY6" fmla="*/ 49945 h 364880"/>
                    <a:gd name="connsiteX0" fmla="*/ 2972 w 266007"/>
                    <a:gd name="connsiteY0" fmla="*/ 49945 h 364880"/>
                    <a:gd name="connsiteX1" fmla="*/ 42 w 266007"/>
                    <a:gd name="connsiteY1" fmla="*/ 231774 h 364880"/>
                    <a:gd name="connsiteX2" fmla="*/ 132413 w 266007"/>
                    <a:gd name="connsiteY2" fmla="*/ 364880 h 364880"/>
                    <a:gd name="connsiteX3" fmla="*/ 266007 w 266007"/>
                    <a:gd name="connsiteY3" fmla="*/ 231774 h 364880"/>
                    <a:gd name="connsiteX4" fmla="*/ 266007 w 266007"/>
                    <a:gd name="connsiteY4" fmla="*/ 50799 h 364880"/>
                    <a:gd name="connsiteX5" fmla="*/ 133879 w 266007"/>
                    <a:gd name="connsiteY5" fmla="*/ 0 h 364880"/>
                    <a:gd name="connsiteX6" fmla="*/ 2972 w 266007"/>
                    <a:gd name="connsiteY6" fmla="*/ 49945 h 36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6007" h="364880">
                      <a:moveTo>
                        <a:pt x="2972" y="49945"/>
                      </a:moveTo>
                      <a:cubicBezTo>
                        <a:pt x="3460" y="108438"/>
                        <a:pt x="-446" y="173281"/>
                        <a:pt x="42" y="231774"/>
                      </a:cubicBezTo>
                      <a:cubicBezTo>
                        <a:pt x="12421" y="304957"/>
                        <a:pt x="83893" y="334674"/>
                        <a:pt x="132413" y="364880"/>
                      </a:cubicBezTo>
                      <a:cubicBezTo>
                        <a:pt x="182316" y="338581"/>
                        <a:pt x="262500" y="303004"/>
                        <a:pt x="266007" y="231774"/>
                      </a:cubicBezTo>
                      <a:lnTo>
                        <a:pt x="266007" y="50799"/>
                      </a:lnTo>
                      <a:cubicBezTo>
                        <a:pt x="216104" y="48029"/>
                        <a:pt x="152038" y="39399"/>
                        <a:pt x="133879" y="0"/>
                      </a:cubicBezTo>
                      <a:cubicBezTo>
                        <a:pt x="108802" y="53276"/>
                        <a:pt x="46608" y="45995"/>
                        <a:pt x="2972" y="49945"/>
                      </a:cubicBezTo>
                      <a:close/>
                    </a:path>
                  </a:pathLst>
                </a:custGeom>
                <a:solidFill>
                  <a:srgbClr val="96C41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err="1">
                    <a:gradFill>
                      <a:gsLst>
                        <a:gs pos="0">
                          <a:srgbClr val="FFFFFF"/>
                        </a:gs>
                        <a:gs pos="100000">
                          <a:srgbClr val="FFFFFF"/>
                        </a:gs>
                      </a:gsLst>
                      <a:lin ang="5400000" scaled="0"/>
                    </a:gradFill>
                    <a:ea typeface="Segoe UI" pitchFamily="34" charset="0"/>
                    <a:cs typeface="Segoe UI" pitchFamily="34" charset="0"/>
                  </a:endParaRPr>
                </a:p>
              </p:txBody>
            </p:sp>
            <p:sp>
              <p:nvSpPr>
                <p:cNvPr id="22" name="Freeform 91">
                  <a:extLst>
                    <a:ext uri="{FF2B5EF4-FFF2-40B4-BE49-F238E27FC236}">
                      <a16:creationId xmlns:a16="http://schemas.microsoft.com/office/drawing/2014/main" id="{36F0A695-89DB-43F4-AEC1-4DC86E7A1FD8}"/>
                    </a:ext>
                  </a:extLst>
                </p:cNvPr>
                <p:cNvSpPr/>
                <p:nvPr/>
              </p:nvSpPr>
              <p:spPr bwMode="auto">
                <a:xfrm>
                  <a:off x="5578731" y="2282569"/>
                  <a:ext cx="790786" cy="1063782"/>
                </a:xfrm>
                <a:custGeom>
                  <a:avLst/>
                  <a:gdLst>
                    <a:gd name="connsiteX0" fmla="*/ 681875 w 790786"/>
                    <a:gd name="connsiteY0" fmla="*/ 0 h 1063782"/>
                    <a:gd name="connsiteX1" fmla="*/ 790786 w 790786"/>
                    <a:gd name="connsiteY1" fmla="*/ 9920 h 1063782"/>
                    <a:gd name="connsiteX2" fmla="*/ 790786 w 790786"/>
                    <a:gd name="connsiteY2" fmla="*/ 617161 h 1063782"/>
                    <a:gd name="connsiteX3" fmla="*/ 342527 w 790786"/>
                    <a:gd name="connsiteY3" fmla="*/ 1063782 h 1063782"/>
                    <a:gd name="connsiteX4" fmla="*/ 14232 w 790786"/>
                    <a:gd name="connsiteY4" fmla="*/ 839661 h 1063782"/>
                    <a:gd name="connsiteX5" fmla="*/ 0 w 790786"/>
                    <a:gd name="connsiteY5" fmla="*/ 822260 h 1063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0786" h="1063782">
                      <a:moveTo>
                        <a:pt x="681875" y="0"/>
                      </a:moveTo>
                      <a:lnTo>
                        <a:pt x="790786" y="9920"/>
                      </a:lnTo>
                      <a:lnTo>
                        <a:pt x="790786" y="617161"/>
                      </a:lnTo>
                      <a:cubicBezTo>
                        <a:pt x="779019" y="856165"/>
                        <a:pt x="509971" y="975539"/>
                        <a:pt x="342527" y="1063782"/>
                      </a:cubicBezTo>
                      <a:cubicBezTo>
                        <a:pt x="240775" y="1000437"/>
                        <a:pt x="108940" y="937732"/>
                        <a:pt x="14232" y="839661"/>
                      </a:cubicBezTo>
                      <a:lnTo>
                        <a:pt x="0" y="822260"/>
                      </a:lnTo>
                      <a:close/>
                    </a:path>
                  </a:pathLst>
                </a:custGeom>
                <a:solidFill>
                  <a:srgbClr val="7FBA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15" name="Group 14">
                <a:extLst>
                  <a:ext uri="{FF2B5EF4-FFF2-40B4-BE49-F238E27FC236}">
                    <a16:creationId xmlns:a16="http://schemas.microsoft.com/office/drawing/2014/main" id="{F829004D-2A56-4684-BA35-264E4F9BD91E}"/>
                  </a:ext>
                </a:extLst>
              </p:cNvPr>
              <p:cNvGrpSpPr/>
              <p:nvPr/>
            </p:nvGrpSpPr>
            <p:grpSpPr>
              <a:xfrm>
                <a:off x="3723378" y="2524395"/>
                <a:ext cx="908772" cy="1458428"/>
                <a:chOff x="3723378" y="2524395"/>
                <a:chExt cx="908772" cy="1458428"/>
              </a:xfrm>
            </p:grpSpPr>
            <p:grpSp>
              <p:nvGrpSpPr>
                <p:cNvPr id="16" name="Group 15">
                  <a:extLst>
                    <a:ext uri="{FF2B5EF4-FFF2-40B4-BE49-F238E27FC236}">
                      <a16:creationId xmlns:a16="http://schemas.microsoft.com/office/drawing/2014/main" id="{63FD3B45-7DC0-436B-BDD6-D397FF08C951}"/>
                    </a:ext>
                  </a:extLst>
                </p:cNvPr>
                <p:cNvGrpSpPr/>
                <p:nvPr/>
              </p:nvGrpSpPr>
              <p:grpSpPr>
                <a:xfrm>
                  <a:off x="3723378" y="2524395"/>
                  <a:ext cx="908772" cy="1458428"/>
                  <a:chOff x="3723378" y="2524395"/>
                  <a:chExt cx="908772" cy="1458428"/>
                </a:xfrm>
              </p:grpSpPr>
              <p:sp>
                <p:nvSpPr>
                  <p:cNvPr id="18" name="Freeform 87">
                    <a:extLst>
                      <a:ext uri="{FF2B5EF4-FFF2-40B4-BE49-F238E27FC236}">
                        <a16:creationId xmlns:a16="http://schemas.microsoft.com/office/drawing/2014/main" id="{CAA29A2C-F1A4-4373-8E3D-BD660A6F4764}"/>
                      </a:ext>
                    </a:extLst>
                  </p:cNvPr>
                  <p:cNvSpPr/>
                  <p:nvPr/>
                </p:nvSpPr>
                <p:spPr bwMode="auto">
                  <a:xfrm>
                    <a:off x="3723378" y="2524395"/>
                    <a:ext cx="908772" cy="1458428"/>
                  </a:xfrm>
                  <a:custGeom>
                    <a:avLst/>
                    <a:gdLst>
                      <a:gd name="connsiteX0" fmla="*/ 654375 w 1548658"/>
                      <a:gd name="connsiteY0" fmla="*/ 1509032 h 2485337"/>
                      <a:gd name="connsiteX1" fmla="*/ 654375 w 1548658"/>
                      <a:gd name="connsiteY1" fmla="*/ 2261085 h 2485337"/>
                      <a:gd name="connsiteX2" fmla="*/ 725974 w 1548658"/>
                      <a:gd name="connsiteY2" fmla="*/ 2291038 h 2485337"/>
                      <a:gd name="connsiteX3" fmla="*/ 725974 w 1548658"/>
                      <a:gd name="connsiteY3" fmla="*/ 1538985 h 2485337"/>
                      <a:gd name="connsiteX4" fmla="*/ 339969 w 1548658"/>
                      <a:gd name="connsiteY4" fmla="*/ 873861 h 2485337"/>
                      <a:gd name="connsiteX5" fmla="*/ 267378 w 1548658"/>
                      <a:gd name="connsiteY5" fmla="*/ 946452 h 2485337"/>
                      <a:gd name="connsiteX6" fmla="*/ 339969 w 1548658"/>
                      <a:gd name="connsiteY6" fmla="*/ 1019043 h 2485337"/>
                      <a:gd name="connsiteX7" fmla="*/ 1169800 w 1548658"/>
                      <a:gd name="connsiteY7" fmla="*/ 1019043 h 2485337"/>
                      <a:gd name="connsiteX8" fmla="*/ 1242391 w 1548658"/>
                      <a:gd name="connsiteY8" fmla="*/ 946452 h 2485337"/>
                      <a:gd name="connsiteX9" fmla="*/ 1169800 w 1548658"/>
                      <a:gd name="connsiteY9" fmla="*/ 873861 h 2485337"/>
                      <a:gd name="connsiteX10" fmla="*/ 339969 w 1548658"/>
                      <a:gd name="connsiteY10" fmla="*/ 639653 h 2485337"/>
                      <a:gd name="connsiteX11" fmla="*/ 267378 w 1548658"/>
                      <a:gd name="connsiteY11" fmla="*/ 712244 h 2485337"/>
                      <a:gd name="connsiteX12" fmla="*/ 339969 w 1548658"/>
                      <a:gd name="connsiteY12" fmla="*/ 784835 h 2485337"/>
                      <a:gd name="connsiteX13" fmla="*/ 1169800 w 1548658"/>
                      <a:gd name="connsiteY13" fmla="*/ 784835 h 2485337"/>
                      <a:gd name="connsiteX14" fmla="*/ 1242391 w 1548658"/>
                      <a:gd name="connsiteY14" fmla="*/ 712244 h 2485337"/>
                      <a:gd name="connsiteX15" fmla="*/ 1169800 w 1548658"/>
                      <a:gd name="connsiteY15" fmla="*/ 639653 h 2485337"/>
                      <a:gd name="connsiteX16" fmla="*/ 754884 w 1548658"/>
                      <a:gd name="connsiteY16" fmla="*/ 141066 h 2485337"/>
                      <a:gd name="connsiteX17" fmla="*/ 561176 w 1548658"/>
                      <a:gd name="connsiteY17" fmla="*/ 334774 h 2485337"/>
                      <a:gd name="connsiteX18" fmla="*/ 754884 w 1548658"/>
                      <a:gd name="connsiteY18" fmla="*/ 528482 h 2485337"/>
                      <a:gd name="connsiteX19" fmla="*/ 948592 w 1548658"/>
                      <a:gd name="connsiteY19" fmla="*/ 334774 h 2485337"/>
                      <a:gd name="connsiteX20" fmla="*/ 754884 w 1548658"/>
                      <a:gd name="connsiteY20" fmla="*/ 141066 h 2485337"/>
                      <a:gd name="connsiteX21" fmla="*/ 778429 w 1548658"/>
                      <a:gd name="connsiteY21" fmla="*/ 759 h 2485337"/>
                      <a:gd name="connsiteX22" fmla="*/ 971943 w 1548658"/>
                      <a:gd name="connsiteY22" fmla="*/ 86484 h 2485337"/>
                      <a:gd name="connsiteX23" fmla="*/ 1489910 w 1548658"/>
                      <a:gd name="connsiteY23" fmla="*/ 572621 h 2485337"/>
                      <a:gd name="connsiteX24" fmla="*/ 1466761 w 1548658"/>
                      <a:gd name="connsiteY24" fmla="*/ 983521 h 2485337"/>
                      <a:gd name="connsiteX25" fmla="*/ 1029815 w 1548658"/>
                      <a:gd name="connsiteY25" fmla="*/ 1443616 h 2485337"/>
                      <a:gd name="connsiteX26" fmla="*/ 1174500 w 1548658"/>
                      <a:gd name="connsiteY26" fmla="*/ 1588301 h 2485337"/>
                      <a:gd name="connsiteX27" fmla="*/ 1021136 w 1548658"/>
                      <a:gd name="connsiteY27" fmla="*/ 1741665 h 2485337"/>
                      <a:gd name="connsiteX28" fmla="*/ 1160032 w 1548658"/>
                      <a:gd name="connsiteY28" fmla="*/ 1880561 h 2485337"/>
                      <a:gd name="connsiteX29" fmla="*/ 1018242 w 1548658"/>
                      <a:gd name="connsiteY29" fmla="*/ 2022351 h 2485337"/>
                      <a:gd name="connsiteX30" fmla="*/ 1116626 w 1548658"/>
                      <a:gd name="connsiteY30" fmla="*/ 2120735 h 2485337"/>
                      <a:gd name="connsiteX31" fmla="*/ 752024 w 1548658"/>
                      <a:gd name="connsiteY31" fmla="*/ 2485337 h 2485337"/>
                      <a:gd name="connsiteX32" fmla="*/ 520530 w 1548658"/>
                      <a:gd name="connsiteY32" fmla="*/ 2253843 h 2485337"/>
                      <a:gd name="connsiteX33" fmla="*/ 520530 w 1548658"/>
                      <a:gd name="connsiteY33" fmla="*/ 1397317 h 2485337"/>
                      <a:gd name="connsiteX34" fmla="*/ 83586 w 1548658"/>
                      <a:gd name="connsiteY34" fmla="*/ 960373 h 2485337"/>
                      <a:gd name="connsiteX35" fmla="*/ 83586 w 1548658"/>
                      <a:gd name="connsiteY35" fmla="*/ 555259 h 2485337"/>
                      <a:gd name="connsiteX36" fmla="*/ 552361 w 1548658"/>
                      <a:gd name="connsiteY36" fmla="*/ 86484 h 2485337"/>
                      <a:gd name="connsiteX37" fmla="*/ 778429 w 1548658"/>
                      <a:gd name="connsiteY37" fmla="*/ 759 h 2485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548658" h="2485337">
                        <a:moveTo>
                          <a:pt x="654375" y="1509032"/>
                        </a:moveTo>
                        <a:lnTo>
                          <a:pt x="654375" y="2261085"/>
                        </a:lnTo>
                        <a:lnTo>
                          <a:pt x="725974" y="2291038"/>
                        </a:lnTo>
                        <a:lnTo>
                          <a:pt x="725974" y="1538985"/>
                        </a:lnTo>
                        <a:close/>
                        <a:moveTo>
                          <a:pt x="339969" y="873861"/>
                        </a:moveTo>
                        <a:cubicBezTo>
                          <a:pt x="299878" y="873861"/>
                          <a:pt x="267378" y="906361"/>
                          <a:pt x="267378" y="946452"/>
                        </a:cubicBezTo>
                        <a:cubicBezTo>
                          <a:pt x="267378" y="986543"/>
                          <a:pt x="299878" y="1019043"/>
                          <a:pt x="339969" y="1019043"/>
                        </a:cubicBezTo>
                        <a:lnTo>
                          <a:pt x="1169800" y="1019043"/>
                        </a:lnTo>
                        <a:cubicBezTo>
                          <a:pt x="1209891" y="1019043"/>
                          <a:pt x="1242391" y="986543"/>
                          <a:pt x="1242391" y="946452"/>
                        </a:cubicBezTo>
                        <a:cubicBezTo>
                          <a:pt x="1242391" y="906361"/>
                          <a:pt x="1209891" y="873861"/>
                          <a:pt x="1169800" y="873861"/>
                        </a:cubicBezTo>
                        <a:close/>
                        <a:moveTo>
                          <a:pt x="339969" y="639653"/>
                        </a:moveTo>
                        <a:cubicBezTo>
                          <a:pt x="299878" y="639653"/>
                          <a:pt x="267378" y="672153"/>
                          <a:pt x="267378" y="712244"/>
                        </a:cubicBezTo>
                        <a:cubicBezTo>
                          <a:pt x="267378" y="752335"/>
                          <a:pt x="299878" y="784835"/>
                          <a:pt x="339969" y="784835"/>
                        </a:cubicBezTo>
                        <a:lnTo>
                          <a:pt x="1169800" y="784835"/>
                        </a:lnTo>
                        <a:cubicBezTo>
                          <a:pt x="1209891" y="784835"/>
                          <a:pt x="1242391" y="752335"/>
                          <a:pt x="1242391" y="712244"/>
                        </a:cubicBezTo>
                        <a:cubicBezTo>
                          <a:pt x="1242391" y="672153"/>
                          <a:pt x="1209891" y="639653"/>
                          <a:pt x="1169800" y="639653"/>
                        </a:cubicBezTo>
                        <a:close/>
                        <a:moveTo>
                          <a:pt x="754884" y="141066"/>
                        </a:moveTo>
                        <a:cubicBezTo>
                          <a:pt x="647902" y="141066"/>
                          <a:pt x="561176" y="227792"/>
                          <a:pt x="561176" y="334774"/>
                        </a:cubicBezTo>
                        <a:cubicBezTo>
                          <a:pt x="561176" y="441756"/>
                          <a:pt x="647902" y="528482"/>
                          <a:pt x="754884" y="528482"/>
                        </a:cubicBezTo>
                        <a:cubicBezTo>
                          <a:pt x="861866" y="528482"/>
                          <a:pt x="948592" y="441756"/>
                          <a:pt x="948592" y="334774"/>
                        </a:cubicBezTo>
                        <a:cubicBezTo>
                          <a:pt x="948592" y="227792"/>
                          <a:pt x="861866" y="141066"/>
                          <a:pt x="754884" y="141066"/>
                        </a:cubicBezTo>
                        <a:close/>
                        <a:moveTo>
                          <a:pt x="778429" y="759"/>
                        </a:moveTo>
                        <a:cubicBezTo>
                          <a:pt x="850168" y="6185"/>
                          <a:pt x="916481" y="40186"/>
                          <a:pt x="971943" y="86484"/>
                        </a:cubicBezTo>
                        <a:cubicBezTo>
                          <a:pt x="1082868" y="179081"/>
                          <a:pt x="1387185" y="460732"/>
                          <a:pt x="1489910" y="572621"/>
                        </a:cubicBezTo>
                        <a:cubicBezTo>
                          <a:pt x="1592635" y="684510"/>
                          <a:pt x="1544891" y="907321"/>
                          <a:pt x="1466761" y="983521"/>
                        </a:cubicBezTo>
                        <a:cubicBezTo>
                          <a:pt x="1388631" y="1059721"/>
                          <a:pt x="1183180" y="1290251"/>
                          <a:pt x="1029815" y="1443616"/>
                        </a:cubicBezTo>
                        <a:lnTo>
                          <a:pt x="1174500" y="1588301"/>
                        </a:lnTo>
                        <a:lnTo>
                          <a:pt x="1021136" y="1741665"/>
                        </a:lnTo>
                        <a:lnTo>
                          <a:pt x="1160032" y="1880561"/>
                        </a:lnTo>
                        <a:lnTo>
                          <a:pt x="1018242" y="2022351"/>
                        </a:lnTo>
                        <a:lnTo>
                          <a:pt x="1116626" y="2120735"/>
                        </a:lnTo>
                        <a:lnTo>
                          <a:pt x="752024" y="2485337"/>
                        </a:lnTo>
                        <a:lnTo>
                          <a:pt x="520530" y="2253843"/>
                        </a:lnTo>
                        <a:lnTo>
                          <a:pt x="520530" y="1397317"/>
                        </a:lnTo>
                        <a:cubicBezTo>
                          <a:pt x="374882" y="1251669"/>
                          <a:pt x="190652" y="1054900"/>
                          <a:pt x="83586" y="960373"/>
                        </a:cubicBezTo>
                        <a:cubicBezTo>
                          <a:pt x="-23480" y="865846"/>
                          <a:pt x="-32160" y="661361"/>
                          <a:pt x="83586" y="555259"/>
                        </a:cubicBezTo>
                        <a:cubicBezTo>
                          <a:pt x="199332" y="449157"/>
                          <a:pt x="398031" y="222487"/>
                          <a:pt x="552361" y="86484"/>
                        </a:cubicBezTo>
                        <a:cubicBezTo>
                          <a:pt x="629526" y="18483"/>
                          <a:pt x="706690" y="-4667"/>
                          <a:pt x="778429" y="759"/>
                        </a:cubicBezTo>
                        <a:close/>
                      </a:path>
                    </a:pathLst>
                  </a:custGeom>
                  <a:solidFill>
                    <a:srgbClr val="FCD11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dirty="0">
                      <a:gradFill>
                        <a:gsLst>
                          <a:gs pos="0">
                            <a:srgbClr val="FFFFFF"/>
                          </a:gs>
                          <a:gs pos="100000">
                            <a:srgbClr val="FFFFFF"/>
                          </a:gs>
                        </a:gsLst>
                        <a:lin ang="5400000" scaled="0"/>
                      </a:gradFill>
                      <a:ea typeface="Segoe UI" pitchFamily="34" charset="0"/>
                      <a:cs typeface="Segoe UI" pitchFamily="34" charset="0"/>
                    </a:endParaRPr>
                  </a:p>
                </p:txBody>
              </p:sp>
              <p:sp>
                <p:nvSpPr>
                  <p:cNvPr id="19" name="Rounded Rectangle 88">
                    <a:extLst>
                      <a:ext uri="{FF2B5EF4-FFF2-40B4-BE49-F238E27FC236}">
                        <a16:creationId xmlns:a16="http://schemas.microsoft.com/office/drawing/2014/main" id="{46C99821-8BF4-412D-A62D-B78E914B22B6}"/>
                      </a:ext>
                    </a:extLst>
                  </p:cNvPr>
                  <p:cNvSpPr/>
                  <p:nvPr/>
                </p:nvSpPr>
                <p:spPr bwMode="auto">
                  <a:xfrm>
                    <a:off x="3879512" y="2893182"/>
                    <a:ext cx="596504" cy="92906"/>
                  </a:xfrm>
                  <a:prstGeom prst="roundRect">
                    <a:avLst>
                      <a:gd name="adj" fmla="val 50000"/>
                    </a:avLst>
                  </a:prstGeom>
                  <a:solidFill>
                    <a:srgbClr val="FEE88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err="1">
                      <a:gradFill>
                        <a:gsLst>
                          <a:gs pos="0">
                            <a:srgbClr val="FFFFFF"/>
                          </a:gs>
                          <a:gs pos="100000">
                            <a:srgbClr val="FFFFFF"/>
                          </a:gs>
                        </a:gsLst>
                        <a:lin ang="5400000" scaled="0"/>
                      </a:gradFill>
                      <a:ea typeface="Segoe UI" pitchFamily="34" charset="0"/>
                      <a:cs typeface="Segoe UI" pitchFamily="34" charset="0"/>
                    </a:endParaRPr>
                  </a:p>
                </p:txBody>
              </p:sp>
              <p:sp>
                <p:nvSpPr>
                  <p:cNvPr id="20" name="Rounded Rectangle 89">
                    <a:extLst>
                      <a:ext uri="{FF2B5EF4-FFF2-40B4-BE49-F238E27FC236}">
                        <a16:creationId xmlns:a16="http://schemas.microsoft.com/office/drawing/2014/main" id="{54A9840E-0C48-4CE7-8940-B029442ED6F9}"/>
                      </a:ext>
                    </a:extLst>
                  </p:cNvPr>
                  <p:cNvSpPr/>
                  <p:nvPr/>
                </p:nvSpPr>
                <p:spPr bwMode="auto">
                  <a:xfrm>
                    <a:off x="3879512" y="3028583"/>
                    <a:ext cx="596504" cy="92906"/>
                  </a:xfrm>
                  <a:prstGeom prst="roundRect">
                    <a:avLst>
                      <a:gd name="adj" fmla="val 50000"/>
                    </a:avLst>
                  </a:prstGeom>
                  <a:solidFill>
                    <a:srgbClr val="FEE88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err="1">
                      <a:gradFill>
                        <a:gsLst>
                          <a:gs pos="0">
                            <a:srgbClr val="FFFFFF"/>
                          </a:gs>
                          <a:gs pos="100000">
                            <a:srgbClr val="FFFFFF"/>
                          </a:gs>
                        </a:gsLst>
                        <a:lin ang="5400000" scaled="0"/>
                      </a:gradFill>
                      <a:ea typeface="Segoe UI" pitchFamily="34" charset="0"/>
                      <a:cs typeface="Segoe UI" pitchFamily="34" charset="0"/>
                    </a:endParaRPr>
                  </a:p>
                </p:txBody>
              </p:sp>
            </p:grpSp>
            <p:sp>
              <p:nvSpPr>
                <p:cNvPr id="17" name="Trapezoid 16">
                  <a:extLst>
                    <a:ext uri="{FF2B5EF4-FFF2-40B4-BE49-F238E27FC236}">
                      <a16:creationId xmlns:a16="http://schemas.microsoft.com/office/drawing/2014/main" id="{302C9F9B-BE76-4D0C-A6D4-454678F7C4DF}"/>
                    </a:ext>
                  </a:extLst>
                </p:cNvPr>
                <p:cNvSpPr/>
                <p:nvPr/>
              </p:nvSpPr>
              <p:spPr bwMode="auto">
                <a:xfrm rot="5400000">
                  <a:off x="3884473" y="3601900"/>
                  <a:ext cx="493987" cy="58739"/>
                </a:xfrm>
                <a:prstGeom prst="trapezoid">
                  <a:avLst/>
                </a:prstGeom>
                <a:solidFill>
                  <a:srgbClr val="FCB50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err="1">
                    <a:gradFill>
                      <a:gsLst>
                        <a:gs pos="0">
                          <a:srgbClr val="FFFFFF"/>
                        </a:gs>
                        <a:gs pos="100000">
                          <a:srgbClr val="FFFFFF"/>
                        </a:gs>
                      </a:gsLst>
                      <a:lin ang="5400000" scaled="0"/>
                    </a:gradFill>
                    <a:ea typeface="Segoe UI" pitchFamily="34" charset="0"/>
                    <a:cs typeface="Segoe UI" pitchFamily="34" charset="0"/>
                  </a:endParaRPr>
                </a:p>
              </p:txBody>
            </p:sp>
          </p:grpSp>
        </p:grpSp>
        <p:sp>
          <p:nvSpPr>
            <p:cNvPr id="12" name="Freeform 81">
              <a:extLst>
                <a:ext uri="{FF2B5EF4-FFF2-40B4-BE49-F238E27FC236}">
                  <a16:creationId xmlns:a16="http://schemas.microsoft.com/office/drawing/2014/main" id="{6F43D51D-ADB4-4CA4-829C-A47AEB0E7EA6}"/>
                </a:ext>
              </a:extLst>
            </p:cNvPr>
            <p:cNvSpPr/>
            <p:nvPr/>
          </p:nvSpPr>
          <p:spPr>
            <a:xfrm>
              <a:off x="3418846" y="2472773"/>
              <a:ext cx="2858692" cy="1762806"/>
            </a:xfrm>
            <a:custGeom>
              <a:avLst/>
              <a:gdLst>
                <a:gd name="connsiteX0" fmla="*/ 1250518 w 1888055"/>
                <a:gd name="connsiteY0" fmla="*/ 0 h 1164260"/>
                <a:gd name="connsiteX1" fmla="*/ 1589570 w 1888055"/>
                <a:gd name="connsiteY1" fmla="*/ 339052 h 1164260"/>
                <a:gd name="connsiteX2" fmla="*/ 1589570 w 1888055"/>
                <a:gd name="connsiteY2" fmla="*/ 377117 h 1164260"/>
                <a:gd name="connsiteX3" fmla="*/ 1583859 w 1888055"/>
                <a:gd name="connsiteY3" fmla="*/ 433775 h 1164260"/>
                <a:gd name="connsiteX4" fmla="*/ 1593835 w 1888055"/>
                <a:gd name="connsiteY4" fmla="*/ 434780 h 1164260"/>
                <a:gd name="connsiteX5" fmla="*/ 1888055 w 1888055"/>
                <a:gd name="connsiteY5" fmla="*/ 795777 h 1164260"/>
                <a:gd name="connsiteX6" fmla="*/ 1519572 w 1888055"/>
                <a:gd name="connsiteY6" fmla="*/ 1164260 h 1164260"/>
                <a:gd name="connsiteX7" fmla="*/ 368483 w 1888055"/>
                <a:gd name="connsiteY7" fmla="*/ 1164260 h 1164260"/>
                <a:gd name="connsiteX8" fmla="*/ 0 w 1888055"/>
                <a:gd name="connsiteY8" fmla="*/ 795777 h 1164260"/>
                <a:gd name="connsiteX9" fmla="*/ 368483 w 1888055"/>
                <a:gd name="connsiteY9" fmla="*/ 427294 h 1164260"/>
                <a:gd name="connsiteX10" fmla="*/ 394054 w 1888055"/>
                <a:gd name="connsiteY10" fmla="*/ 427294 h 1164260"/>
                <a:gd name="connsiteX11" fmla="*/ 403956 w 1888055"/>
                <a:gd name="connsiteY11" fmla="*/ 395393 h 1164260"/>
                <a:gd name="connsiteX12" fmla="*/ 733901 w 1888055"/>
                <a:gd name="connsiteY12" fmla="*/ 176691 h 1164260"/>
                <a:gd name="connsiteX13" fmla="*/ 746153 w 1888055"/>
                <a:gd name="connsiteY13" fmla="*/ 176691 h 1164260"/>
                <a:gd name="connsiteX14" fmla="*/ 852637 w 1888055"/>
                <a:gd name="connsiteY14" fmla="*/ 192790 h 1164260"/>
                <a:gd name="connsiteX15" fmla="*/ 930871 w 1888055"/>
                <a:gd name="connsiteY15" fmla="*/ 230399 h 1164260"/>
                <a:gd name="connsiteX16" fmla="*/ 938111 w 1888055"/>
                <a:gd name="connsiteY16" fmla="*/ 207078 h 1164260"/>
                <a:gd name="connsiteX17" fmla="*/ 1250518 w 1888055"/>
                <a:gd name="connsiteY17" fmla="*/ 0 h 1164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88055" h="1164260">
                  <a:moveTo>
                    <a:pt x="1250518" y="0"/>
                  </a:moveTo>
                  <a:cubicBezTo>
                    <a:pt x="1437771" y="0"/>
                    <a:pt x="1589570" y="151799"/>
                    <a:pt x="1589570" y="339052"/>
                  </a:cubicBezTo>
                  <a:lnTo>
                    <a:pt x="1589570" y="377117"/>
                  </a:lnTo>
                  <a:lnTo>
                    <a:pt x="1583859" y="433775"/>
                  </a:lnTo>
                  <a:lnTo>
                    <a:pt x="1593835" y="434780"/>
                  </a:lnTo>
                  <a:cubicBezTo>
                    <a:pt x="1761746" y="469140"/>
                    <a:pt x="1888055" y="617708"/>
                    <a:pt x="1888055" y="795777"/>
                  </a:cubicBezTo>
                  <a:cubicBezTo>
                    <a:pt x="1888055" y="999285"/>
                    <a:pt x="1723080" y="1164260"/>
                    <a:pt x="1519572" y="1164260"/>
                  </a:cubicBezTo>
                  <a:lnTo>
                    <a:pt x="368483" y="1164260"/>
                  </a:lnTo>
                  <a:cubicBezTo>
                    <a:pt x="164975" y="1164260"/>
                    <a:pt x="0" y="999285"/>
                    <a:pt x="0" y="795777"/>
                  </a:cubicBezTo>
                  <a:cubicBezTo>
                    <a:pt x="0" y="592269"/>
                    <a:pt x="164975" y="427294"/>
                    <a:pt x="368483" y="427294"/>
                  </a:cubicBezTo>
                  <a:lnTo>
                    <a:pt x="394054" y="427294"/>
                  </a:lnTo>
                  <a:lnTo>
                    <a:pt x="403956" y="395393"/>
                  </a:lnTo>
                  <a:cubicBezTo>
                    <a:pt x="458316" y="266871"/>
                    <a:pt x="585578" y="176691"/>
                    <a:pt x="733901" y="176691"/>
                  </a:cubicBezTo>
                  <a:lnTo>
                    <a:pt x="746153" y="176691"/>
                  </a:lnTo>
                  <a:cubicBezTo>
                    <a:pt x="783234" y="176691"/>
                    <a:pt x="818999" y="182327"/>
                    <a:pt x="852637" y="192790"/>
                  </a:cubicBezTo>
                  <a:lnTo>
                    <a:pt x="930871" y="230399"/>
                  </a:lnTo>
                  <a:lnTo>
                    <a:pt x="938111" y="207078"/>
                  </a:lnTo>
                  <a:cubicBezTo>
                    <a:pt x="989582" y="85387"/>
                    <a:pt x="1110079" y="0"/>
                    <a:pt x="1250518" y="0"/>
                  </a:cubicBezTo>
                  <a:close/>
                </a:path>
              </a:pathLst>
            </a:custGeom>
            <a:solidFill>
              <a:schemeClr val="accent4">
                <a:lumMod val="40000"/>
                <a:lumOff val="60000"/>
                <a:alpha val="69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dirty="0"/>
            </a:p>
          </p:txBody>
        </p:sp>
        <p:sp>
          <p:nvSpPr>
            <p:cNvPr id="13" name="Freeform 82">
              <a:extLst>
                <a:ext uri="{FF2B5EF4-FFF2-40B4-BE49-F238E27FC236}">
                  <a16:creationId xmlns:a16="http://schemas.microsoft.com/office/drawing/2014/main" id="{CE83C460-BCB3-4245-B52F-B826BBD8F031}"/>
                </a:ext>
              </a:extLst>
            </p:cNvPr>
            <p:cNvSpPr/>
            <p:nvPr/>
          </p:nvSpPr>
          <p:spPr>
            <a:xfrm>
              <a:off x="7834001" y="4919480"/>
              <a:ext cx="1934612" cy="1192974"/>
            </a:xfrm>
            <a:custGeom>
              <a:avLst/>
              <a:gdLst>
                <a:gd name="connsiteX0" fmla="*/ 1250518 w 1888055"/>
                <a:gd name="connsiteY0" fmla="*/ 0 h 1164260"/>
                <a:gd name="connsiteX1" fmla="*/ 1589570 w 1888055"/>
                <a:gd name="connsiteY1" fmla="*/ 339052 h 1164260"/>
                <a:gd name="connsiteX2" fmla="*/ 1589570 w 1888055"/>
                <a:gd name="connsiteY2" fmla="*/ 377117 h 1164260"/>
                <a:gd name="connsiteX3" fmla="*/ 1583859 w 1888055"/>
                <a:gd name="connsiteY3" fmla="*/ 433775 h 1164260"/>
                <a:gd name="connsiteX4" fmla="*/ 1593835 w 1888055"/>
                <a:gd name="connsiteY4" fmla="*/ 434780 h 1164260"/>
                <a:gd name="connsiteX5" fmla="*/ 1888055 w 1888055"/>
                <a:gd name="connsiteY5" fmla="*/ 795777 h 1164260"/>
                <a:gd name="connsiteX6" fmla="*/ 1519572 w 1888055"/>
                <a:gd name="connsiteY6" fmla="*/ 1164260 h 1164260"/>
                <a:gd name="connsiteX7" fmla="*/ 368483 w 1888055"/>
                <a:gd name="connsiteY7" fmla="*/ 1164260 h 1164260"/>
                <a:gd name="connsiteX8" fmla="*/ 0 w 1888055"/>
                <a:gd name="connsiteY8" fmla="*/ 795777 h 1164260"/>
                <a:gd name="connsiteX9" fmla="*/ 368483 w 1888055"/>
                <a:gd name="connsiteY9" fmla="*/ 427294 h 1164260"/>
                <a:gd name="connsiteX10" fmla="*/ 394054 w 1888055"/>
                <a:gd name="connsiteY10" fmla="*/ 427294 h 1164260"/>
                <a:gd name="connsiteX11" fmla="*/ 403956 w 1888055"/>
                <a:gd name="connsiteY11" fmla="*/ 395393 h 1164260"/>
                <a:gd name="connsiteX12" fmla="*/ 733901 w 1888055"/>
                <a:gd name="connsiteY12" fmla="*/ 176691 h 1164260"/>
                <a:gd name="connsiteX13" fmla="*/ 746153 w 1888055"/>
                <a:gd name="connsiteY13" fmla="*/ 176691 h 1164260"/>
                <a:gd name="connsiteX14" fmla="*/ 852637 w 1888055"/>
                <a:gd name="connsiteY14" fmla="*/ 192790 h 1164260"/>
                <a:gd name="connsiteX15" fmla="*/ 930871 w 1888055"/>
                <a:gd name="connsiteY15" fmla="*/ 230399 h 1164260"/>
                <a:gd name="connsiteX16" fmla="*/ 938111 w 1888055"/>
                <a:gd name="connsiteY16" fmla="*/ 207078 h 1164260"/>
                <a:gd name="connsiteX17" fmla="*/ 1250518 w 1888055"/>
                <a:gd name="connsiteY17" fmla="*/ 0 h 1164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88055" h="1164260">
                  <a:moveTo>
                    <a:pt x="1250518" y="0"/>
                  </a:moveTo>
                  <a:cubicBezTo>
                    <a:pt x="1437771" y="0"/>
                    <a:pt x="1589570" y="151799"/>
                    <a:pt x="1589570" y="339052"/>
                  </a:cubicBezTo>
                  <a:lnTo>
                    <a:pt x="1589570" y="377117"/>
                  </a:lnTo>
                  <a:lnTo>
                    <a:pt x="1583859" y="433775"/>
                  </a:lnTo>
                  <a:lnTo>
                    <a:pt x="1593835" y="434780"/>
                  </a:lnTo>
                  <a:cubicBezTo>
                    <a:pt x="1761746" y="469140"/>
                    <a:pt x="1888055" y="617708"/>
                    <a:pt x="1888055" y="795777"/>
                  </a:cubicBezTo>
                  <a:cubicBezTo>
                    <a:pt x="1888055" y="999285"/>
                    <a:pt x="1723080" y="1164260"/>
                    <a:pt x="1519572" y="1164260"/>
                  </a:cubicBezTo>
                  <a:lnTo>
                    <a:pt x="368483" y="1164260"/>
                  </a:lnTo>
                  <a:cubicBezTo>
                    <a:pt x="164975" y="1164260"/>
                    <a:pt x="0" y="999285"/>
                    <a:pt x="0" y="795777"/>
                  </a:cubicBezTo>
                  <a:cubicBezTo>
                    <a:pt x="0" y="592269"/>
                    <a:pt x="164975" y="427294"/>
                    <a:pt x="368483" y="427294"/>
                  </a:cubicBezTo>
                  <a:lnTo>
                    <a:pt x="394054" y="427294"/>
                  </a:lnTo>
                  <a:lnTo>
                    <a:pt x="403956" y="395393"/>
                  </a:lnTo>
                  <a:cubicBezTo>
                    <a:pt x="458316" y="266871"/>
                    <a:pt x="585578" y="176691"/>
                    <a:pt x="733901" y="176691"/>
                  </a:cubicBezTo>
                  <a:lnTo>
                    <a:pt x="746153" y="176691"/>
                  </a:lnTo>
                  <a:cubicBezTo>
                    <a:pt x="783234" y="176691"/>
                    <a:pt x="818999" y="182327"/>
                    <a:pt x="852637" y="192790"/>
                  </a:cubicBezTo>
                  <a:lnTo>
                    <a:pt x="930871" y="230399"/>
                  </a:lnTo>
                  <a:lnTo>
                    <a:pt x="938111" y="207078"/>
                  </a:lnTo>
                  <a:cubicBezTo>
                    <a:pt x="989582" y="85387"/>
                    <a:pt x="1110079" y="0"/>
                    <a:pt x="1250518" y="0"/>
                  </a:cubicBezTo>
                  <a:close/>
                </a:path>
              </a:pathLst>
            </a:custGeom>
            <a:solidFill>
              <a:srgbClr val="E2F2F6"/>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spTree>
    <p:extLst>
      <p:ext uri="{BB962C8B-B14F-4D97-AF65-F5344CB8AC3E}">
        <p14:creationId xmlns:p14="http://schemas.microsoft.com/office/powerpoint/2010/main" val="3186159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F06D18AE-703D-46E2-84BD-5B927C1B126C}"/>
              </a:ext>
            </a:extLst>
          </p:cNvPr>
          <p:cNvSpPr txBox="1">
            <a:spLocks/>
          </p:cNvSpPr>
          <p:nvPr/>
        </p:nvSpPr>
        <p:spPr>
          <a:xfrm>
            <a:off x="2615419" y="-2420852"/>
            <a:ext cx="6925151" cy="2019014"/>
          </a:xfrm>
          <a:prstGeom prst="rect">
            <a:avLst/>
          </a:prstGeom>
        </p:spPr>
        <p:txBody>
          <a:bodyPr/>
          <a:lstStyle>
            <a:lvl1pPr marL="0" marR="0" indent="0" algn="l" defTabSz="932742" rtl="0" eaLnBrk="1" fontAlgn="auto" latinLnBrk="0" hangingPunct="1">
              <a:lnSpc>
                <a:spcPct val="90000"/>
              </a:lnSpc>
              <a:spcBef>
                <a:spcPts val="1800"/>
              </a:spcBef>
              <a:spcAft>
                <a:spcPts val="0"/>
              </a:spcAft>
              <a:buClrTx/>
              <a:buSzPct val="90000"/>
              <a:buFont typeface="Wingdings" panose="05000000000000000000" pitchFamily="2" charset="2"/>
              <a:buNone/>
              <a:tabLst/>
              <a:defRPr sz="2800" kern="1200" spc="0" baseline="0">
                <a:solidFill>
                  <a:schemeClr val="tx2"/>
                </a:solidFill>
                <a:latin typeface="+mj-lt"/>
                <a:ea typeface="+mn-ea"/>
                <a:cs typeface="+mn-cs"/>
              </a:defRPr>
            </a:lvl1pPr>
            <a:lvl2pPr marL="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mn-cs"/>
              </a:defRPr>
            </a:lvl2pPr>
            <a:lvl3pPr marL="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1800" kern="1200" spc="0" baseline="0">
                <a:gradFill>
                  <a:gsLst>
                    <a:gs pos="1250">
                      <a:schemeClr val="tx1"/>
                    </a:gs>
                    <a:gs pos="100000">
                      <a:schemeClr val="tx1"/>
                    </a:gs>
                  </a:gsLst>
                  <a:lin ang="5400000" scaled="0"/>
                </a:gradFill>
                <a:latin typeface="+mn-lt"/>
                <a:ea typeface="+mn-ea"/>
                <a:cs typeface="+mn-cs"/>
              </a:defRPr>
            </a:lvl3pPr>
            <a:lvl4pPr marL="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1800" kern="1200" spc="0" baseline="0">
                <a:gradFill>
                  <a:gsLst>
                    <a:gs pos="1250">
                      <a:schemeClr val="tx1"/>
                    </a:gs>
                    <a:gs pos="100000">
                      <a:schemeClr val="tx1"/>
                    </a:gs>
                  </a:gsLst>
                  <a:lin ang="5400000" scaled="0"/>
                </a:gradFill>
                <a:latin typeface="+mn-lt"/>
                <a:ea typeface="+mn-ea"/>
                <a:cs typeface="+mn-cs"/>
              </a:defRPr>
            </a:lvl4pPr>
            <a:lvl5pPr marL="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1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p>
        </p:txBody>
      </p:sp>
      <p:pic>
        <p:nvPicPr>
          <p:cNvPr id="39" name="Picture 38">
            <a:extLst>
              <a:ext uri="{FF2B5EF4-FFF2-40B4-BE49-F238E27FC236}">
                <a16:creationId xmlns:a16="http://schemas.microsoft.com/office/drawing/2014/main" id="{D3195298-9499-477C-9CEB-0C49AD3D42A9}"/>
              </a:ext>
            </a:extLst>
          </p:cNvPr>
          <p:cNvPicPr>
            <a:picLocks noChangeAspect="1"/>
          </p:cNvPicPr>
          <p:nvPr/>
        </p:nvPicPr>
        <p:blipFill>
          <a:blip r:embed="rId3"/>
          <a:stretch>
            <a:fillRect/>
          </a:stretch>
        </p:blipFill>
        <p:spPr>
          <a:xfrm>
            <a:off x="982382" y="4313457"/>
            <a:ext cx="9730441" cy="2248708"/>
          </a:xfrm>
          <a:prstGeom prst="rect">
            <a:avLst/>
          </a:prstGeom>
        </p:spPr>
      </p:pic>
      <p:sp>
        <p:nvSpPr>
          <p:cNvPr id="62" name="TextBox 61">
            <a:extLst>
              <a:ext uri="{FF2B5EF4-FFF2-40B4-BE49-F238E27FC236}">
                <a16:creationId xmlns:a16="http://schemas.microsoft.com/office/drawing/2014/main" id="{C0909D0D-91B0-45F2-B829-6B896C677CB5}"/>
              </a:ext>
            </a:extLst>
          </p:cNvPr>
          <p:cNvSpPr txBox="1"/>
          <p:nvPr/>
        </p:nvSpPr>
        <p:spPr>
          <a:xfrm>
            <a:off x="5035508" y="2407999"/>
            <a:ext cx="2518703" cy="523220"/>
          </a:xfrm>
          <a:prstGeom prst="rect">
            <a:avLst/>
          </a:prstGeom>
        </p:spPr>
        <p:txBody>
          <a:bodyPr wrap="none">
            <a:spAutoFit/>
          </a:bodyPr>
          <a:lstStyle>
            <a:defPPr>
              <a:defRPr lang="en-US"/>
            </a:defPPr>
            <a:lvl1pPr algn="ctr">
              <a:defRPr sz="1400">
                <a:latin typeface="Segoe UI" panose="020B0502040204020203" pitchFamily="34" charset="0"/>
                <a:cs typeface="Segoe UI" panose="020B0502040204020203" pitchFamily="34" charset="0"/>
              </a:defRPr>
            </a:lvl1pPr>
          </a:lstStyle>
          <a:p>
            <a:r>
              <a:rPr lang="en-US" b="1"/>
              <a:t>Azure IoT Hub </a:t>
            </a:r>
          </a:p>
          <a:p>
            <a:r>
              <a:rPr lang="en-US" b="1"/>
              <a:t>Device Provisioning Service</a:t>
            </a:r>
          </a:p>
        </p:txBody>
      </p:sp>
      <p:pic>
        <p:nvPicPr>
          <p:cNvPr id="63" name="Picture 62">
            <a:extLst>
              <a:ext uri="{FF2B5EF4-FFF2-40B4-BE49-F238E27FC236}">
                <a16:creationId xmlns:a16="http://schemas.microsoft.com/office/drawing/2014/main" id="{8B7E7CDE-E522-4A59-A737-3FC11EEAD773}"/>
              </a:ext>
            </a:extLst>
          </p:cNvPr>
          <p:cNvPicPr>
            <a:picLocks noChangeAspect="1"/>
          </p:cNvPicPr>
          <p:nvPr/>
        </p:nvPicPr>
        <p:blipFill rotWithShape="1">
          <a:blip r:embed="rId4">
            <a:extLst>
              <a:ext uri="{28A0092B-C50C-407E-A947-70E740481C1C}">
                <a14:useLocalDpi xmlns:a14="http://schemas.microsoft.com/office/drawing/2010/main" val="0"/>
              </a:ext>
            </a:extLst>
          </a:blip>
          <a:srcRect l="25154" r="24205"/>
          <a:stretch/>
        </p:blipFill>
        <p:spPr>
          <a:xfrm>
            <a:off x="5681264" y="1175621"/>
            <a:ext cx="1227175" cy="1216673"/>
          </a:xfrm>
          <a:prstGeom prst="rect">
            <a:avLst/>
          </a:prstGeom>
        </p:spPr>
      </p:pic>
      <p:sp>
        <p:nvSpPr>
          <p:cNvPr id="71" name="Text Placeholder 151">
            <a:extLst>
              <a:ext uri="{FF2B5EF4-FFF2-40B4-BE49-F238E27FC236}">
                <a16:creationId xmlns:a16="http://schemas.microsoft.com/office/drawing/2014/main" id="{BEAC2374-C11F-4C06-BB21-833D980740A6}"/>
              </a:ext>
            </a:extLst>
          </p:cNvPr>
          <p:cNvSpPr txBox="1">
            <a:spLocks/>
          </p:cNvSpPr>
          <p:nvPr/>
        </p:nvSpPr>
        <p:spPr>
          <a:xfrm>
            <a:off x="323935" y="2775745"/>
            <a:ext cx="4972224" cy="3951851"/>
          </a:xfrm>
          <a:prstGeom prst="rect">
            <a:avLst/>
          </a:prstGeom>
        </p:spPr>
        <p:txBody>
          <a:bodyPr/>
          <a:lstStyle>
            <a:lvl1pPr marL="0" marR="0" indent="0" algn="l" defTabSz="932742" rtl="0" eaLnBrk="1" fontAlgn="auto" latinLnBrk="0" hangingPunct="1">
              <a:lnSpc>
                <a:spcPct val="90000"/>
              </a:lnSpc>
              <a:spcBef>
                <a:spcPts val="1800"/>
              </a:spcBef>
              <a:spcAft>
                <a:spcPts val="0"/>
              </a:spcAft>
              <a:buClrTx/>
              <a:buSzPct val="90000"/>
              <a:buFont typeface="Wingdings" panose="05000000000000000000" pitchFamily="2" charset="2"/>
              <a:buNone/>
              <a:tabLst/>
              <a:defRPr sz="2800" kern="1200" spc="0" baseline="0">
                <a:solidFill>
                  <a:schemeClr val="tx2"/>
                </a:solidFill>
                <a:latin typeface="+mj-lt"/>
                <a:ea typeface="+mn-ea"/>
                <a:cs typeface="+mn-cs"/>
              </a:defRPr>
            </a:lvl1pPr>
            <a:lvl2pPr marL="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mn-cs"/>
              </a:defRPr>
            </a:lvl2pPr>
            <a:lvl3pPr marL="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1800" kern="1200" spc="0" baseline="0">
                <a:gradFill>
                  <a:gsLst>
                    <a:gs pos="1250">
                      <a:schemeClr val="tx1"/>
                    </a:gs>
                    <a:gs pos="100000">
                      <a:schemeClr val="tx1"/>
                    </a:gs>
                  </a:gsLst>
                  <a:lin ang="5400000" scaled="0"/>
                </a:gradFill>
                <a:latin typeface="+mn-lt"/>
                <a:ea typeface="+mn-ea"/>
                <a:cs typeface="+mn-cs"/>
              </a:defRPr>
            </a:lvl3pPr>
            <a:lvl4pPr marL="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1800" kern="1200" spc="0" baseline="0">
                <a:gradFill>
                  <a:gsLst>
                    <a:gs pos="1250">
                      <a:schemeClr val="tx1"/>
                    </a:gs>
                    <a:gs pos="100000">
                      <a:schemeClr val="tx1"/>
                    </a:gs>
                  </a:gsLst>
                  <a:lin ang="5400000" scaled="0"/>
                </a:gradFill>
                <a:latin typeface="+mn-lt"/>
                <a:ea typeface="+mn-ea"/>
                <a:cs typeface="+mn-cs"/>
              </a:defRPr>
            </a:lvl4pPr>
            <a:lvl5pPr marL="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1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a:t>Simplify with “plug and play” provisioning</a:t>
            </a:r>
          </a:p>
          <a:p>
            <a:r>
              <a:rPr lang="en-US" sz="2000"/>
              <a:t>Minimize manual connection requirements</a:t>
            </a:r>
          </a:p>
          <a:p>
            <a:r>
              <a:rPr lang="en-US" sz="2000"/>
              <a:t>Enhanced security through HSM</a:t>
            </a:r>
          </a:p>
        </p:txBody>
      </p:sp>
      <p:sp>
        <p:nvSpPr>
          <p:cNvPr id="73" name="Text Placeholder 151">
            <a:extLst>
              <a:ext uri="{FF2B5EF4-FFF2-40B4-BE49-F238E27FC236}">
                <a16:creationId xmlns:a16="http://schemas.microsoft.com/office/drawing/2014/main" id="{9A7555BA-1EBF-4008-BF13-26EAC348F892}"/>
              </a:ext>
            </a:extLst>
          </p:cNvPr>
          <p:cNvSpPr txBox="1">
            <a:spLocks/>
          </p:cNvSpPr>
          <p:nvPr/>
        </p:nvSpPr>
        <p:spPr>
          <a:xfrm>
            <a:off x="7887171" y="2775744"/>
            <a:ext cx="4241121" cy="3951851"/>
          </a:xfrm>
          <a:prstGeom prst="rect">
            <a:avLst/>
          </a:prstGeom>
        </p:spPr>
        <p:txBody>
          <a:bodyPr/>
          <a:lstStyle>
            <a:defPPr>
              <a:defRPr lang="en-US"/>
            </a:defPPr>
            <a:lvl1pPr marR="0" indent="0" fontAlgn="auto">
              <a:lnSpc>
                <a:spcPct val="90000"/>
              </a:lnSpc>
              <a:spcBef>
                <a:spcPts val="1800"/>
              </a:spcBef>
              <a:spcAft>
                <a:spcPts val="0"/>
              </a:spcAft>
              <a:buClrTx/>
              <a:buSzPct val="90000"/>
              <a:buFont typeface="Wingdings" panose="05000000000000000000" pitchFamily="2" charset="2"/>
              <a:buNone/>
              <a:tabLst/>
              <a:defRPr sz="2000" spc="0" baseline="0">
                <a:solidFill>
                  <a:schemeClr val="tx2"/>
                </a:solidFill>
                <a:latin typeface="+mj-lt"/>
              </a:defRPr>
            </a:lvl1pPr>
            <a:lvl2pPr marL="0" marR="0" indent="0" fontAlgn="auto">
              <a:lnSpc>
                <a:spcPct val="90000"/>
              </a:lnSpc>
              <a:spcBef>
                <a:spcPct val="20000"/>
              </a:spcBef>
              <a:spcAft>
                <a:spcPts val="0"/>
              </a:spcAft>
              <a:buClrTx/>
              <a:buSzPct val="90000"/>
              <a:buFont typeface="Wingdings" panose="05000000000000000000" pitchFamily="2" charset="2"/>
              <a:buNone/>
              <a:tabLst/>
              <a:defRPr sz="2000" spc="0" baseline="0">
                <a:gradFill>
                  <a:gsLst>
                    <a:gs pos="1250">
                      <a:schemeClr val="tx1"/>
                    </a:gs>
                    <a:gs pos="100000">
                      <a:schemeClr val="tx1"/>
                    </a:gs>
                  </a:gsLst>
                  <a:lin ang="5400000" scaled="0"/>
                </a:gradFill>
              </a:defRPr>
            </a:lvl2pPr>
            <a:lvl3pPr marL="0" marR="0" indent="0" fontAlgn="auto">
              <a:lnSpc>
                <a:spcPct val="90000"/>
              </a:lnSpc>
              <a:spcBef>
                <a:spcPct val="20000"/>
              </a:spcBef>
              <a:spcAft>
                <a:spcPts val="0"/>
              </a:spcAft>
              <a:buClrTx/>
              <a:buSzPct val="90000"/>
              <a:buFont typeface="Wingdings" panose="05000000000000000000" pitchFamily="2" charset="2"/>
              <a:buNone/>
              <a:tabLst/>
              <a:defRPr spc="0" baseline="0">
                <a:gradFill>
                  <a:gsLst>
                    <a:gs pos="1250">
                      <a:schemeClr val="tx1"/>
                    </a:gs>
                    <a:gs pos="100000">
                      <a:schemeClr val="tx1"/>
                    </a:gs>
                  </a:gsLst>
                  <a:lin ang="5400000" scaled="0"/>
                </a:gradFill>
              </a:defRPr>
            </a:lvl3pPr>
            <a:lvl4pPr marL="0" marR="0" indent="0" fontAlgn="auto">
              <a:lnSpc>
                <a:spcPct val="90000"/>
              </a:lnSpc>
              <a:spcBef>
                <a:spcPct val="20000"/>
              </a:spcBef>
              <a:spcAft>
                <a:spcPts val="0"/>
              </a:spcAft>
              <a:buClrTx/>
              <a:buSzPct val="90000"/>
              <a:buFont typeface="Wingdings" panose="05000000000000000000" pitchFamily="2" charset="2"/>
              <a:buNone/>
              <a:tabLst/>
              <a:defRPr spc="0" baseline="0">
                <a:gradFill>
                  <a:gsLst>
                    <a:gs pos="1250">
                      <a:schemeClr val="tx1"/>
                    </a:gs>
                    <a:gs pos="100000">
                      <a:schemeClr val="tx1"/>
                    </a:gs>
                  </a:gsLst>
                  <a:lin ang="5400000" scaled="0"/>
                </a:gradFill>
              </a:defRPr>
            </a:lvl4pPr>
            <a:lvl5pPr marL="0" marR="0" indent="0" fontAlgn="auto">
              <a:lnSpc>
                <a:spcPct val="90000"/>
              </a:lnSpc>
              <a:spcBef>
                <a:spcPct val="20000"/>
              </a:spcBef>
              <a:spcAft>
                <a:spcPts val="0"/>
              </a:spcAft>
              <a:buClrTx/>
              <a:buSzPct val="90000"/>
              <a:buFont typeface="Wingdings" panose="05000000000000000000" pitchFamily="2" charset="2"/>
              <a:buNone/>
              <a:tabLst/>
              <a:defRPr spc="0" baseline="0">
                <a:gradFill>
                  <a:gsLst>
                    <a:gs pos="1250">
                      <a:schemeClr val="tx1"/>
                    </a:gs>
                    <a:gs pos="100000">
                      <a:schemeClr val="tx1"/>
                    </a:gs>
                  </a:gsLst>
                  <a:lin ang="5400000" scaled="0"/>
                </a:gradFill>
              </a:defRPr>
            </a:lvl5pPr>
            <a:lvl6pPr marL="2565040" indent="-233186">
              <a:spcBef>
                <a:spcPct val="20000"/>
              </a:spcBef>
              <a:buFont typeface="Arial" pitchFamily="34" charset="0"/>
              <a:buChar char="•"/>
              <a:defRPr sz="2000"/>
            </a:lvl6pPr>
            <a:lvl7pPr marL="3031412" indent="-233186">
              <a:spcBef>
                <a:spcPct val="20000"/>
              </a:spcBef>
              <a:buFont typeface="Arial" pitchFamily="34" charset="0"/>
              <a:buChar char="•"/>
              <a:defRPr sz="2000"/>
            </a:lvl7pPr>
            <a:lvl8pPr marL="3497783" indent="-233186">
              <a:spcBef>
                <a:spcPct val="20000"/>
              </a:spcBef>
              <a:buFont typeface="Arial" pitchFamily="34" charset="0"/>
              <a:buChar char="•"/>
              <a:defRPr sz="2000"/>
            </a:lvl8pPr>
            <a:lvl9pPr marL="3964155" indent="-233186">
              <a:spcBef>
                <a:spcPct val="20000"/>
              </a:spcBef>
              <a:buFont typeface="Arial" pitchFamily="34" charset="0"/>
              <a:buChar char="•"/>
              <a:defRPr sz="2000"/>
            </a:lvl9pPr>
          </a:lstStyle>
          <a:p>
            <a:r>
              <a:rPr lang="en-US"/>
              <a:t>Removes manual errors</a:t>
            </a:r>
          </a:p>
          <a:p>
            <a:r>
              <a:rPr lang="en-US"/>
              <a:t>Global availability</a:t>
            </a:r>
          </a:p>
          <a:p>
            <a:r>
              <a:rPr lang="en-US"/>
              <a:t>Available in preview now</a:t>
            </a:r>
          </a:p>
        </p:txBody>
      </p:sp>
      <p:sp>
        <p:nvSpPr>
          <p:cNvPr id="83" name="Title 1">
            <a:extLst>
              <a:ext uri="{FF2B5EF4-FFF2-40B4-BE49-F238E27FC236}">
                <a16:creationId xmlns:a16="http://schemas.microsoft.com/office/drawing/2014/main" id="{2406A9B0-5C02-4313-94BA-C459F39A1C97}"/>
              </a:ext>
            </a:extLst>
          </p:cNvPr>
          <p:cNvSpPr>
            <a:spLocks noGrp="1"/>
          </p:cNvSpPr>
          <p:nvPr>
            <p:ph type="title"/>
          </p:nvPr>
        </p:nvSpPr>
        <p:spPr/>
        <p:txBody>
          <a:bodyPr/>
          <a:lstStyle/>
          <a:p>
            <a:r>
              <a:rPr lang="en-US" sz="4400" dirty="0"/>
              <a:t>Available: Azure IoT Hub Device Provisioning Service</a:t>
            </a:r>
          </a:p>
        </p:txBody>
      </p:sp>
    </p:spTree>
    <p:extLst>
      <p:ext uri="{BB962C8B-B14F-4D97-AF65-F5344CB8AC3E}">
        <p14:creationId xmlns:p14="http://schemas.microsoft.com/office/powerpoint/2010/main" val="3936351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71"/>
                                        </p:tgtEl>
                                        <p:attrNameLst>
                                          <p:attrName>style.visibility</p:attrName>
                                        </p:attrNameLst>
                                      </p:cBhvr>
                                      <p:to>
                                        <p:strVal val="visible"/>
                                      </p:to>
                                    </p:set>
                                    <p:animEffect transition="in" filter="fade">
                                      <p:cBhvr>
                                        <p:cTn id="7" dur="500"/>
                                        <p:tgtEl>
                                          <p:spTgt spid="7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3"/>
                                        </p:tgtEl>
                                        <p:attrNameLst>
                                          <p:attrName>style.visibility</p:attrName>
                                        </p:attrNameLst>
                                      </p:cBhvr>
                                      <p:to>
                                        <p:strVal val="visible"/>
                                      </p:to>
                                    </p:set>
                                    <p:animEffect transition="in" filter="fade">
                                      <p:cBhvr>
                                        <p:cTn id="10"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P spid="73" grpId="0"/>
    </p:bldLst>
  </p:timing>
</p:sld>
</file>

<file path=ppt/theme/theme1.xml><?xml version="1.0" encoding="utf-8"?>
<a:theme xmlns:a="http://schemas.openxmlformats.org/drawingml/2006/main" name="5-50109_Microsoft_Light_Template">
  <a:themeElements>
    <a:clrScheme name="Microsoft_2017_Light">
      <a:dk1>
        <a:srgbClr val="353535"/>
      </a:dk1>
      <a:lt1>
        <a:srgbClr val="FFFFFF"/>
      </a:lt1>
      <a:dk2>
        <a:srgbClr val="D83B01"/>
      </a:dk2>
      <a:lt2>
        <a:srgbClr val="E6E6E6"/>
      </a:lt2>
      <a:accent1>
        <a:srgbClr val="D83B01"/>
      </a:accent1>
      <a:accent2>
        <a:srgbClr val="FF8C00"/>
      </a:accent2>
      <a:accent3>
        <a:srgbClr val="FFB900"/>
      </a:accent3>
      <a:accent4>
        <a:srgbClr val="0078D7"/>
      </a:accent4>
      <a:accent5>
        <a:srgbClr val="737373"/>
      </a:accent5>
      <a:accent6>
        <a:srgbClr val="D2D2D2"/>
      </a:accent6>
      <a:hlink>
        <a:srgbClr val="0078D7"/>
      </a:hlink>
      <a:folHlink>
        <a:srgbClr val="0078D7"/>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2017_16x9_Template.potx" id="{2A99AE01-A11F-4F2C-9BCC-4E42F4CE769C}" vid="{42DFBAD3-C25F-4FC8-963A-1F73730D7E5C}"/>
    </a:ext>
  </a:extLst>
</a:theme>
</file>

<file path=ppt/theme/theme2.xml><?xml version="1.0" encoding="utf-8"?>
<a:theme xmlns:a="http://schemas.openxmlformats.org/drawingml/2006/main" name="5-50109_Microsoft_Dark_Template">
  <a:themeElements>
    <a:clrScheme name="Microsoft 2017 Dark">
      <a:dk1>
        <a:srgbClr val="353535"/>
      </a:dk1>
      <a:lt1>
        <a:srgbClr val="FFFFFF"/>
      </a:lt1>
      <a:dk2>
        <a:srgbClr val="D83B01"/>
      </a:dk2>
      <a:lt2>
        <a:srgbClr val="CDF4FF"/>
      </a:lt2>
      <a:accent1>
        <a:srgbClr val="D83B01"/>
      </a:accent1>
      <a:accent2>
        <a:srgbClr val="FF8C00"/>
      </a:accent2>
      <a:accent3>
        <a:srgbClr val="FFB900"/>
      </a:accent3>
      <a:accent4>
        <a:srgbClr val="00BCF2"/>
      </a:accent4>
      <a:accent5>
        <a:srgbClr val="D2D2D2"/>
      </a:accent5>
      <a:accent6>
        <a:srgbClr val="737373"/>
      </a:accent6>
      <a:hlink>
        <a:srgbClr val="00BCF2"/>
      </a:hlink>
      <a:folHlink>
        <a:srgbClr val="00BCF2"/>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2017_16x9_Template.potx" id="{2A99AE01-A11F-4F2C-9BCC-4E42F4CE769C}" vid="{7C638A3A-D771-4183-8214-2AFBE384714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ession_x0020_Code xmlns="04e01bb1-6d80-42e9-ae53-416b1e8aa845">BRK4026</Session_x0020_Code>
    <LikesCount xmlns="http://schemas.microsoft.com/sharepoint/v3" xsi:nil="true"/>
    <_x0062_bc8 xmlns="e889e55c-35cf-43c7-aaf4-cf2500919dd8">
      <UserInfo>
        <DisplayName/>
        <AccountId xsi:nil="true"/>
        <AccountType/>
      </UserInfo>
    </_x0062_bc8>
    <External_x0020_Speaker xmlns="04e01bb1-6d80-42e9-ae53-416b1e8aa845">Nicole Berdy; Olivier Bloch</External_x0020_Speaker>
    <fb4e50409e3b4517bb965b3c7125e153 xmlns="04e01bb1-6d80-42e9-ae53-416b1e8aa845">
      <Terms xmlns="http://schemas.microsoft.com/office/infopath/2007/PartnerControls"/>
    </fb4e50409e3b4517bb965b3c7125e153>
    <MS_x0020_Content_x0020_Owner xmlns="04e01bb1-6d80-42e9-ae53-416b1e8aa845">
      <UserInfo>
        <DisplayName/>
        <AccountId xsi:nil="true"/>
        <AccountType/>
      </UserInfo>
    </MS_x0020_Content_x0020_Owner>
    <l61c8586195b4657a1f710a539f9bc3a xmlns="04e01bb1-6d80-42e9-ae53-416b1e8aa845">
      <Terms xmlns="http://schemas.microsoft.com/office/infopath/2007/PartnerControls">
        <TermInfo xmlns="http://schemas.microsoft.com/office/infopath/2007/PartnerControls">
          <TermName xmlns="http://schemas.microsoft.com/office/infopath/2007/PartnerControls">Orange County Convention Center</TermName>
          <TermId xmlns="http://schemas.microsoft.com/office/infopath/2007/PartnerControls">bd993e89-aa48-4695-84e0-3b53e88b1a79</TermId>
        </TermInfo>
      </Terms>
    </l61c8586195b4657a1f710a539f9bc3a>
    <a645af38eebb4a1ea4744f163c56ea26 xmlns="04e01bb1-6d80-42e9-ae53-416b1e8aa845">
      <Terms xmlns="http://schemas.microsoft.com/office/infopath/2007/PartnerControls"/>
    </a645af38eebb4a1ea4744f163c56ea26>
    <g60601ae6c3e4c409eb6a70077dda16d xmlns="04e01bb1-6d80-42e9-ae53-416b1e8aa845">
      <Terms xmlns="http://schemas.microsoft.com/office/infopath/2007/PartnerControls">
        <TermInfo xmlns="http://schemas.microsoft.com/office/infopath/2007/PartnerControls">
          <TermName xmlns="http://schemas.microsoft.com/office/infopath/2007/PartnerControls">Orlando</TermName>
          <TermId xmlns="http://schemas.microsoft.com/office/infopath/2007/PartnerControls">8cc4ed56-1866-4501-a22c-89aafde6f59b</TermId>
        </TermInfo>
      </Terms>
    </g60601ae6c3e4c409eb6a70077dda16d>
    <e6bd9c8ce3ed4fe68161c78952f36fbc xmlns="04e01bb1-6d80-42e9-ae53-416b1e8aa845">
      <Terms xmlns="http://schemas.microsoft.com/office/infopath/2007/PartnerControls"/>
    </e6bd9c8ce3ed4fe68161c78952f36fbc>
    <MS_x0020_Speaker xmlns="04e01bb1-6d80-42e9-ae53-416b1e8aa845">
      <UserInfo>
        <DisplayName/>
        <AccountId xsi:nil="true"/>
        <AccountType/>
      </UserInfo>
    </MS_x0020_Speaker>
    <Presentation_x0020_Date xmlns="04e01bb1-6d80-42e9-ae53-416b1e8aa845" xsi:nil="true"/>
    <Event_x0020_Start_x0020_Date xmlns="04e01bb1-6d80-42e9-ae53-416b1e8aa845">2017-09-23T04:00:00+00:00</Event_x0020_Start_x0020_Date>
    <TaxKeywordTaxHTField xmlns="230e9df3-be65-4c73-a93b-d1236ebd677e">
      <Terms xmlns="http://schemas.microsoft.com/office/infopath/2007/PartnerControls">
        <TermInfo xmlns="http://schemas.microsoft.com/office/infopath/2007/PartnerControls">
          <TermName xmlns="http://schemas.microsoft.com/office/infopath/2007/PartnerControls">Microsoft Ignite 2017</TermName>
          <TermId xmlns="http://schemas.microsoft.com/office/infopath/2007/PartnerControls">21d30605-03f6-4b08-a63a-5a553eb19f84</TermId>
        </TermInfo>
      </Terms>
    </TaxKeywordTaxHTField>
    <e349cd3f156b4e7d8653c9cd4f2d8fb4 xmlns="04e01bb1-6d80-42e9-ae53-416b1e8aa845">
      <Terms xmlns="http://schemas.microsoft.com/office/infopath/2007/PartnerControls">
        <TermInfo xmlns="http://schemas.microsoft.com/office/infopath/2007/PartnerControls">
          <TermName xmlns="http://schemas.microsoft.com/office/infopath/2007/PartnerControls">Ignite 2017</TermName>
          <TermId xmlns="http://schemas.microsoft.com/office/infopath/2007/PartnerControls">9323c522-fe4b-4922-816b-10a1920d7afb</TermId>
        </TermInfo>
      </Terms>
    </e349cd3f156b4e7d8653c9cd4f2d8fb4>
    <TaxCatchAll xmlns="230e9df3-be65-4c73-a93b-d1236ebd677e">
      <Value>55</Value>
      <Value>54</Value>
      <Value>53</Value>
      <Value>16</Value>
    </TaxCatchAll>
    <Event_x0020_End_x0020_Date xmlns="04e01bb1-6d80-42e9-ae53-416b1e8aa845">2017-09-30T04:00:00+00:00</Event_x0020_End_x0020_Date>
    <c2f1b796fca04ddbb48af271e99c8750 xmlns="04e01bb1-6d80-42e9-ae53-416b1e8aa845">
      <Terms xmlns="http://schemas.microsoft.com/office/infopath/2007/PartnerControls"/>
    </c2f1b796fca04ddbb48af271e99c8750>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PresentationsDoc" ma:contentTypeID="0x010100A584695755FE764EB25B07353E74077C00D779C3CEF1177A4F8B41F96DF87A1F66" ma:contentTypeVersion="27" ma:contentTypeDescription="" ma:contentTypeScope="" ma:versionID="8641f81e7643323f4894ad5cfb9fb0f3">
  <xsd:schema xmlns:xsd="http://www.w3.org/2001/XMLSchema" xmlns:xs="http://www.w3.org/2001/XMLSchema" xmlns:p="http://schemas.microsoft.com/office/2006/metadata/properties" xmlns:ns1="http://schemas.microsoft.com/sharepoint/v3" xmlns:ns2="04e01bb1-6d80-42e9-ae53-416b1e8aa845" xmlns:ns3="230e9df3-be65-4c73-a93b-d1236ebd677e" xmlns:ns5="e889e55c-35cf-43c7-aaf4-cf2500919dd8" targetNamespace="http://schemas.microsoft.com/office/2006/metadata/properties" ma:root="true" ma:fieldsID="cfa393de6d5a52634dd4113eb929c878" ns1:_="" ns2:_="" ns3:_="" ns5:_="">
    <xsd:import namespace="http://schemas.microsoft.com/sharepoint/v3"/>
    <xsd:import namespace="04e01bb1-6d80-42e9-ae53-416b1e8aa845"/>
    <xsd:import namespace="230e9df3-be65-4c73-a93b-d1236ebd677e"/>
    <xsd:import namespace="e889e55c-35cf-43c7-aaf4-cf2500919dd8"/>
    <xsd:element name="properties">
      <xsd:complexType>
        <xsd:sequence>
          <xsd:element name="documentManagement">
            <xsd:complexType>
              <xsd:all>
                <xsd:element ref="ns2:e349cd3f156b4e7d8653c9cd4f2d8fb4" minOccurs="0"/>
                <xsd:element ref="ns3:TaxCatchAll" minOccurs="0"/>
                <xsd:element ref="ns3:TaxCatchAllLabel" minOccurs="0"/>
                <xsd:element ref="ns2:g60601ae6c3e4c409eb6a70077dda16d" minOccurs="0"/>
                <xsd:element ref="ns2:l61c8586195b4657a1f710a539f9bc3a" minOccurs="0"/>
                <xsd:element ref="ns2:Event_x0020_Start_x0020_Date" minOccurs="0"/>
                <xsd:element ref="ns2:Event_x0020_End_x0020_Date" minOccurs="0"/>
                <xsd:element ref="ns2:Presentation_x0020_Date" minOccurs="0"/>
                <xsd:element ref="ns2:MS_x0020_Speaker" minOccurs="0"/>
                <xsd:element ref="ns2:External_x0020_Speaker" minOccurs="0"/>
                <xsd:element ref="ns2:e6bd9c8ce3ed4fe68161c78952f36fbc" minOccurs="0"/>
                <xsd:element ref="ns2:c2f1b796fca04ddbb48af271e99c8750" minOccurs="0"/>
                <xsd:element ref="ns2:Session_x0020_Code" minOccurs="0"/>
                <xsd:element ref="ns2:MS_x0020_Content_x0020_Owner" minOccurs="0"/>
                <xsd:element ref="ns2:a645af38eebb4a1ea4744f163c56ea26" minOccurs="0"/>
                <xsd:element ref="ns2:fb4e50409e3b4517bb965b3c7125e153" minOccurs="0"/>
                <xsd:element ref="ns1:AverageRating" minOccurs="0"/>
                <xsd:element ref="ns1:RatingCount" minOccurs="0"/>
                <xsd:element ref="ns1:LikesCount" minOccurs="0"/>
                <xsd:element ref="ns3:TaxKeywordTaxHTField" minOccurs="0"/>
                <xsd:element ref="ns2:SharedWithUsers" minOccurs="0"/>
                <xsd:element ref="ns2:SharedWithDetails" minOccurs="0"/>
                <xsd:element ref="ns5:_x0062_bc8" minOccurs="0"/>
                <xsd:element ref="ns2:LastSharedByUser" minOccurs="0"/>
                <xsd:element ref="ns2:LastSharedByTime" minOccurs="0"/>
                <xsd:element ref="ns5:MediaServiceMetadata" minOccurs="0"/>
                <xsd:element ref="ns5: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AverageRating" ma:index="31" nillable="true" ma:displayName="Rating (0-5)" ma:decimals="2" ma:description="Average value of all the ratings that have been submitted" ma:internalName="AverageRating" ma:readOnly="true">
      <xsd:simpleType>
        <xsd:restriction base="dms:Number"/>
      </xsd:simpleType>
    </xsd:element>
    <xsd:element name="RatingCount" ma:index="32" nillable="true" ma:displayName="Number of Ratings" ma:decimals="0" ma:description="Number of ratings submitted" ma:internalName="RatingCount" ma:readOnly="true">
      <xsd:simpleType>
        <xsd:restriction base="dms:Number"/>
      </xsd:simpleType>
    </xsd:element>
    <xsd:element name="LikesCount" ma:index="33" nillable="true" ma:displayName="Number of Likes" ma:internalName="LikesCount">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4e01bb1-6d80-42e9-ae53-416b1e8aa845" elementFormDefault="qualified">
    <xsd:import namespace="http://schemas.microsoft.com/office/2006/documentManagement/types"/>
    <xsd:import namespace="http://schemas.microsoft.com/office/infopath/2007/PartnerControls"/>
    <xsd:element name="e349cd3f156b4e7d8653c9cd4f2d8fb4" ma:index="8" nillable="true" ma:taxonomy="true" ma:internalName="e349cd3f156b4e7d8653c9cd4f2d8fb4" ma:taxonomyFieldName="Event_x0020_Name" ma:displayName="Event Name" ma:default="" ma:fieldId="{e349cd3f-156b-4e7d-8653-c9cd4f2d8fb4}" ma:sspId="e385fb40-52d4-4fae-9c5b-3e8ff8a5878e" ma:termSetId="32cfb7b5-aebe-4989-95ed-0d5619f5d6c0" ma:anchorId="eaa4d92a-3824-4a49-92be-7ef169e4e325" ma:open="false" ma:isKeyword="false">
      <xsd:complexType>
        <xsd:sequence>
          <xsd:element ref="pc:Terms" minOccurs="0" maxOccurs="1"/>
        </xsd:sequence>
      </xsd:complexType>
    </xsd:element>
    <xsd:element name="g60601ae6c3e4c409eb6a70077dda16d" ma:index="12" nillable="true" ma:taxonomy="true" ma:internalName="g60601ae6c3e4c409eb6a70077dda16d" ma:taxonomyFieldName="Event_x0020_Location" ma:displayName="Event Location" ma:default="" ma:fieldId="{060601ae-6c3e-4c40-9eb6-a70077dda16d}" ma:sspId="e385fb40-52d4-4fae-9c5b-3e8ff8a5878e" ma:termSetId="ff02addd-433e-4baa-a831-22be402789db" ma:anchorId="00000000-0000-0000-0000-000000000000" ma:open="false" ma:isKeyword="false">
      <xsd:complexType>
        <xsd:sequence>
          <xsd:element ref="pc:Terms" minOccurs="0" maxOccurs="1"/>
        </xsd:sequence>
      </xsd:complexType>
    </xsd:element>
    <xsd:element name="l61c8586195b4657a1f710a539f9bc3a" ma:index="14" nillable="true" ma:taxonomy="true" ma:internalName="l61c8586195b4657a1f710a539f9bc3a" ma:taxonomyFieldName="Event_x0020_Venue" ma:displayName="Event Venue" ma:default="" ma:fieldId="{561c8586-195b-4657-a1f7-10a539f9bc3a}" ma:sspId="e385fb40-52d4-4fae-9c5b-3e8ff8a5878e" ma:termSetId="ff02addd-433e-4baa-a831-22be402789db" ma:anchorId="d989be80-0593-11e1-be50-0800200c9a66" ma:open="false" ma:isKeyword="false">
      <xsd:complexType>
        <xsd:sequence>
          <xsd:element ref="pc:Terms" minOccurs="0" maxOccurs="1"/>
        </xsd:sequence>
      </xsd:complexType>
    </xsd:element>
    <xsd:element name="Event_x0020_Start_x0020_Date" ma:index="16" nillable="true" ma:displayName="Event Start Date" ma:format="DateOnly" ma:internalName="Event_x0020_Start_x0020_Date">
      <xsd:simpleType>
        <xsd:restriction base="dms:DateTime"/>
      </xsd:simpleType>
    </xsd:element>
    <xsd:element name="Event_x0020_End_x0020_Date" ma:index="17" nillable="true" ma:displayName="Event End Date" ma:format="DateOnly" ma:internalName="Event_x0020_End_x0020_Date">
      <xsd:simpleType>
        <xsd:restriction base="dms:DateTime"/>
      </xsd:simpleType>
    </xsd:element>
    <xsd:element name="Presentation_x0020_Date" ma:index="18" nillable="true" ma:displayName="Presentation Date" ma:format="DateOnly" ma:internalName="Presentation_x0020_Date">
      <xsd:simpleType>
        <xsd:restriction base="dms:DateTime"/>
      </xsd:simpleType>
    </xsd:element>
    <xsd:element name="MS_x0020_Speaker" ma:index="19" nillable="true" ma:displayName="MS Speaker" ma:list="UserInfo" ma:SharePointGroup="0" ma:internalName="MS_x0020_Speaker"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xternal_x0020_Speaker" ma:index="20" nillable="true" ma:displayName="External Speaker" ma:internalName="External_x0020_Speaker">
      <xsd:simpleType>
        <xsd:restriction base="dms:Text">
          <xsd:maxLength value="255"/>
        </xsd:restriction>
      </xsd:simpleType>
    </xsd:element>
    <xsd:element name="e6bd9c8ce3ed4fe68161c78952f36fbc" ma:index="21" nillable="true" ma:taxonomy="true" ma:internalName="e6bd9c8ce3ed4fe68161c78952f36fbc" ma:taxonomyFieldName="Product" ma:displayName="Product" ma:default="" ma:fieldId="{e6bd9c8c-e3ed-4fe6-8161-c78952f36fbc}" ma:taxonomyMulti="true" ma:sspId="e385fb40-52d4-4fae-9c5b-3e8ff8a5878e" ma:termSetId="e8298524-23d5-441d-8e61-21bed1c2c470" ma:anchorId="00000000-0000-0000-0000-000000000000" ma:open="false" ma:isKeyword="false">
      <xsd:complexType>
        <xsd:sequence>
          <xsd:element ref="pc:Terms" minOccurs="0" maxOccurs="1"/>
        </xsd:sequence>
      </xsd:complexType>
    </xsd:element>
    <xsd:element name="c2f1b796fca04ddbb48af271e99c8750" ma:index="23" nillable="true" ma:taxonomy="true" ma:internalName="c2f1b796fca04ddbb48af271e99c8750" ma:taxonomyFieldName="Campaign" ma:displayName="Campaign" ma:default="" ma:fieldId="{c2f1b796-fca0-4ddb-b48a-f271e99c8750}" ma:taxonomyMulti="true" ma:sspId="e385fb40-52d4-4fae-9c5b-3e8ff8a5878e" ma:termSetId="eb6054b1-3a98-4c79-97b4-d20150dd266e" ma:anchorId="a7bf803d-fc4f-4bb4-903c-88e76437cc17" ma:open="false" ma:isKeyword="false">
      <xsd:complexType>
        <xsd:sequence>
          <xsd:element ref="pc:Terms" minOccurs="0" maxOccurs="1"/>
        </xsd:sequence>
      </xsd:complexType>
    </xsd:element>
    <xsd:element name="Session_x0020_Code" ma:index="25" nillable="true" ma:displayName="Session Code" ma:internalName="Session_x0020_Code">
      <xsd:simpleType>
        <xsd:restriction base="dms:Text">
          <xsd:maxLength value="255"/>
        </xsd:restriction>
      </xsd:simpleType>
    </xsd:element>
    <xsd:element name="MS_x0020_Content_x0020_Owner" ma:index="26" nillable="true" ma:displayName="MS Content Owner" ma:list="UserInfo" ma:SharePointGroup="0" ma:internalName="MS_x0020_Content_x0020_Own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645af38eebb4a1ea4744f163c56ea26" ma:index="27" nillable="true" ma:taxonomy="true" ma:internalName="a645af38eebb4a1ea4744f163c56ea26" ma:taxonomyFieldName="Track" ma:displayName="Track" ma:default="" ma:fieldId="{a645af38-eebb-4a1e-a474-4f163c56ea26}" ma:sspId="e385fb40-52d4-4fae-9c5b-3e8ff8a5878e" ma:termSetId="c41d04fa-0c93-454c-bbda-19a0dbc9ce57" ma:anchorId="00000000-0000-0000-0000-000000000000" ma:open="true" ma:isKeyword="false">
      <xsd:complexType>
        <xsd:sequence>
          <xsd:element ref="pc:Terms" minOccurs="0" maxOccurs="1"/>
        </xsd:sequence>
      </xsd:complexType>
    </xsd:element>
    <xsd:element name="fb4e50409e3b4517bb965b3c7125e153" ma:index="29" nillable="true" ma:taxonomy="true" ma:internalName="fb4e50409e3b4517bb965b3c7125e153" ma:taxonomyFieldName="Audience1" ma:displayName="Audience" ma:default="" ma:fieldId="{fb4e5040-9e3b-4517-bb96-5b3c7125e153}" ma:taxonomyMulti="true" ma:sspId="e385fb40-52d4-4fae-9c5b-3e8ff8a5878e" ma:termSetId="02c0b350-7782-44ed-b079-a5ef0c1b9fe9" ma:anchorId="00000000-0000-0000-0000-000000000000" ma:open="false" ma:isKeyword="false">
      <xsd:complexType>
        <xsd:sequence>
          <xsd:element ref="pc:Terms" minOccurs="0" maxOccurs="1"/>
        </xsd:sequence>
      </xsd:complexType>
    </xsd:element>
    <xsd:element name="SharedWithUsers" ma:index="37"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8" nillable="true" ma:displayName="Shared With Details" ma:description="" ma:internalName="SharedWithDetails" ma:readOnly="true">
      <xsd:simpleType>
        <xsd:restriction base="dms:Note">
          <xsd:maxLength value="255"/>
        </xsd:restriction>
      </xsd:simpleType>
    </xsd:element>
    <xsd:element name="LastSharedByUser" ma:index="40" nillable="true" ma:displayName="Last Shared By User" ma:description="" ma:hidden="true" ma:internalName="LastSharedByUser" ma:readOnly="true">
      <xsd:simpleType>
        <xsd:restriction base="dms:Note"/>
      </xsd:simpleType>
    </xsd:element>
    <xsd:element name="LastSharedByTime" ma:index="41" nillable="true" ma:displayName="Last Shared By Time" ma:description="" ma:hidden="true"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9" nillable="true" ma:displayName="Taxonomy Catch All Column" ma:description="" ma:hidden="true" ma:list="{8508df36-a784-4474-b4a6-3a99ee8c8b37}" ma:internalName="TaxCatchAll" ma:showField="CatchAllData" ma:web="04e01bb1-6d80-42e9-ae53-416b1e8aa845">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description="" ma:hidden="true" ma:list="{8508df36-a784-4474-b4a6-3a99ee8c8b37}" ma:internalName="TaxCatchAllLabel" ma:readOnly="true" ma:showField="CatchAllDataLabel" ma:web="04e01bb1-6d80-42e9-ae53-416b1e8aa845">
      <xsd:complexType>
        <xsd:complexContent>
          <xsd:extension base="dms:MultiChoiceLookup">
            <xsd:sequence>
              <xsd:element name="Value" type="dms:Lookup" maxOccurs="unbounded" minOccurs="0" nillable="true"/>
            </xsd:sequence>
          </xsd:extension>
        </xsd:complexContent>
      </xsd:complexType>
    </xsd:element>
    <xsd:element name="TaxKeywordTaxHTField" ma:index="35" nillable="true" ma:taxonomy="true" ma:internalName="TaxKeywordTaxHTField" ma:taxonomyFieldName="TaxKeyword" ma:displayName="Enterprise Keywords" ma:fieldId="{23f27201-bee3-471e-b2e7-b64fd8b7ca38}" ma:taxonomyMulti="true" ma:sspId="e385fb40-52d4-4fae-9c5b-3e8ff8a5878e" ma:termSetId="00000000-0000-0000-0000-000000000000" ma:anchorId="00000000-0000-0000-0000-000000000000" ma:open="true" ma:isKeyword="tru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e889e55c-35cf-43c7-aaf4-cf2500919dd8" elementFormDefault="qualified">
    <xsd:import namespace="http://schemas.microsoft.com/office/2006/documentManagement/types"/>
    <xsd:import namespace="http://schemas.microsoft.com/office/infopath/2007/PartnerControls"/>
    <xsd:element name="_x0062_bc8" ma:index="39" nillable="true" ma:displayName="Person or Group" ma:list="UserInfo" ma:internalName="_x0062_bc8">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Metadata" ma:index="42" nillable="true" ma:displayName="MediaServiceMetadata" ma:description="" ma:hidden="true" ma:internalName="MediaServiceMetadata" ma:readOnly="true">
      <xsd:simpleType>
        <xsd:restriction base="dms:Note"/>
      </xsd:simpleType>
    </xsd:element>
    <xsd:element name="MediaServiceFastMetadata" ma:index="43" nillable="true" ma:displayName="MediaServiceFastMetadata" ma:description=""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ma:index="34"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990F116-B58F-4255-B05B-DA3808E0E5C6}">
  <ds:schemaRefs>
    <ds:schemaRef ds:uri="http://purl.org/dc/elements/1.1/"/>
    <ds:schemaRef ds:uri="http://www.w3.org/XML/1998/namespace"/>
    <ds:schemaRef ds:uri="http://purl.org/dc/terms/"/>
    <ds:schemaRef ds:uri="http://schemas.microsoft.com/office/2006/documentManagement/types"/>
    <ds:schemaRef ds:uri="http://schemas.microsoft.com/office/infopath/2007/PartnerControls"/>
    <ds:schemaRef ds:uri="http://schemas.openxmlformats.org/package/2006/metadata/core-properties"/>
    <ds:schemaRef ds:uri="e889e55c-35cf-43c7-aaf4-cf2500919dd8"/>
    <ds:schemaRef ds:uri="230e9df3-be65-4c73-a93b-d1236ebd677e"/>
    <ds:schemaRef ds:uri="04e01bb1-6d80-42e9-ae53-416b1e8aa845"/>
    <ds:schemaRef ds:uri="http://schemas.microsoft.com/sharepoint/v3"/>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3.xml><?xml version="1.0" encoding="utf-8"?>
<ds:datastoreItem xmlns:ds="http://schemas.openxmlformats.org/officeDocument/2006/customXml" ds:itemID="{532F11E6-5A70-45F1-A1F4-684775A6869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4e01bb1-6d80-42e9-ae53-416b1e8aa845"/>
    <ds:schemaRef ds:uri="230e9df3-be65-4c73-a93b-d1236ebd677e"/>
    <ds:schemaRef ds:uri="e889e55c-35cf-43c7-aaf4-cf2500919dd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Microsoft_2017_16x9_Template (2)</Template>
  <TotalTime>4218</TotalTime>
  <Words>2005</Words>
  <Application>Microsoft Office PowerPoint</Application>
  <PresentationFormat>Custom</PresentationFormat>
  <Paragraphs>386</Paragraphs>
  <Slides>31</Slides>
  <Notes>31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31</vt:i4>
      </vt:variant>
    </vt:vector>
  </HeadingPairs>
  <TitlesOfParts>
    <vt:vector size="40" baseType="lpstr">
      <vt:lpstr>Arial</vt:lpstr>
      <vt:lpstr>Consolas</vt:lpstr>
      <vt:lpstr>Segoe UI</vt:lpstr>
      <vt:lpstr>Segoe UI Light</vt:lpstr>
      <vt:lpstr>Segoe UI Semibold</vt:lpstr>
      <vt:lpstr>Segoe UI Semilight</vt:lpstr>
      <vt:lpstr>Wingdings</vt:lpstr>
      <vt:lpstr>5-50109_Microsoft_Light_Template</vt:lpstr>
      <vt:lpstr>5-50109_Microsoft_Dark_Template</vt:lpstr>
      <vt:lpstr>Azure Device Provisioning Service –  Deep Dive</vt:lpstr>
      <vt:lpstr>IoT Device Lifecycle</vt:lpstr>
      <vt:lpstr>IoT Device Lifecycle</vt:lpstr>
      <vt:lpstr>Quick orientation</vt:lpstr>
      <vt:lpstr>What is provisioning?</vt:lpstr>
      <vt:lpstr>Why provisioning is hard today</vt:lpstr>
      <vt:lpstr>Let’s talk supply chain</vt:lpstr>
      <vt:lpstr>Azure IoT Hub Device Provisioning Service</vt:lpstr>
      <vt:lpstr>Goals for device provisioning with Azure IoT</vt:lpstr>
      <vt:lpstr>A selection of scenarios</vt:lpstr>
      <vt:lpstr>An IoT device’s relationship to DPS</vt:lpstr>
      <vt:lpstr>How it works</vt:lpstr>
      <vt:lpstr>Setup</vt:lpstr>
      <vt:lpstr>Enrollment list</vt:lpstr>
      <vt:lpstr>Linked IoT hubs</vt:lpstr>
      <vt:lpstr>Allocation policies</vt:lpstr>
      <vt:lpstr>Let’s see it in action</vt:lpstr>
      <vt:lpstr>High level provisioning</vt:lpstr>
      <vt:lpstr>Provisioning with DPS</vt:lpstr>
      <vt:lpstr>Using a global device endpoint</vt:lpstr>
      <vt:lpstr>Using a global device endpoint</vt:lpstr>
      <vt:lpstr>SDK support in public preview</vt:lpstr>
      <vt:lpstr>Details on the security flow</vt:lpstr>
      <vt:lpstr>Verifying a device’s identity</vt:lpstr>
      <vt:lpstr>Provisioning process</vt:lpstr>
      <vt:lpstr>Manufacture flow for TPM</vt:lpstr>
      <vt:lpstr>Registration flow for TPM</vt:lpstr>
      <vt:lpstr>Manufacture flow for X.509</vt:lpstr>
      <vt:lpstr>Registration flow for X.509</vt:lpstr>
      <vt:lpstr>Device Identifier Composition Engine – DICE</vt:lpstr>
      <vt:lpstr>Available: Azure IoT Hub Device Provisioning Service</vt:lpstr>
    </vt:vector>
  </TitlesOfParts>
  <Manager/>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 touch device registration with Azure IoT</dc:title>
  <dc:subject>&lt;Speech title here&gt;</dc:subject>
  <dc:creator>Nicole Berdy</dc:creator>
  <cp:keywords>Microsoft Ignite 2017</cp:keywords>
  <dc:description>Template: Mitchell Derrey, Silver Fox Productions_x000d_
Formatting: _x000d_
Audience Type:</dc:description>
  <cp:lastModifiedBy>Ilyas F</cp:lastModifiedBy>
  <cp:revision>11</cp:revision>
  <dcterms:created xsi:type="dcterms:W3CDTF">2017-09-19T00:08:15Z</dcterms:created>
  <dcterms:modified xsi:type="dcterms:W3CDTF">2019-06-21T19:28:30Z</dcterms:modified>
  <cp:category>Microsoft Ignite 2017</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0x010100A584695755FE764EB25B07353E74077C00D779C3CEF1177A4F8B41F96DF87A1F66</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55;#Orange County Convention Center|bd993e89-aa48-4695-84e0-3b53e88b1a79</vt:lpwstr>
  </property>
  <property fmtid="{D5CDD505-2E9C-101B-9397-08002B2CF9AE}" pid="7" name="Track">
    <vt:lpwstr/>
  </property>
  <property fmtid="{D5CDD505-2E9C-101B-9397-08002B2CF9AE}" pid="8" name="Event Location">
    <vt:lpwstr>54;#Orlando|8cc4ed56-1866-4501-a22c-89aafde6f59b</vt:lpwstr>
  </property>
  <property fmtid="{D5CDD505-2E9C-101B-9397-08002B2CF9AE}" pid="9" name="Campaign">
    <vt:lpwstr/>
  </property>
  <property fmtid="{D5CDD505-2E9C-101B-9397-08002B2CF9AE}" pid="10" name="IsMyDocuments">
    <vt:bool>true</vt:bool>
  </property>
  <property fmtid="{D5CDD505-2E9C-101B-9397-08002B2CF9AE}" pid="11" name="TaxKeyword">
    <vt:lpwstr>53;#Microsoft Ignite 2017|21d30605-03f6-4b08-a63a-5a553eb19f84</vt:lpwstr>
  </property>
  <property fmtid="{D5CDD505-2E9C-101B-9397-08002B2CF9AE}" pid="12" name="Audience1">
    <vt:lpwstr/>
  </property>
  <property fmtid="{D5CDD505-2E9C-101B-9397-08002B2CF9AE}" pid="13" name="Event Name">
    <vt:lpwstr>16;#Microsoft Ignite|9323c522-fe4b-4922-816b-10a1920d7afb</vt:lpwstr>
  </property>
  <property fmtid="{D5CDD505-2E9C-101B-9397-08002B2CF9AE}" pid="14" name="MSIP_Label_f42aa342-8706-4288-bd11-ebb85995028c_Enabled">
    <vt:lpwstr>True</vt:lpwstr>
  </property>
  <property fmtid="{D5CDD505-2E9C-101B-9397-08002B2CF9AE}" pid="15" name="MSIP_Label_f42aa342-8706-4288-bd11-ebb85995028c_SiteId">
    <vt:lpwstr>72f988bf-86f1-41af-91ab-2d7cd011db47</vt:lpwstr>
  </property>
  <property fmtid="{D5CDD505-2E9C-101B-9397-08002B2CF9AE}" pid="16" name="MSIP_Label_f42aa342-8706-4288-bd11-ebb85995028c_Ref">
    <vt:lpwstr>https://api.informationprotection.azure.com/api/72f988bf-86f1-41af-91ab-2d7cd011db47</vt:lpwstr>
  </property>
  <property fmtid="{D5CDD505-2E9C-101B-9397-08002B2CF9AE}" pid="17" name="MSIP_Label_f42aa342-8706-4288-bd11-ebb85995028c_Owner">
    <vt:lpwstr>nberdy@microsoft.com</vt:lpwstr>
  </property>
  <property fmtid="{D5CDD505-2E9C-101B-9397-08002B2CF9AE}" pid="18" name="MSIP_Label_f42aa342-8706-4288-bd11-ebb85995028c_SetDate">
    <vt:lpwstr>2017-09-18T17:08:33.2463546-07:00</vt:lpwstr>
  </property>
  <property fmtid="{D5CDD505-2E9C-101B-9397-08002B2CF9AE}" pid="19" name="MSIP_Label_f42aa342-8706-4288-bd11-ebb85995028c_Name">
    <vt:lpwstr>General</vt:lpwstr>
  </property>
  <property fmtid="{D5CDD505-2E9C-101B-9397-08002B2CF9AE}" pid="20" name="MSIP_Label_f42aa342-8706-4288-bd11-ebb85995028c_Application">
    <vt:lpwstr>Microsoft Azure Information Protection</vt:lpwstr>
  </property>
  <property fmtid="{D5CDD505-2E9C-101B-9397-08002B2CF9AE}" pid="21" name="MSIP_Label_f42aa342-8706-4288-bd11-ebb85995028c_Extended_MSFT_Method">
    <vt:lpwstr>Automatic</vt:lpwstr>
  </property>
  <property fmtid="{D5CDD505-2E9C-101B-9397-08002B2CF9AE}" pid="22" name="Sensitivity">
    <vt:lpwstr>General</vt:lpwstr>
  </property>
</Properties>
</file>